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notesSlides/notesSlide5.xml" ContentType="application/vnd.openxmlformats-officedocument.presentationml.notesSlide+xml"/>
  <Override PartName="/ppt/tags/tag9.xml" ContentType="application/vnd.openxmlformats-officedocument.presentationml.tags+xml"/>
  <Override PartName="/ppt/notesSlides/notesSlide6.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charts/chart1.xml" ContentType="application/vnd.openxmlformats-officedocument.drawingml.chart+xml"/>
  <Override PartName="/ppt/charts/chart2.xml" ContentType="application/vnd.openxmlformats-officedocument.drawingml.chart+xml"/>
  <Override PartName="/ppt/tags/tag16.xml" ContentType="application/vnd.openxmlformats-officedocument.presentationml.tags+xml"/>
  <Override PartName="/ppt/charts/chart3.xml" ContentType="application/vnd.openxmlformats-officedocument.drawingml.chart+xml"/>
  <Override PartName="/ppt/charts/chart4.xml" ContentType="application/vnd.openxmlformats-officedocument.drawingml.chart+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9" r:id="rId5"/>
    <p:sldMasterId id="2147483668" r:id="rId6"/>
    <p:sldMasterId id="2147483709" r:id="rId7"/>
  </p:sldMasterIdLst>
  <p:notesMasterIdLst>
    <p:notesMasterId r:id="rId24"/>
  </p:notesMasterIdLst>
  <p:handoutMasterIdLst>
    <p:handoutMasterId r:id="rId25"/>
  </p:handoutMasterIdLst>
  <p:sldIdLst>
    <p:sldId id="268" r:id="rId8"/>
    <p:sldId id="9793" r:id="rId9"/>
    <p:sldId id="280" r:id="rId10"/>
    <p:sldId id="9792" r:id="rId11"/>
    <p:sldId id="285" r:id="rId12"/>
    <p:sldId id="9791" r:id="rId13"/>
    <p:sldId id="9777" r:id="rId14"/>
    <p:sldId id="9779" r:id="rId15"/>
    <p:sldId id="9801" r:id="rId16"/>
    <p:sldId id="9802" r:id="rId17"/>
    <p:sldId id="9803" r:id="rId18"/>
    <p:sldId id="9804" r:id="rId19"/>
    <p:sldId id="9805" r:id="rId20"/>
    <p:sldId id="9806" r:id="rId21"/>
    <p:sldId id="9807" r:id="rId22"/>
    <p:sldId id="9786" r:id="rId23"/>
  </p:sldIdLst>
  <p:sldSz cx="12192000" cy="6858000"/>
  <p:notesSz cx="9144000" cy="6858000"/>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17B88EB-0C47-4C42-AB08-6666467A385C}">
          <p14:sldIdLst>
            <p14:sldId id="268"/>
            <p14:sldId id="9793"/>
            <p14:sldId id="280"/>
            <p14:sldId id="9792"/>
            <p14:sldId id="285"/>
            <p14:sldId id="9791"/>
            <p14:sldId id="9777"/>
            <p14:sldId id="9779"/>
            <p14:sldId id="9801"/>
            <p14:sldId id="9802"/>
            <p14:sldId id="9803"/>
            <p14:sldId id="9804"/>
            <p14:sldId id="9805"/>
            <p14:sldId id="9806"/>
            <p14:sldId id="9807"/>
            <p14:sldId id="9786"/>
          </p14:sldIdLst>
        </p14:section>
        <p14:section name="Formatting Guide" id="{2F5D2F82-0176-47F6-BE92-272198E97E98}">
          <p14:sldIdLst/>
        </p14:section>
        <p14:section name="Icons - All blue" id="{BE780326-1B43-4171-9429-235DAC8EEB0D}">
          <p14:sldIdLst/>
        </p14:section>
        <p14:section name="Icons - Turquoise" id="{9EB7115B-345B-4A6A-840B-5C980E135F3C}">
          <p14:sldIdLst/>
        </p14:section>
        <p14:section name="Icons - Rose" id="{7A275B9C-04AE-4385-96D7-25A5266E4C52}">
          <p14:sldIdLst/>
        </p14:section>
      </p14:sectionLst>
    </p:ext>
    <p:ext uri="{EFAFB233-063F-42B5-8137-9DF3F51BA10A}">
      <p15:sldGuideLst xmlns:p15="http://schemas.microsoft.com/office/powerpoint/2012/main">
        <p15:guide id="2" pos="3840" userDrawn="1">
          <p15:clr>
            <a:srgbClr val="A4A3A4"/>
          </p15:clr>
        </p15:guide>
        <p15:guide id="3" orient="horz" pos="2092"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thish Kumar" initials="SK"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3C287D"/>
    <a:srgbClr val="229DC7"/>
    <a:srgbClr val="1C4382"/>
    <a:srgbClr val="284679"/>
    <a:srgbClr val="55256A"/>
    <a:srgbClr val="C24B86"/>
    <a:srgbClr val="C54D87"/>
    <a:srgbClr val="BE4B86"/>
    <a:srgbClr val="7A51B6"/>
    <a:srgbClr val="304A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37F891-3C64-4B6D-BE3E-0B1935AAC4F2}" v="1" dt="2025-04-17T04:05:22.51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588" autoAdjust="0"/>
  </p:normalViewPr>
  <p:slideViewPr>
    <p:cSldViewPr snapToGrid="0" showGuides="1">
      <p:cViewPr varScale="1">
        <p:scale>
          <a:sx n="87" d="100"/>
          <a:sy n="87" d="100"/>
        </p:scale>
        <p:origin x="528" y="77"/>
      </p:cViewPr>
      <p:guideLst>
        <p:guide pos="3840"/>
        <p:guide orient="horz" pos="2092"/>
      </p:guideLst>
    </p:cSldViewPr>
  </p:slideViewPr>
  <p:outlineViewPr>
    <p:cViewPr>
      <p:scale>
        <a:sx n="33" d="100"/>
        <a:sy n="33" d="100"/>
      </p:scale>
      <p:origin x="0" y="-10460"/>
    </p:cViewPr>
  </p:outlineViewPr>
  <p:notesTextViewPr>
    <p:cViewPr>
      <p:scale>
        <a:sx n="66" d="100"/>
        <a:sy n="66" d="100"/>
      </p:scale>
      <p:origin x="0" y="0"/>
    </p:cViewPr>
  </p:notesTextViewPr>
  <p:sorterViewPr>
    <p:cViewPr varScale="1">
      <p:scale>
        <a:sx n="1" d="1"/>
        <a:sy n="1" d="1"/>
      </p:scale>
      <p:origin x="0" y="-27752"/>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handoutMaster" Target="handoutMasters/handoutMaster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li Sai Mohan Reddy" userId="6a6b5c13-2edf-40e1-a7b2-8ac4c623ae8c" providerId="ADAL" clId="{9F37F891-3C64-4B6D-BE3E-0B1935AAC4F2}"/>
    <pc:docChg chg="undo custSel modSld">
      <pc:chgData name="Gali Sai Mohan Reddy" userId="6a6b5c13-2edf-40e1-a7b2-8ac4c623ae8c" providerId="ADAL" clId="{9F37F891-3C64-4B6D-BE3E-0B1935AAC4F2}" dt="2025-04-17T06:28:31.546" v="523" actId="14100"/>
      <pc:docMkLst>
        <pc:docMk/>
      </pc:docMkLst>
      <pc:sldChg chg="modSp mod">
        <pc:chgData name="Gali Sai Mohan Reddy" userId="6a6b5c13-2edf-40e1-a7b2-8ac4c623ae8c" providerId="ADAL" clId="{9F37F891-3C64-4B6D-BE3E-0B1935AAC4F2}" dt="2025-04-17T05:17:11.141" v="410" actId="20577"/>
        <pc:sldMkLst>
          <pc:docMk/>
          <pc:sldMk cId="0" sldId="280"/>
        </pc:sldMkLst>
        <pc:graphicFrameChg chg="mod modGraphic">
          <ac:chgData name="Gali Sai Mohan Reddy" userId="6a6b5c13-2edf-40e1-a7b2-8ac4c623ae8c" providerId="ADAL" clId="{9F37F891-3C64-4B6D-BE3E-0B1935AAC4F2}" dt="2025-04-17T05:17:11.141" v="410" actId="20577"/>
          <ac:graphicFrameMkLst>
            <pc:docMk/>
            <pc:sldMk cId="0" sldId="280"/>
            <ac:graphicFrameMk id="6" creationId="{B177F202-EDA4-F9CC-10CB-884AE6932045}"/>
          </ac:graphicFrameMkLst>
        </pc:graphicFrameChg>
      </pc:sldChg>
      <pc:sldChg chg="modSp mod">
        <pc:chgData name="Gali Sai Mohan Reddy" userId="6a6b5c13-2edf-40e1-a7b2-8ac4c623ae8c" providerId="ADAL" clId="{9F37F891-3C64-4B6D-BE3E-0B1935AAC4F2}" dt="2025-04-17T04:01:04.347" v="64" actId="20577"/>
        <pc:sldMkLst>
          <pc:docMk/>
          <pc:sldMk cId="1206880429" sldId="9776"/>
        </pc:sldMkLst>
        <pc:spChg chg="mod">
          <ac:chgData name="Gali Sai Mohan Reddy" userId="6a6b5c13-2edf-40e1-a7b2-8ac4c623ae8c" providerId="ADAL" clId="{9F37F891-3C64-4B6D-BE3E-0B1935AAC4F2}" dt="2025-04-17T04:01:04.347" v="64" actId="20577"/>
          <ac:spMkLst>
            <pc:docMk/>
            <pc:sldMk cId="1206880429" sldId="9776"/>
            <ac:spMk id="5" creationId="{12EB22A4-C440-368A-B4C7-210CDF80146A}"/>
          </ac:spMkLst>
        </pc:spChg>
      </pc:sldChg>
      <pc:sldChg chg="modSp mod">
        <pc:chgData name="Gali Sai Mohan Reddy" userId="6a6b5c13-2edf-40e1-a7b2-8ac4c623ae8c" providerId="ADAL" clId="{9F37F891-3C64-4B6D-BE3E-0B1935AAC4F2}" dt="2025-04-17T05:17:35.581" v="412" actId="20577"/>
        <pc:sldMkLst>
          <pc:docMk/>
          <pc:sldMk cId="3840547717" sldId="9778"/>
        </pc:sldMkLst>
        <pc:spChg chg="mod">
          <ac:chgData name="Gali Sai Mohan Reddy" userId="6a6b5c13-2edf-40e1-a7b2-8ac4c623ae8c" providerId="ADAL" clId="{9F37F891-3C64-4B6D-BE3E-0B1935AAC4F2}" dt="2025-04-17T05:17:35.581" v="412" actId="20577"/>
          <ac:spMkLst>
            <pc:docMk/>
            <pc:sldMk cId="3840547717" sldId="9778"/>
            <ac:spMk id="5" creationId="{1C5F6C72-49CA-4BB0-5257-E83F70B9EA62}"/>
          </ac:spMkLst>
        </pc:spChg>
      </pc:sldChg>
      <pc:sldChg chg="modSp mod">
        <pc:chgData name="Gali Sai Mohan Reddy" userId="6a6b5c13-2edf-40e1-a7b2-8ac4c623ae8c" providerId="ADAL" clId="{9F37F891-3C64-4B6D-BE3E-0B1935AAC4F2}" dt="2025-04-17T04:00:11.845" v="25" actId="5793"/>
        <pc:sldMkLst>
          <pc:docMk/>
          <pc:sldMk cId="38138225" sldId="9779"/>
        </pc:sldMkLst>
        <pc:spChg chg="mod">
          <ac:chgData name="Gali Sai Mohan Reddy" userId="6a6b5c13-2edf-40e1-a7b2-8ac4c623ae8c" providerId="ADAL" clId="{9F37F891-3C64-4B6D-BE3E-0B1935AAC4F2}" dt="2025-04-17T04:00:11.845" v="25" actId="5793"/>
          <ac:spMkLst>
            <pc:docMk/>
            <pc:sldMk cId="38138225" sldId="9779"/>
            <ac:spMk id="5" creationId="{C3946574-4035-B6D6-2BB5-2E0A1E5C9F31}"/>
          </ac:spMkLst>
        </pc:spChg>
      </pc:sldChg>
      <pc:sldChg chg="modSp mod">
        <pc:chgData name="Gali Sai Mohan Reddy" userId="6a6b5c13-2edf-40e1-a7b2-8ac4c623ae8c" providerId="ADAL" clId="{9F37F891-3C64-4B6D-BE3E-0B1935AAC4F2}" dt="2025-04-17T04:03:03.467" v="130" actId="14100"/>
        <pc:sldMkLst>
          <pc:docMk/>
          <pc:sldMk cId="478983849" sldId="9781"/>
        </pc:sldMkLst>
        <pc:spChg chg="mod">
          <ac:chgData name="Gali Sai Mohan Reddy" userId="6a6b5c13-2edf-40e1-a7b2-8ac4c623ae8c" providerId="ADAL" clId="{9F37F891-3C64-4B6D-BE3E-0B1935AAC4F2}" dt="2025-04-17T04:02:52.710" v="128" actId="14100"/>
          <ac:spMkLst>
            <pc:docMk/>
            <pc:sldMk cId="478983849" sldId="9781"/>
            <ac:spMk id="5" creationId="{CA0CEBE8-FD95-24F9-F2A8-C8A18A32430C}"/>
          </ac:spMkLst>
        </pc:spChg>
        <pc:picChg chg="mod">
          <ac:chgData name="Gali Sai Mohan Reddy" userId="6a6b5c13-2edf-40e1-a7b2-8ac4c623ae8c" providerId="ADAL" clId="{9F37F891-3C64-4B6D-BE3E-0B1935AAC4F2}" dt="2025-04-17T04:03:03.467" v="130" actId="14100"/>
          <ac:picMkLst>
            <pc:docMk/>
            <pc:sldMk cId="478983849" sldId="9781"/>
            <ac:picMk id="4" creationId="{28942C0D-29BB-0927-14D7-4F134F472291}"/>
          </ac:picMkLst>
        </pc:picChg>
      </pc:sldChg>
      <pc:sldChg chg="modSp mod">
        <pc:chgData name="Gali Sai Mohan Reddy" userId="6a6b5c13-2edf-40e1-a7b2-8ac4c623ae8c" providerId="ADAL" clId="{9F37F891-3C64-4B6D-BE3E-0B1935AAC4F2}" dt="2025-04-17T05:24:29.840" v="518" actId="404"/>
        <pc:sldMkLst>
          <pc:docMk/>
          <pc:sldMk cId="2151853030" sldId="9782"/>
        </pc:sldMkLst>
        <pc:spChg chg="mod">
          <ac:chgData name="Gali Sai Mohan Reddy" userId="6a6b5c13-2edf-40e1-a7b2-8ac4c623ae8c" providerId="ADAL" clId="{9F37F891-3C64-4B6D-BE3E-0B1935AAC4F2}" dt="2025-04-17T05:24:29.840" v="518" actId="404"/>
          <ac:spMkLst>
            <pc:docMk/>
            <pc:sldMk cId="2151853030" sldId="9782"/>
            <ac:spMk id="5" creationId="{E8105E50-6416-15DC-D7E2-F7FB873CDFB1}"/>
          </ac:spMkLst>
        </pc:spChg>
      </pc:sldChg>
      <pc:sldChg chg="modSp mod">
        <pc:chgData name="Gali Sai Mohan Reddy" userId="6a6b5c13-2edf-40e1-a7b2-8ac4c623ae8c" providerId="ADAL" clId="{9F37F891-3C64-4B6D-BE3E-0B1935AAC4F2}" dt="2025-04-17T04:02:21.451" v="124" actId="20577"/>
        <pc:sldMkLst>
          <pc:docMk/>
          <pc:sldMk cId="1561221354" sldId="9794"/>
        </pc:sldMkLst>
        <pc:spChg chg="mod">
          <ac:chgData name="Gali Sai Mohan Reddy" userId="6a6b5c13-2edf-40e1-a7b2-8ac4c623ae8c" providerId="ADAL" clId="{9F37F891-3C64-4B6D-BE3E-0B1935AAC4F2}" dt="2025-04-17T04:02:21.451" v="124" actId="20577"/>
          <ac:spMkLst>
            <pc:docMk/>
            <pc:sldMk cId="1561221354" sldId="9794"/>
            <ac:spMk id="2" creationId="{0C472883-8246-8478-A168-65F1C0169C21}"/>
          </ac:spMkLst>
        </pc:spChg>
      </pc:sldChg>
      <pc:sldChg chg="addSp delSp modSp mod">
        <pc:chgData name="Gali Sai Mohan Reddy" userId="6a6b5c13-2edf-40e1-a7b2-8ac4c623ae8c" providerId="ADAL" clId="{9F37F891-3C64-4B6D-BE3E-0B1935AAC4F2}" dt="2025-04-17T06:28:31.546" v="523" actId="14100"/>
        <pc:sldMkLst>
          <pc:docMk/>
          <pc:sldMk cId="2629897999" sldId="9795"/>
        </pc:sldMkLst>
        <pc:spChg chg="add del mod">
          <ac:chgData name="Gali Sai Mohan Reddy" userId="6a6b5c13-2edf-40e1-a7b2-8ac4c623ae8c" providerId="ADAL" clId="{9F37F891-3C64-4B6D-BE3E-0B1935AAC4F2}" dt="2025-04-17T06:28:15.316" v="520" actId="22"/>
          <ac:spMkLst>
            <pc:docMk/>
            <pc:sldMk cId="2629897999" sldId="9795"/>
            <ac:spMk id="4" creationId="{E8D98249-E1FA-9E00-1357-85EDD73D9B43}"/>
          </ac:spMkLst>
        </pc:spChg>
        <pc:picChg chg="del">
          <ac:chgData name="Gali Sai Mohan Reddy" userId="6a6b5c13-2edf-40e1-a7b2-8ac4c623ae8c" providerId="ADAL" clId="{9F37F891-3C64-4B6D-BE3E-0B1935AAC4F2}" dt="2025-04-17T06:28:12.269" v="519" actId="478"/>
          <ac:picMkLst>
            <pc:docMk/>
            <pc:sldMk cId="2629897999" sldId="9795"/>
            <ac:picMk id="6" creationId="{A5BA4904-2FB3-B872-64D8-29E4061091FA}"/>
          </ac:picMkLst>
        </pc:picChg>
        <pc:picChg chg="add mod ord">
          <ac:chgData name="Gali Sai Mohan Reddy" userId="6a6b5c13-2edf-40e1-a7b2-8ac4c623ae8c" providerId="ADAL" clId="{9F37F891-3C64-4B6D-BE3E-0B1935AAC4F2}" dt="2025-04-17T06:28:31.546" v="523" actId="14100"/>
          <ac:picMkLst>
            <pc:docMk/>
            <pc:sldMk cId="2629897999" sldId="9795"/>
            <ac:picMk id="7" creationId="{BF0705B0-C7CC-19B0-F41F-0AE9DE754D67}"/>
          </ac:picMkLst>
        </pc:picChg>
      </pc:sldChg>
      <pc:sldChg chg="delSp modSp mod">
        <pc:chgData name="Gali Sai Mohan Reddy" userId="6a6b5c13-2edf-40e1-a7b2-8ac4c623ae8c" providerId="ADAL" clId="{9F37F891-3C64-4B6D-BE3E-0B1935AAC4F2}" dt="2025-04-17T04:05:22.511" v="367" actId="478"/>
        <pc:sldMkLst>
          <pc:docMk/>
          <pc:sldMk cId="2212427463" sldId="9800"/>
        </pc:sldMkLst>
        <pc:spChg chg="del mod">
          <ac:chgData name="Gali Sai Mohan Reddy" userId="6a6b5c13-2edf-40e1-a7b2-8ac4c623ae8c" providerId="ADAL" clId="{9F37F891-3C64-4B6D-BE3E-0B1935AAC4F2}" dt="2025-04-17T04:05:22.511" v="367" actId="478"/>
          <ac:spMkLst>
            <pc:docMk/>
            <pc:sldMk cId="2212427463" sldId="9800"/>
            <ac:spMk id="7" creationId="{4FB90C06-5141-978A-6E33-6662287A5854}"/>
          </ac:spMkLst>
        </pc:spChg>
      </pc:sldChg>
    </pc:docChg>
  </pc:docChgLst>
  <pc:docChgLst>
    <pc:chgData name="Gali Sai Mohan Reddy" userId="6a6b5c13-2edf-40e1-a7b2-8ac4c623ae8c" providerId="ADAL" clId="{71E9A65A-FFD3-4FB6-A4F8-2D0FEEBF17FB}"/>
    <pc:docChg chg="undo custSel modSld">
      <pc:chgData name="Gali Sai Mohan Reddy" userId="6a6b5c13-2edf-40e1-a7b2-8ac4c623ae8c" providerId="ADAL" clId="{71E9A65A-FFD3-4FB6-A4F8-2D0FEEBF17FB}" dt="2025-04-16T18:20:04.381" v="12" actId="14100"/>
      <pc:docMkLst>
        <pc:docMk/>
      </pc:docMkLst>
      <pc:sldChg chg="modSp mod">
        <pc:chgData name="Gali Sai Mohan Reddy" userId="6a6b5c13-2edf-40e1-a7b2-8ac4c623ae8c" providerId="ADAL" clId="{71E9A65A-FFD3-4FB6-A4F8-2D0FEEBF17FB}" dt="2025-04-16T18:20:04.381" v="12" actId="14100"/>
        <pc:sldMkLst>
          <pc:docMk/>
          <pc:sldMk cId="0" sldId="285"/>
        </pc:sldMkLst>
        <pc:spChg chg="mod">
          <ac:chgData name="Gali Sai Mohan Reddy" userId="6a6b5c13-2edf-40e1-a7b2-8ac4c623ae8c" providerId="ADAL" clId="{71E9A65A-FFD3-4FB6-A4F8-2D0FEEBF17FB}" dt="2025-04-16T18:19:36.199" v="10" actId="14100"/>
          <ac:spMkLst>
            <pc:docMk/>
            <pc:sldMk cId="0" sldId="285"/>
            <ac:spMk id="6" creationId="{5E51D83E-2C3F-6ED5-354A-283DD326067E}"/>
          </ac:spMkLst>
        </pc:spChg>
        <pc:spChg chg="mod">
          <ac:chgData name="Gali Sai Mohan Reddy" userId="6a6b5c13-2edf-40e1-a7b2-8ac4c623ae8c" providerId="ADAL" clId="{71E9A65A-FFD3-4FB6-A4F8-2D0FEEBF17FB}" dt="2025-04-16T18:20:04.381" v="12" actId="14100"/>
          <ac:spMkLst>
            <pc:docMk/>
            <pc:sldMk cId="0" sldId="285"/>
            <ac:spMk id="9" creationId="{24405387-FD76-3C76-11A0-499D78B59E77}"/>
          </ac:spMkLst>
        </pc:spChg>
      </pc:sldChg>
      <pc:sldChg chg="modSp mod">
        <pc:chgData name="Gali Sai Mohan Reddy" userId="6a6b5c13-2edf-40e1-a7b2-8ac4c623ae8c" providerId="ADAL" clId="{71E9A65A-FFD3-4FB6-A4F8-2D0FEEBF17FB}" dt="2025-04-16T18:14:46.012" v="2" actId="20577"/>
        <pc:sldMkLst>
          <pc:docMk/>
          <pc:sldMk cId="690062634" sldId="9790"/>
        </pc:sldMkLst>
        <pc:spChg chg="mod">
          <ac:chgData name="Gali Sai Mohan Reddy" userId="6a6b5c13-2edf-40e1-a7b2-8ac4c623ae8c" providerId="ADAL" clId="{71E9A65A-FFD3-4FB6-A4F8-2D0FEEBF17FB}" dt="2025-04-16T18:14:46.012" v="2" actId="20577"/>
          <ac:spMkLst>
            <pc:docMk/>
            <pc:sldMk cId="690062634" sldId="9790"/>
            <ac:spMk id="25" creationId="{BAE71C9B-C784-BEDA-73A8-E802C8F88986}"/>
          </ac:spMkLst>
        </pc:spChg>
      </pc:sldChg>
      <pc:sldChg chg="modSp mod">
        <pc:chgData name="Gali Sai Mohan Reddy" userId="6a6b5c13-2edf-40e1-a7b2-8ac4c623ae8c" providerId="ADAL" clId="{71E9A65A-FFD3-4FB6-A4F8-2D0FEEBF17FB}" dt="2025-04-16T18:15:12.048" v="7" actId="20577"/>
        <pc:sldMkLst>
          <pc:docMk/>
          <pc:sldMk cId="2373282257" sldId="9799"/>
        </pc:sldMkLst>
        <pc:spChg chg="mod">
          <ac:chgData name="Gali Sai Mohan Reddy" userId="6a6b5c13-2edf-40e1-a7b2-8ac4c623ae8c" providerId="ADAL" clId="{71E9A65A-FFD3-4FB6-A4F8-2D0FEEBF17FB}" dt="2025-04-16T18:15:12.048" v="7" actId="20577"/>
          <ac:spMkLst>
            <pc:docMk/>
            <pc:sldMk cId="2373282257" sldId="9799"/>
            <ac:spMk id="2" creationId="{D6777158-DA5D-4F95-C200-0BB3111376C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100" b="0" i="0" u="none" strike="noStrike">
                <a:solidFill>
                  <a:srgbClr val="1E293B"/>
                </a:solidFill>
                <a:latin typeface="Arial"/>
              </a:defRPr>
            </a:pPr>
            <a:r>
              <a:rPr lang="en-US" sz="1100" b="0" i="0" u="none" strike="noStrike">
                <a:solidFill>
                  <a:srgbClr val="1E293B"/>
                </a:solidFill>
                <a:latin typeface="Arial"/>
              </a:rPr>
              <a:t>Revenue by Region ($M) — 2022–2024</a:t>
            </a:r>
          </a:p>
        </c:rich>
      </c:tx>
      <c:overlay val="0"/>
    </c:title>
    <c:autoTitleDeleted val="0"/>
    <c:plotArea>
      <c:layout/>
      <c:barChart>
        <c:barDir val="bar"/>
        <c:grouping val="stacked"/>
        <c:varyColors val="0"/>
        <c:ser>
          <c:idx val="0"/>
          <c:order val="0"/>
          <c:tx>
            <c:strRef>
              <c:f>Sheet1!$B$1</c:f>
              <c:strCache>
                <c:ptCount val="1"/>
                <c:pt idx="0">
                  <c:v>2022</c:v>
                </c:pt>
              </c:strCache>
            </c:strRef>
          </c:tx>
          <c:spPr>
            <a:solidFill>
              <a:srgbClr val="1E8BC3"/>
            </a:solidFill>
            <a:effectLst/>
          </c:spPr>
          <c:invertIfNegative val="0"/>
          <c:cat>
            <c:strRef>
              <c:f>Sheet1!$A$2:$A$7</c:f>
              <c:strCache>
                <c:ptCount val="6"/>
                <c:pt idx="0">
                  <c:v>Australia</c:v>
                </c:pt>
                <c:pt idx="1">
                  <c:v>UAE</c:v>
                </c:pt>
                <c:pt idx="2">
                  <c:v>Singapore</c:v>
                </c:pt>
                <c:pt idx="3">
                  <c:v>USA</c:v>
                </c:pt>
                <c:pt idx="4">
                  <c:v>India</c:v>
                </c:pt>
                <c:pt idx="5">
                  <c:v>UK</c:v>
                </c:pt>
              </c:strCache>
            </c:strRef>
          </c:cat>
          <c:val>
            <c:numRef>
              <c:f>Sheet1!$B$2:$B$7</c:f>
              <c:numCache>
                <c:formatCode>General</c:formatCode>
                <c:ptCount val="6"/>
                <c:pt idx="0">
                  <c:v>6.2</c:v>
                </c:pt>
                <c:pt idx="1">
                  <c:v>6.1</c:v>
                </c:pt>
                <c:pt idx="2">
                  <c:v>6</c:v>
                </c:pt>
                <c:pt idx="3">
                  <c:v>6.1</c:v>
                </c:pt>
                <c:pt idx="4">
                  <c:v>5.9</c:v>
                </c:pt>
                <c:pt idx="5">
                  <c:v>5.9</c:v>
                </c:pt>
              </c:numCache>
            </c:numRef>
          </c:val>
          <c:extLst>
            <c:ext xmlns:c16="http://schemas.microsoft.com/office/drawing/2014/chart" uri="{C3380CC4-5D6E-409C-BE32-E72D297353CC}">
              <c16:uniqueId val="{00000000-5B35-43E7-8C5D-17E8C9E438CC}"/>
            </c:ext>
          </c:extLst>
        </c:ser>
        <c:ser>
          <c:idx val="1"/>
          <c:order val="1"/>
          <c:tx>
            <c:strRef>
              <c:f>Sheet1!$C$1</c:f>
              <c:strCache>
                <c:ptCount val="1"/>
                <c:pt idx="0">
                  <c:v>2023</c:v>
                </c:pt>
              </c:strCache>
            </c:strRef>
          </c:tx>
          <c:spPr>
            <a:solidFill>
              <a:srgbClr val="0B9B8A"/>
            </a:solidFill>
            <a:effectLst/>
          </c:spPr>
          <c:invertIfNegative val="0"/>
          <c:cat>
            <c:strRef>
              <c:f>Sheet1!$A$2:$A$7</c:f>
              <c:strCache>
                <c:ptCount val="6"/>
                <c:pt idx="0">
                  <c:v>Australia</c:v>
                </c:pt>
                <c:pt idx="1">
                  <c:v>UAE</c:v>
                </c:pt>
                <c:pt idx="2">
                  <c:v>Singapore</c:v>
                </c:pt>
                <c:pt idx="3">
                  <c:v>USA</c:v>
                </c:pt>
                <c:pt idx="4">
                  <c:v>India</c:v>
                </c:pt>
                <c:pt idx="5">
                  <c:v>UK</c:v>
                </c:pt>
              </c:strCache>
            </c:strRef>
          </c:cat>
          <c:val>
            <c:numRef>
              <c:f>Sheet1!$C$2:$C$7</c:f>
              <c:numCache>
                <c:formatCode>General</c:formatCode>
                <c:ptCount val="6"/>
                <c:pt idx="0">
                  <c:v>6.1</c:v>
                </c:pt>
                <c:pt idx="1">
                  <c:v>6</c:v>
                </c:pt>
                <c:pt idx="2">
                  <c:v>6.1</c:v>
                </c:pt>
                <c:pt idx="3">
                  <c:v>6</c:v>
                </c:pt>
                <c:pt idx="4">
                  <c:v>5.9</c:v>
                </c:pt>
                <c:pt idx="5">
                  <c:v>5.8</c:v>
                </c:pt>
              </c:numCache>
            </c:numRef>
          </c:val>
          <c:extLst>
            <c:ext xmlns:c16="http://schemas.microsoft.com/office/drawing/2014/chart" uri="{C3380CC4-5D6E-409C-BE32-E72D297353CC}">
              <c16:uniqueId val="{00000001-5B35-43E7-8C5D-17E8C9E438CC}"/>
            </c:ext>
          </c:extLst>
        </c:ser>
        <c:ser>
          <c:idx val="2"/>
          <c:order val="2"/>
          <c:tx>
            <c:strRef>
              <c:f>Sheet1!$D$1</c:f>
              <c:strCache>
                <c:ptCount val="1"/>
                <c:pt idx="0">
                  <c:v>2024</c:v>
                </c:pt>
              </c:strCache>
            </c:strRef>
          </c:tx>
          <c:spPr>
            <a:solidFill>
              <a:srgbClr val="E87722"/>
            </a:solidFill>
            <a:effectLst/>
          </c:spPr>
          <c:invertIfNegative val="0"/>
          <c:cat>
            <c:strRef>
              <c:f>Sheet1!$A$2:$A$7</c:f>
              <c:strCache>
                <c:ptCount val="6"/>
                <c:pt idx="0">
                  <c:v>Australia</c:v>
                </c:pt>
                <c:pt idx="1">
                  <c:v>UAE</c:v>
                </c:pt>
                <c:pt idx="2">
                  <c:v>Singapore</c:v>
                </c:pt>
                <c:pt idx="3">
                  <c:v>USA</c:v>
                </c:pt>
                <c:pt idx="4">
                  <c:v>India</c:v>
                </c:pt>
                <c:pt idx="5">
                  <c:v>UK</c:v>
                </c:pt>
              </c:strCache>
            </c:strRef>
          </c:cat>
          <c:val>
            <c:numRef>
              <c:f>Sheet1!$D$2:$D$7</c:f>
              <c:numCache>
                <c:formatCode>General</c:formatCode>
                <c:ptCount val="6"/>
                <c:pt idx="0">
                  <c:v>6</c:v>
                </c:pt>
                <c:pt idx="1">
                  <c:v>6.1</c:v>
                </c:pt>
                <c:pt idx="2">
                  <c:v>6</c:v>
                </c:pt>
                <c:pt idx="3">
                  <c:v>6</c:v>
                </c:pt>
                <c:pt idx="4">
                  <c:v>5.9</c:v>
                </c:pt>
                <c:pt idx="5">
                  <c:v>6</c:v>
                </c:pt>
              </c:numCache>
            </c:numRef>
          </c:val>
          <c:extLst>
            <c:ext xmlns:c16="http://schemas.microsoft.com/office/drawing/2014/chart" uri="{C3380CC4-5D6E-409C-BE32-E72D297353CC}">
              <c16:uniqueId val="{00000002-5B35-43E7-8C5D-17E8C9E438CC}"/>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100" b="0" i="0" u="none" strike="noStrike">
                <a:solidFill>
                  <a:srgbClr val="1E293B"/>
                </a:solidFill>
                <a:latin typeface="Arial"/>
              </a:defRPr>
            </a:pPr>
            <a:r>
              <a:rPr lang="en-IN" sz="1100" b="0" i="0" u="none" strike="noStrike">
                <a:solidFill>
                  <a:srgbClr val="1E293B"/>
                </a:solidFill>
                <a:latin typeface="Arial"/>
              </a:rPr>
              <a:t>Revenue by Service Tier</a:t>
            </a:r>
          </a:p>
        </c:rich>
      </c:tx>
      <c:overlay val="0"/>
    </c:title>
    <c:autoTitleDeleted val="0"/>
    <c:plotArea>
      <c:layout/>
      <c:pieChart>
        <c:varyColors val="1"/>
        <c:ser>
          <c:idx val="0"/>
          <c:order val="0"/>
          <c:tx>
            <c:strRef>
              <c:f>Sheet1!$B$1</c:f>
              <c:strCache>
                <c:ptCount val="1"/>
                <c:pt idx="0">
                  <c:v>Revenue</c:v>
                </c:pt>
              </c:strCache>
            </c:strRef>
          </c:tx>
          <c:spPr>
            <a:solidFill>
              <a:schemeClr val="accent1"/>
            </a:solidFill>
            <a:ln w="9525" cap="flat">
              <a:solidFill>
                <a:srgbClr val="F9F9F9"/>
              </a:solidFill>
              <a:prstDash val="solid"/>
              <a:round/>
            </a:ln>
            <a:effectLst/>
          </c:spPr>
          <c:dPt>
            <c:idx val="0"/>
            <c:bubble3D val="0"/>
            <c:spPr>
              <a:solidFill>
                <a:srgbClr val="E87722"/>
              </a:solidFill>
              <a:effectLst/>
            </c:spPr>
            <c:extLst>
              <c:ext xmlns:c16="http://schemas.microsoft.com/office/drawing/2014/chart" uri="{C3380CC4-5D6E-409C-BE32-E72D297353CC}">
                <c16:uniqueId val="{00000001-E317-41BB-9CB8-2B5D98353C98}"/>
              </c:ext>
            </c:extLst>
          </c:dPt>
          <c:dPt>
            <c:idx val="1"/>
            <c:bubble3D val="0"/>
            <c:spPr>
              <a:solidFill>
                <a:srgbClr val="0D1B3E"/>
              </a:solidFill>
              <a:effectLst/>
            </c:spPr>
            <c:extLst>
              <c:ext xmlns:c16="http://schemas.microsoft.com/office/drawing/2014/chart" uri="{C3380CC4-5D6E-409C-BE32-E72D297353CC}">
                <c16:uniqueId val="{00000003-E317-41BB-9CB8-2B5D98353C98}"/>
              </c:ext>
            </c:extLst>
          </c:dPt>
          <c:dPt>
            <c:idx val="2"/>
            <c:bubble3D val="0"/>
            <c:spPr>
              <a:solidFill>
                <a:srgbClr val="1E8BC3"/>
              </a:solidFill>
              <a:effectLst/>
            </c:spPr>
            <c:extLst>
              <c:ext xmlns:c16="http://schemas.microsoft.com/office/drawing/2014/chart" uri="{C3380CC4-5D6E-409C-BE32-E72D297353CC}">
                <c16:uniqueId val="{00000005-E317-41BB-9CB8-2B5D98353C98}"/>
              </c:ext>
            </c:extLst>
          </c:dPt>
          <c:dLbls>
            <c:dLbl>
              <c:idx val="0"/>
              <c:numFmt formatCode="0%" sourceLinked="0"/>
              <c:spPr/>
              <c:txPr>
                <a:bodyPr/>
                <a:lstStyle/>
                <a:p>
                  <a:pPr>
                    <a:defRPr sz="9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E317-41BB-9CB8-2B5D98353C98}"/>
                </c:ext>
              </c:extLst>
            </c:dLbl>
            <c:dLbl>
              <c:idx val="1"/>
              <c:numFmt formatCode="0%" sourceLinked="0"/>
              <c:spPr/>
              <c:txPr>
                <a:bodyPr/>
                <a:lstStyle/>
                <a:p>
                  <a:pPr>
                    <a:defRPr sz="9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E317-41BB-9CB8-2B5D98353C98}"/>
                </c:ext>
              </c:extLst>
            </c:dLbl>
            <c:dLbl>
              <c:idx val="2"/>
              <c:numFmt formatCode="0%" sourceLinked="0"/>
              <c:spPr/>
              <c:txPr>
                <a:bodyPr/>
                <a:lstStyle/>
                <a:p>
                  <a:pPr>
                    <a:defRPr sz="9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E317-41BB-9CB8-2B5D98353C98}"/>
                </c:ext>
              </c:extLst>
            </c:dLbl>
            <c:numFmt formatCode="0%" sourceLinked="0"/>
            <c:spPr>
              <a:noFill/>
              <a:ln>
                <a:noFill/>
              </a:ln>
              <a:effectLst/>
            </c:spPr>
            <c:txPr>
              <a:bodyPr/>
              <a:lstStyle/>
              <a:p>
                <a:pPr>
                  <a:defRPr sz="1800" b="0" i="0" u="none" strike="noStrike">
                    <a:solidFill>
                      <a:schemeClr val="bg1"/>
                    </a:solidFill>
                    <a:latin typeface="Arial"/>
                  </a:defRPr>
                </a:pPr>
                <a:endParaRPr lang="en-US"/>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Professional</c:v>
                </c:pt>
                <c:pt idx="1">
                  <c:v>Basic</c:v>
                </c:pt>
                <c:pt idx="2">
                  <c:v>Enterprise</c:v>
                </c:pt>
              </c:strCache>
            </c:strRef>
          </c:cat>
          <c:val>
            <c:numRef>
              <c:f>Sheet1!$B$2:$B$4</c:f>
              <c:numCache>
                <c:formatCode>General</c:formatCode>
                <c:ptCount val="3"/>
                <c:pt idx="0">
                  <c:v>34.630000000000003</c:v>
                </c:pt>
                <c:pt idx="1">
                  <c:v>36.409999999999997</c:v>
                </c:pt>
                <c:pt idx="2">
                  <c:v>36.909999999999997</c:v>
                </c:pt>
              </c:numCache>
            </c:numRef>
          </c:val>
          <c:extLst>
            <c:ext xmlns:c16="http://schemas.microsoft.com/office/drawing/2014/chart" uri="{C3380CC4-5D6E-409C-BE32-E72D297353CC}">
              <c16:uniqueId val="{00000006-E317-41BB-9CB8-2B5D98353C9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100" b="0" i="0" u="none" strike="noStrike">
                <a:solidFill>
                  <a:srgbClr val="1E293B"/>
                </a:solidFill>
                <a:latin typeface="Arial"/>
              </a:defRPr>
            </a:pPr>
            <a:r>
              <a:rPr lang="en-US" sz="1100" b="0" i="0" u="none" strike="noStrike">
                <a:solidFill>
                  <a:srgbClr val="1E293B"/>
                </a:solidFill>
                <a:latin typeface="Arial"/>
              </a:rPr>
              <a:t>Reactivation Rate by Days Since Last Action</a:t>
            </a:r>
          </a:p>
        </c:rich>
      </c:tx>
      <c:overlay val="0"/>
    </c:title>
    <c:autoTitleDeleted val="0"/>
    <c:plotArea>
      <c:layout/>
      <c:barChart>
        <c:barDir val="bar"/>
        <c:grouping val="clustered"/>
        <c:varyColors val="0"/>
        <c:ser>
          <c:idx val="0"/>
          <c:order val="0"/>
          <c:tx>
            <c:strRef>
              <c:f>Sheet1!$B$1</c:f>
              <c:strCache>
                <c:ptCount val="1"/>
                <c:pt idx="0">
                  <c:v>Reactivation Rate</c:v>
                </c:pt>
              </c:strCache>
            </c:strRef>
          </c:tx>
          <c:spPr>
            <a:solidFill>
              <a:srgbClr val="0B9B8A"/>
            </a:solidFill>
            <a:effectLst/>
          </c:spPr>
          <c:invertIfNegative val="0"/>
          <c:dLbls>
            <c:numFmt formatCode="#,##0" sourceLinked="0"/>
            <c:spPr>
              <a:noFill/>
              <a:ln>
                <a:noFill/>
              </a:ln>
              <a:effectLst/>
            </c:spPr>
            <c:txPr>
              <a:bodyPr/>
              <a:lstStyle/>
              <a:p>
                <a:pPr>
                  <a:defRPr sz="1000" b="0" i="0" u="none" strike="noStrike">
                    <a:solidFill>
                      <a:srgbClr val="0D1B3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0-10 days</c:v>
                </c:pt>
                <c:pt idx="1">
                  <c:v>11-20 days</c:v>
                </c:pt>
                <c:pt idx="2">
                  <c:v>21-30 days</c:v>
                </c:pt>
              </c:strCache>
            </c:strRef>
          </c:cat>
          <c:val>
            <c:numRef>
              <c:f>Sheet1!$B$2:$B$4</c:f>
              <c:numCache>
                <c:formatCode>General</c:formatCode>
                <c:ptCount val="3"/>
                <c:pt idx="0">
                  <c:v>89.99</c:v>
                </c:pt>
                <c:pt idx="1">
                  <c:v>88.3</c:v>
                </c:pt>
                <c:pt idx="2">
                  <c:v>87.62</c:v>
                </c:pt>
              </c:numCache>
            </c:numRef>
          </c:val>
          <c:extLst>
            <c:ext xmlns:c16="http://schemas.microsoft.com/office/drawing/2014/chart" uri="{C3380CC4-5D6E-409C-BE32-E72D297353CC}">
              <c16:uniqueId val="{00000000-F14A-425F-943C-A34FD3BB7F0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lblOffset val="100"/>
        <c:noMultiLvlLbl val="1"/>
      </c:catAx>
      <c:valAx>
        <c:axId val="2094734552"/>
        <c:scaling>
          <c:orientation val="minMax"/>
          <c:min val="85"/>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100" b="0" i="0" u="none" strike="noStrike">
                <a:solidFill>
                  <a:srgbClr val="1E293B"/>
                </a:solidFill>
                <a:latin typeface="Arial"/>
              </a:defRPr>
            </a:pPr>
            <a:r>
              <a:rPr lang="en-IN" sz="1100" b="0" i="0" u="none" strike="noStrike">
                <a:solidFill>
                  <a:srgbClr val="1E293B"/>
                </a:solidFill>
                <a:latin typeface="Arial"/>
              </a:rPr>
              <a:t>Cross-Holding Product Distribution</a:t>
            </a:r>
          </a:p>
        </c:rich>
      </c:tx>
      <c:overlay val="0"/>
    </c:title>
    <c:autoTitleDeleted val="0"/>
    <c:plotArea>
      <c:layout/>
      <c:doughnutChart>
        <c:varyColors val="1"/>
        <c:ser>
          <c:idx val="0"/>
          <c:order val="0"/>
          <c:tx>
            <c:strRef>
              <c:f>Sheet1!$B$1</c:f>
              <c:strCache>
                <c:ptCount val="1"/>
                <c:pt idx="0">
                  <c:v>Products</c:v>
                </c:pt>
              </c:strCache>
            </c:strRef>
          </c:tx>
          <c:spPr>
            <a:solidFill>
              <a:schemeClr val="accent1"/>
            </a:solidFill>
            <a:ln w="9525" cap="flat">
              <a:solidFill>
                <a:srgbClr val="F9F9F9"/>
              </a:solidFill>
              <a:prstDash val="solid"/>
              <a:round/>
            </a:ln>
            <a:effectLst/>
          </c:spPr>
          <c:dPt>
            <c:idx val="0"/>
            <c:bubble3D val="0"/>
            <c:spPr>
              <a:solidFill>
                <a:srgbClr val="1E8BC3"/>
              </a:solidFill>
              <a:effectLst/>
            </c:spPr>
            <c:extLst>
              <c:ext xmlns:c16="http://schemas.microsoft.com/office/drawing/2014/chart" uri="{C3380CC4-5D6E-409C-BE32-E72D297353CC}">
                <c16:uniqueId val="{00000001-4152-4FB7-B31D-6A27674BA875}"/>
              </c:ext>
            </c:extLst>
          </c:dPt>
          <c:dPt>
            <c:idx val="1"/>
            <c:bubble3D val="0"/>
            <c:spPr>
              <a:solidFill>
                <a:srgbClr val="0B9B8A"/>
              </a:solidFill>
              <a:effectLst/>
            </c:spPr>
            <c:extLst>
              <c:ext xmlns:c16="http://schemas.microsoft.com/office/drawing/2014/chart" uri="{C3380CC4-5D6E-409C-BE32-E72D297353CC}">
                <c16:uniqueId val="{00000003-4152-4FB7-B31D-6A27674BA875}"/>
              </c:ext>
            </c:extLst>
          </c:dPt>
          <c:dPt>
            <c:idx val="2"/>
            <c:bubble3D val="0"/>
            <c:spPr>
              <a:solidFill>
                <a:srgbClr val="E87722"/>
              </a:solidFill>
              <a:effectLst/>
            </c:spPr>
            <c:extLst>
              <c:ext xmlns:c16="http://schemas.microsoft.com/office/drawing/2014/chart" uri="{C3380CC4-5D6E-409C-BE32-E72D297353CC}">
                <c16:uniqueId val="{00000005-4152-4FB7-B31D-6A27674BA875}"/>
              </c:ext>
            </c:extLst>
          </c:dPt>
          <c:dPt>
            <c:idx val="3"/>
            <c:bubble3D val="0"/>
            <c:spPr>
              <a:solidFill>
                <a:srgbClr val="0D1B3E"/>
              </a:solidFill>
              <a:effectLst/>
            </c:spPr>
            <c:extLst>
              <c:ext xmlns:c16="http://schemas.microsoft.com/office/drawing/2014/chart" uri="{C3380CC4-5D6E-409C-BE32-E72D297353CC}">
                <c16:uniqueId val="{00000007-4152-4FB7-B31D-6A27674BA875}"/>
              </c:ext>
            </c:extLst>
          </c:dPt>
          <c:dPt>
            <c:idx val="4"/>
            <c:bubble3D val="0"/>
            <c:spPr>
              <a:solidFill>
                <a:srgbClr val="1A3C7A"/>
              </a:solidFill>
              <a:effectLst/>
            </c:spPr>
            <c:extLst>
              <c:ext xmlns:c16="http://schemas.microsoft.com/office/drawing/2014/chart" uri="{C3380CC4-5D6E-409C-BE32-E72D297353CC}">
                <c16:uniqueId val="{00000009-4152-4FB7-B31D-6A27674BA875}"/>
              </c:ext>
            </c:extLst>
          </c:dPt>
          <c:dLbls>
            <c:dLbl>
              <c:idx val="0"/>
              <c:numFmt formatCode="0%" sourceLinked="0"/>
              <c:spPr/>
              <c:txPr>
                <a:bodyPr/>
                <a:lstStyle/>
                <a:p>
                  <a:pPr>
                    <a:defRPr sz="8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4152-4FB7-B31D-6A27674BA875}"/>
                </c:ext>
              </c:extLst>
            </c:dLbl>
            <c:dLbl>
              <c:idx val="1"/>
              <c:numFmt formatCode="0%" sourceLinked="0"/>
              <c:spPr/>
              <c:txPr>
                <a:bodyPr/>
                <a:lstStyle/>
                <a:p>
                  <a:pPr>
                    <a:defRPr sz="8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4152-4FB7-B31D-6A27674BA875}"/>
                </c:ext>
              </c:extLst>
            </c:dLbl>
            <c:dLbl>
              <c:idx val="2"/>
              <c:numFmt formatCode="0%" sourceLinked="0"/>
              <c:spPr/>
              <c:txPr>
                <a:bodyPr/>
                <a:lstStyle/>
                <a:p>
                  <a:pPr>
                    <a:defRPr sz="8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4152-4FB7-B31D-6A27674BA875}"/>
                </c:ext>
              </c:extLst>
            </c:dLbl>
            <c:dLbl>
              <c:idx val="3"/>
              <c:numFmt formatCode="0%" sourceLinked="0"/>
              <c:spPr/>
              <c:txPr>
                <a:bodyPr/>
                <a:lstStyle/>
                <a:p>
                  <a:pPr>
                    <a:defRPr sz="8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4152-4FB7-B31D-6A27674BA875}"/>
                </c:ext>
              </c:extLst>
            </c:dLbl>
            <c:dLbl>
              <c:idx val="4"/>
              <c:numFmt formatCode="0%" sourceLinked="0"/>
              <c:spPr/>
              <c:txPr>
                <a:bodyPr/>
                <a:lstStyle/>
                <a:p>
                  <a:pPr>
                    <a:defRPr sz="800" b="0" i="0" u="none" strike="noStrike">
                      <a:solidFill>
                        <a:schemeClr val="bg1"/>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4152-4FB7-B31D-6A27674BA875}"/>
                </c:ext>
              </c:extLst>
            </c:dLbl>
            <c:numFmt formatCode="0%" sourceLinked="0"/>
            <c:spPr>
              <a:noFill/>
              <a:ln>
                <a:noFill/>
              </a:ln>
              <a:effectLst/>
            </c:spPr>
            <c:txPr>
              <a:bodyPr/>
              <a:lstStyle/>
              <a:p>
                <a:pPr>
                  <a:defRPr sz="1800" b="0" i="0" u="none" strike="noStrike">
                    <a:solidFill>
                      <a:schemeClr val="bg1"/>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3 products</c:v>
                </c:pt>
                <c:pt idx="1">
                  <c:v>2 products</c:v>
                </c:pt>
                <c:pt idx="2">
                  <c:v>1 product</c:v>
                </c:pt>
                <c:pt idx="3">
                  <c:v>5 products</c:v>
                </c:pt>
                <c:pt idx="4">
                  <c:v>4 products</c:v>
                </c:pt>
              </c:strCache>
            </c:strRef>
          </c:cat>
          <c:val>
            <c:numRef>
              <c:f>Sheet1!$B$2:$B$6</c:f>
              <c:numCache>
                <c:formatCode>General</c:formatCode>
                <c:ptCount val="5"/>
                <c:pt idx="0">
                  <c:v>20.04</c:v>
                </c:pt>
                <c:pt idx="1">
                  <c:v>19.97</c:v>
                </c:pt>
                <c:pt idx="2">
                  <c:v>19.98</c:v>
                </c:pt>
                <c:pt idx="3">
                  <c:v>20.010000000000002</c:v>
                </c:pt>
                <c:pt idx="4">
                  <c:v>20</c:v>
                </c:pt>
              </c:numCache>
            </c:numRef>
          </c:val>
          <c:extLst>
            <c:ext xmlns:c16="http://schemas.microsoft.com/office/drawing/2014/chart" uri="{C3380CC4-5D6E-409C-BE32-E72D297353CC}">
              <c16:uniqueId val="{0000000A-4152-4FB7-B31D-6A27674BA875}"/>
            </c:ext>
          </c:extLst>
        </c:ser>
        <c:dLbls>
          <c:showLegendKey val="0"/>
          <c:showVal val="0"/>
          <c:showCatName val="0"/>
          <c:showSerName val="0"/>
          <c:showPercent val="0"/>
          <c:showBubbleSize val="0"/>
          <c:showLeaderLines val="0"/>
        </c:dLbls>
        <c:firstSliceAng val="0"/>
        <c:holeSize val="55"/>
      </c:doughnutChart>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028255A1-989B-6943-A27A-1FBD0413D4A5}" type="datetimeFigureOut">
              <a:rPr lang="en-US" smtClean="0"/>
              <a:t>5/12/2026</a:t>
            </a:fld>
            <a:endParaRPr lang="en-US" dirty="0"/>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935C3FCA-6314-8F4D-AE0F-A13C4FBDDD7E}"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967DD801-C50E-3941-88AE-2805A8373381}" type="datetimeFigureOut">
              <a:rPr lang="en-US" smtClean="0"/>
              <a:t>5/12/2026</a:t>
            </a:fld>
            <a:endParaRPr lang="en-US"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74DFB1B-604A-654A-B4FF-ECE7AF17C730}" type="slidenum">
              <a:rPr lang="en-US" smtClean="0"/>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74DFB1B-604A-654A-B4FF-ECE7AF17C730}" type="slidenum">
              <a:rPr lang="en-US" smtClean="0"/>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9A134-6543-5D27-76FD-5D2DAD951C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9EB14-AD01-D3D1-895B-60D36E9C9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D22272-F1CA-7143-033F-164BA6CB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140E98-BBEF-21EE-294B-D7A3BFD00ECC}"/>
              </a:ext>
            </a:extLst>
          </p:cNvPr>
          <p:cNvSpPr>
            <a:spLocks noGrp="1"/>
          </p:cNvSpPr>
          <p:nvPr>
            <p:ph type="sldNum" sz="quarter" idx="5"/>
          </p:nvPr>
        </p:nvSpPr>
        <p:spPr/>
        <p:txBody>
          <a:bodyPr/>
          <a:lstStyle/>
          <a:p>
            <a:fld id="{774DFB1B-604A-654A-B4FF-ECE7AF17C730}" type="slidenum">
              <a:rPr lang="en-US" smtClean="0"/>
              <a:t>2</a:t>
            </a:fld>
            <a:endParaRPr lang="en-US" dirty="0"/>
          </a:p>
        </p:txBody>
      </p:sp>
    </p:spTree>
    <p:extLst>
      <p:ext uri="{BB962C8B-B14F-4D97-AF65-F5344CB8AC3E}">
        <p14:creationId xmlns:p14="http://schemas.microsoft.com/office/powerpoint/2010/main" val="2554262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774DFB1B-604A-654A-B4FF-ECE7AF17C730}" type="slidenum">
              <a:rPr lang="en-US" smtClean="0"/>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35C7-AE56-46A2-1974-1811F5FCB1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26750-D7F6-5F00-8B21-A42044EBF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80A85F-6A80-D08C-E504-356C3060F5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28A5EA1-3030-D788-AD97-30CD1F1753DA}"/>
              </a:ext>
            </a:extLst>
          </p:cNvPr>
          <p:cNvSpPr>
            <a:spLocks noGrp="1"/>
          </p:cNvSpPr>
          <p:nvPr>
            <p:ph type="sldNum" sz="quarter" idx="5"/>
          </p:nvPr>
        </p:nvSpPr>
        <p:spPr/>
        <p:txBody>
          <a:bodyPr/>
          <a:lstStyle/>
          <a:p>
            <a:fld id="{774DFB1B-604A-654A-B4FF-ECE7AF17C730}" type="slidenum">
              <a:rPr lang="en-US" smtClean="0"/>
              <a:t>4</a:t>
            </a:fld>
            <a:endParaRPr lang="en-US" dirty="0"/>
          </a:p>
        </p:txBody>
      </p:sp>
    </p:spTree>
    <p:extLst>
      <p:ext uri="{BB962C8B-B14F-4D97-AF65-F5344CB8AC3E}">
        <p14:creationId xmlns:p14="http://schemas.microsoft.com/office/powerpoint/2010/main" val="3388256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774DFB1B-604A-654A-B4FF-ECE7AF17C730}" type="slidenum">
              <a:rPr lang="en-US" smtClean="0"/>
              <a:t>5</a:t>
            </a:fld>
            <a:endParaRPr lang="en-US" dirty="0"/>
          </a:p>
        </p:txBody>
      </p:sp>
    </p:spTree>
    <p:extLst>
      <p:ext uri="{BB962C8B-B14F-4D97-AF65-F5344CB8AC3E}">
        <p14:creationId xmlns:p14="http://schemas.microsoft.com/office/powerpoint/2010/main" val="3186613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06BD5-4B53-5C17-9292-D781F8FCEE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0E191-8506-13B5-4BA6-9CEF4C844A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4D3BF-1F81-0919-D8D4-D1BBD091C2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A2AB48-FCB9-F9CA-6D68-C6A8DDE3F6DD}"/>
              </a:ext>
            </a:extLst>
          </p:cNvPr>
          <p:cNvSpPr>
            <a:spLocks noGrp="1"/>
          </p:cNvSpPr>
          <p:nvPr>
            <p:ph type="sldNum" sz="quarter" idx="5"/>
          </p:nvPr>
        </p:nvSpPr>
        <p:spPr/>
        <p:txBody>
          <a:bodyPr/>
          <a:lstStyle/>
          <a:p>
            <a:fld id="{774DFB1B-604A-654A-B4FF-ECE7AF17C730}" type="slidenum">
              <a:rPr lang="en-US" smtClean="0"/>
              <a:t>6</a:t>
            </a:fld>
            <a:endParaRPr lang="en-US" dirty="0"/>
          </a:p>
        </p:txBody>
      </p:sp>
    </p:spTree>
    <p:extLst>
      <p:ext uri="{BB962C8B-B14F-4D97-AF65-F5344CB8AC3E}">
        <p14:creationId xmlns:p14="http://schemas.microsoft.com/office/powerpoint/2010/main" val="416292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FA118-C463-FAE6-DD82-1DB0DC4E6D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449105-6253-0F8E-D77B-15C57DE9D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B7263-E999-C847-BBB7-28262CDA480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70E98-598D-9642-8145-D582A3780C4A}"/>
              </a:ext>
            </a:extLst>
          </p:cNvPr>
          <p:cNvSpPr>
            <a:spLocks noGrp="1"/>
          </p:cNvSpPr>
          <p:nvPr>
            <p:ph type="sldNum" sz="quarter" idx="5"/>
          </p:nvPr>
        </p:nvSpPr>
        <p:spPr/>
        <p:txBody>
          <a:bodyPr/>
          <a:lstStyle/>
          <a:p>
            <a:fld id="{774DFB1B-604A-654A-B4FF-ECE7AF17C730}" type="slidenum">
              <a:rPr lang="en-US" smtClean="0"/>
              <a:t>16</a:t>
            </a:fld>
            <a:endParaRPr lang="en-US" dirty="0"/>
          </a:p>
        </p:txBody>
      </p:sp>
    </p:spTree>
    <p:extLst>
      <p:ext uri="{BB962C8B-B14F-4D97-AF65-F5344CB8AC3E}">
        <p14:creationId xmlns:p14="http://schemas.microsoft.com/office/powerpoint/2010/main" val="16236986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jmangroup.com/"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_1">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2"/>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10" name="Graphic 9"/>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1" name="TextBox 10"/>
          <p:cNvSpPr txBox="1"/>
          <p:nvPr userDrawn="1"/>
        </p:nvSpPr>
        <p:spPr>
          <a:xfrm>
            <a:off x="383907"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accent4"/>
                </a:solidFill>
                <a:latin typeface="Arial" panose="020B0604020202020204" pitchFamily="34" charset="0"/>
                <a:cs typeface="Arial" panose="020B0604020202020204" pitchFamily="34" charset="0"/>
                <a:hlinkClick r:id="rId4"/>
              </a:rPr>
              <a:t>jmangroup.com</a:t>
            </a:r>
            <a:endParaRPr lang="en-GB" sz="800" spc="55" dirty="0">
              <a:solidFill>
                <a:schemeClr val="accent4"/>
              </a:solidFill>
              <a:latin typeface="Arial" panose="020B0604020202020204" pitchFamily="34" charset="0"/>
              <a:cs typeface="Arial" panose="020B0604020202020204" pitchFamily="34" charset="0"/>
            </a:endParaRPr>
          </a:p>
        </p:txBody>
      </p:sp>
      <p:sp>
        <p:nvSpPr>
          <p:cNvPr id="7"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2"/>
                </a:solidFill>
              </a:defRPr>
            </a:lvl1pPr>
          </a:lstStyle>
          <a:p>
            <a:fld id="{63FF4F9B-344A-49F0-823F-B16F7B337E2A}" type="datetime4">
              <a:rPr lang="en-GB" smtClean="0"/>
              <a:t>12 May 2026</a:t>
            </a:fld>
            <a:endParaRPr lang="en-GB"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_2">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1" name="TextBox 10"/>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3"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C4FC070C-0C1A-4A7C-A551-7B5182511A7F}"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7" name="Picture 6"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5" name="Group 44"/>
          <p:cNvGrpSpPr/>
          <p:nvPr userDrawn="1"/>
        </p:nvGrpSpPr>
        <p:grpSpPr>
          <a:xfrm>
            <a:off x="8227477" y="5847136"/>
            <a:ext cx="2772644" cy="631029"/>
            <a:chOff x="4757737" y="3124200"/>
            <a:chExt cx="2678906" cy="609695"/>
          </a:xfrm>
        </p:grpSpPr>
        <p:sp>
          <p:nvSpPr>
            <p:cNvPr id="78" name="Freeform: Shape 77"/>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81" name="Freeform: Shape 8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91" name="Freeform: Shape 90"/>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92" name="Freeform: Shape 91"/>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93" name="Graphic 3"/>
            <p:cNvGrpSpPr/>
            <p:nvPr/>
          </p:nvGrpSpPr>
          <p:grpSpPr>
            <a:xfrm>
              <a:off x="4876799" y="3243548"/>
              <a:ext cx="184499" cy="184594"/>
              <a:chOff x="4876799" y="3243548"/>
              <a:chExt cx="184499" cy="184594"/>
            </a:xfrm>
          </p:grpSpPr>
          <p:sp>
            <p:nvSpPr>
              <p:cNvPr id="162" name="Freeform: Shape 161"/>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163" name="Graphic 3"/>
              <p:cNvGrpSpPr/>
              <p:nvPr/>
            </p:nvGrpSpPr>
            <p:grpSpPr>
              <a:xfrm>
                <a:off x="4897849" y="3268503"/>
                <a:ext cx="147827" cy="84677"/>
                <a:chOff x="4897849" y="3268503"/>
                <a:chExt cx="147827" cy="84677"/>
              </a:xfrm>
              <a:solidFill>
                <a:srgbClr val="333333"/>
              </a:solidFill>
            </p:grpSpPr>
            <p:sp>
              <p:nvSpPr>
                <p:cNvPr id="164" name="Freeform: Shape 163"/>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165" name="Freeform: Shape 164"/>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94" name="Graphic 3"/>
            <p:cNvGrpSpPr/>
            <p:nvPr/>
          </p:nvGrpSpPr>
          <p:grpSpPr>
            <a:xfrm>
              <a:off x="5095398" y="3268313"/>
              <a:ext cx="422052" cy="54768"/>
              <a:chOff x="5095398" y="3268313"/>
              <a:chExt cx="422052" cy="54768"/>
            </a:xfrm>
            <a:solidFill>
              <a:srgbClr val="333333"/>
            </a:solidFill>
          </p:grpSpPr>
          <p:sp>
            <p:nvSpPr>
              <p:cNvPr id="153" name="Freeform: Shape 152"/>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154" name="Freeform: Shape 153"/>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55" name="Freeform: Shape 154"/>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156" name="Freeform: Shape 155"/>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157" name="Freeform: Shape 156"/>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158" name="Freeform: Shape 157"/>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159" name="Freeform: Shape 158"/>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60" name="Freeform: Shape 159"/>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161" name="Freeform: Shape 160"/>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95" name="Graphic 3"/>
            <p:cNvGrpSpPr/>
            <p:nvPr/>
          </p:nvGrpSpPr>
          <p:grpSpPr>
            <a:xfrm>
              <a:off x="5095398" y="3348608"/>
              <a:ext cx="237172" cy="54864"/>
              <a:chOff x="5095398" y="3348608"/>
              <a:chExt cx="237172" cy="54864"/>
            </a:xfrm>
            <a:solidFill>
              <a:srgbClr val="333333"/>
            </a:solidFill>
          </p:grpSpPr>
          <p:sp>
            <p:nvSpPr>
              <p:cNvPr id="148" name="Freeform: Shape 147"/>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149" name="Freeform: Shape 148"/>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150" name="Freeform: Shape 149"/>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151" name="Freeform: Shape 150"/>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152" name="Freeform: Shape 151"/>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96" name="Freeform: Shape 95"/>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97" name="Freeform: Shape 96"/>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98" name="Freeform: Shape 97"/>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99" name="Freeform: Shape 98"/>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100" name="Freeform: Shape 99"/>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101" name="Freeform: Shape 100"/>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02" name="Freeform: Shape 101"/>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103" name="Freeform: Shape 102"/>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104" name="Freeform: Shape 103"/>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105" name="Freeform: Shape 104"/>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106" name="Freeform: Shape 105"/>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107" name="Freeform: Shape 106"/>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108" name="Freeform: Shape 107"/>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09" name="Freeform: Shape 108"/>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110" name="Freeform: Shape 109"/>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11" name="Freeform: Shape 110"/>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112" name="Freeform: Shape 111"/>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113" name="Freeform: Shape 112"/>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114" name="Freeform: Shape 113"/>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15" name="Freeform: Shape 114"/>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116" name="Freeform: Shape 115"/>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117" name="Freeform: Shape 116"/>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118" name="Freeform: Shape 117"/>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19" name="Freeform: Shape 118"/>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120" name="Freeform: Shape 119"/>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121" name="Freeform: Shape 120"/>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22" name="Freeform: Shape 121"/>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123" name="Freeform: Shape 122"/>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124" name="Freeform: Shape 123"/>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25" name="Freeform: Shape 124"/>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26" name="Freeform: Shape 125"/>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127" name="Freeform: Shape 126"/>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128" name="Freeform: Shape 127"/>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29" name="Freeform: Shape 128"/>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30" name="Freeform: Shape 129"/>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131" name="Freeform: Shape 130"/>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132" name="Freeform: Shape 131"/>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33" name="Freeform: Shape 132"/>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134" name="Freeform: Shape 133"/>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135" name="Freeform: Shape 134"/>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136" name="Freeform: Shape 135"/>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137" name="Freeform: Shape 136"/>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38" name="Freeform: Shape 137"/>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139" name="Freeform: Shape 138"/>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0" name="Freeform: Shape 139"/>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141" name="Freeform: Shape 140"/>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2" name="Freeform: Shape 141"/>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3" name="Freeform: Shape 142"/>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144" name="Freeform: Shape 143"/>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5" name="Freeform: Shape 144"/>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146" name="Freeform: Shape 145"/>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147" name="Freeform: Shape 146"/>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3">
    <p:bg>
      <p:bgPr>
        <a:gradFill>
          <a:gsLst>
            <a:gs pos="0">
              <a:schemeClr val="bg2"/>
            </a:gs>
            <a:gs pos="100000">
              <a:schemeClr val="accent1"/>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1"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DCDCB8D5-09BA-4706-AE19-4FD94245A50E}" type="datetime4">
              <a:rPr lang="en-GB" smtClean="0"/>
              <a:t>12 May 2026</a:t>
            </a:fld>
            <a:endParaRPr lang="en-GB" dirty="0"/>
          </a:p>
        </p:txBody>
      </p:sp>
      <p:pic>
        <p:nvPicPr>
          <p:cNvPr id="6" name="Picture 5"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7" name="Picture 6"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5" name="Freeform: Shape 4"/>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2" name="Freeform: Shape 11"/>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_4">
    <p:bg>
      <p:bgPr>
        <a:gradFill>
          <a:gsLst>
            <a:gs pos="0">
              <a:schemeClr val="bg2"/>
            </a:gs>
            <a:gs pos="100000">
              <a:schemeClr val="accent4"/>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A4CC55A1-80DF-479A-92E0-EAFBC761A0D8}"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_5">
    <p:bg>
      <p:bgPr>
        <a:gradFill>
          <a:gsLst>
            <a:gs pos="0">
              <a:schemeClr val="accent1"/>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7AF1F6EE-5D97-4D34-882D-A275F9980FBD}"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_6">
    <p:bg>
      <p:bgPr>
        <a:gradFill>
          <a:gsLst>
            <a:gs pos="0">
              <a:schemeClr val="tx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D81B7DBE-3DD4-4838-8942-75C2E1EA024D}"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7">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C3C819FC-230C-4DDF-90FD-2BD2931E47B3}"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_8">
    <p:bg>
      <p:bgPr>
        <a:gradFill>
          <a:gsLst>
            <a:gs pos="0">
              <a:schemeClr val="accent1"/>
            </a:gs>
            <a:gs pos="99000">
              <a:schemeClr val="accent4"/>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0" name="TextBox 9"/>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51E367F0-E56B-4C47-9172-1CF5ECA13C5F}" type="datetime4">
              <a:rPr lang="en-GB" smtClean="0"/>
              <a:t>12 May 2026</a:t>
            </a:fld>
            <a:endParaRPr lang="en-GB" dirty="0"/>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6" name="Picture 5"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1" name="Freeform: Shape 10"/>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9">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7" name="Picture Placeholder 6"/>
          <p:cNvSpPr>
            <a:spLocks noGrp="1"/>
          </p:cNvSpPr>
          <p:nvPr>
            <p:ph type="pic" sz="quarter" idx="10"/>
          </p:nvPr>
        </p:nvSpPr>
        <p:spPr>
          <a:xfrm>
            <a:off x="3813755" y="5"/>
            <a:ext cx="8377613" cy="6854893"/>
          </a:xfrm>
          <a:custGeom>
            <a:avLst/>
            <a:gdLst>
              <a:gd name="connsiteX0" fmla="*/ 820536 w 8377613"/>
              <a:gd name="connsiteY0" fmla="*/ 6758957 h 6854893"/>
              <a:gd name="connsiteX1" fmla="*/ 797675 w 8377613"/>
              <a:gd name="connsiteY1" fmla="*/ 6838999 h 6854893"/>
              <a:gd name="connsiteX2" fmla="*/ 779183 w 8377613"/>
              <a:gd name="connsiteY2" fmla="*/ 6838999 h 6854893"/>
              <a:gd name="connsiteX3" fmla="*/ 796978 w 8377613"/>
              <a:gd name="connsiteY3" fmla="*/ 6776815 h 6854893"/>
              <a:gd name="connsiteX4" fmla="*/ 5213067 w 8377613"/>
              <a:gd name="connsiteY4" fmla="*/ 6751421 h 6854893"/>
              <a:gd name="connsiteX5" fmla="*/ 5468657 w 8377613"/>
              <a:gd name="connsiteY5" fmla="*/ 6838998 h 6854893"/>
              <a:gd name="connsiteX6" fmla="*/ 5236688 w 8377613"/>
              <a:gd name="connsiteY6" fmla="*/ 6838998 h 6854893"/>
              <a:gd name="connsiteX7" fmla="*/ 3374160 w 8377613"/>
              <a:gd name="connsiteY7" fmla="*/ 6748192 h 6854893"/>
              <a:gd name="connsiteX8" fmla="*/ 3410446 w 8377613"/>
              <a:gd name="connsiteY8" fmla="*/ 6838999 h 6854893"/>
              <a:gd name="connsiteX9" fmla="*/ 3323814 w 8377613"/>
              <a:gd name="connsiteY9" fmla="*/ 6838999 h 6854893"/>
              <a:gd name="connsiteX10" fmla="*/ 4636849 w 8377613"/>
              <a:gd name="connsiteY10" fmla="*/ 6726535 h 6854893"/>
              <a:gd name="connsiteX11" fmla="*/ 4800931 w 8377613"/>
              <a:gd name="connsiteY11" fmla="*/ 6838999 h 6854893"/>
              <a:gd name="connsiteX12" fmla="*/ 4637102 w 8377613"/>
              <a:gd name="connsiteY12" fmla="*/ 6838999 h 6854893"/>
              <a:gd name="connsiteX13" fmla="*/ 7576834 w 8377613"/>
              <a:gd name="connsiteY13" fmla="*/ 6663020 h 6854893"/>
              <a:gd name="connsiteX14" fmla="*/ 7759218 w 8377613"/>
              <a:gd name="connsiteY14" fmla="*/ 6838998 h 6854893"/>
              <a:gd name="connsiteX15" fmla="*/ 6852176 w 8377613"/>
              <a:gd name="connsiteY15" fmla="*/ 6838998 h 6854893"/>
              <a:gd name="connsiteX16" fmla="*/ 6794358 w 8377613"/>
              <a:gd name="connsiteY16" fmla="*/ 6783209 h 6854893"/>
              <a:gd name="connsiteX17" fmla="*/ 2544314 w 8377613"/>
              <a:gd name="connsiteY17" fmla="*/ 6645290 h 6854893"/>
              <a:gd name="connsiteX18" fmla="*/ 2558689 w 8377613"/>
              <a:gd name="connsiteY18" fmla="*/ 6838998 h 6854893"/>
              <a:gd name="connsiteX19" fmla="*/ 2409679 w 8377613"/>
              <a:gd name="connsiteY19" fmla="*/ 6838998 h 6854893"/>
              <a:gd name="connsiteX20" fmla="*/ 2406196 w 8377613"/>
              <a:gd name="connsiteY20" fmla="*/ 6792011 h 6854893"/>
              <a:gd name="connsiteX21" fmla="*/ 5798468 w 8377613"/>
              <a:gd name="connsiteY21" fmla="*/ 6620847 h 6854893"/>
              <a:gd name="connsiteX22" fmla="*/ 6506345 w 8377613"/>
              <a:gd name="connsiteY22" fmla="*/ 6665110 h 6854893"/>
              <a:gd name="connsiteX23" fmla="*/ 6608429 w 8377613"/>
              <a:gd name="connsiteY23" fmla="*/ 6838998 h 6854893"/>
              <a:gd name="connsiteX24" fmla="*/ 5926453 w 8377613"/>
              <a:gd name="connsiteY24" fmla="*/ 6838998 h 6854893"/>
              <a:gd name="connsiteX25" fmla="*/ 4107873 w 8377613"/>
              <a:gd name="connsiteY25" fmla="*/ 6556763 h 6854893"/>
              <a:gd name="connsiteX26" fmla="*/ 4344909 w 8377613"/>
              <a:gd name="connsiteY26" fmla="*/ 6838998 h 6854893"/>
              <a:gd name="connsiteX27" fmla="*/ 4034350 w 8377613"/>
              <a:gd name="connsiteY27" fmla="*/ 6838998 h 6854893"/>
              <a:gd name="connsiteX28" fmla="*/ 1275228 w 8377613"/>
              <a:gd name="connsiteY28" fmla="*/ 6488942 h 6854893"/>
              <a:gd name="connsiteX29" fmla="*/ 1185429 w 8377613"/>
              <a:gd name="connsiteY29" fmla="*/ 6838998 h 6854893"/>
              <a:gd name="connsiteX30" fmla="*/ 1126788 w 8377613"/>
              <a:gd name="connsiteY30" fmla="*/ 6838998 h 6854893"/>
              <a:gd name="connsiteX31" fmla="*/ 1204618 w 8377613"/>
              <a:gd name="connsiteY31" fmla="*/ 6535485 h 6854893"/>
              <a:gd name="connsiteX32" fmla="*/ 8377613 w 8377613"/>
              <a:gd name="connsiteY32" fmla="*/ 6386674 h 6854893"/>
              <a:gd name="connsiteX33" fmla="*/ 8377613 w 8377613"/>
              <a:gd name="connsiteY33" fmla="*/ 6581333 h 6854893"/>
              <a:gd name="connsiteX34" fmla="*/ 8168758 w 8377613"/>
              <a:gd name="connsiteY34" fmla="*/ 6662387 h 6854893"/>
              <a:gd name="connsiteX35" fmla="*/ 7958194 w 8377613"/>
              <a:gd name="connsiteY35" fmla="*/ 6549480 h 6854893"/>
              <a:gd name="connsiteX36" fmla="*/ 3658881 w 8377613"/>
              <a:gd name="connsiteY36" fmla="*/ 6261736 h 6854893"/>
              <a:gd name="connsiteX37" fmla="*/ 3920297 w 8377613"/>
              <a:gd name="connsiteY37" fmla="*/ 6832919 h 6854893"/>
              <a:gd name="connsiteX38" fmla="*/ 3916877 w 8377613"/>
              <a:gd name="connsiteY38" fmla="*/ 6838998 h 6854893"/>
              <a:gd name="connsiteX39" fmla="*/ 3635006 w 8377613"/>
              <a:gd name="connsiteY39" fmla="*/ 6838998 h 6854893"/>
              <a:gd name="connsiteX40" fmla="*/ 3500688 w 8377613"/>
              <a:gd name="connsiteY40" fmla="*/ 6545491 h 6854893"/>
              <a:gd name="connsiteX41" fmla="*/ 2929726 w 8377613"/>
              <a:gd name="connsiteY41" fmla="*/ 6256860 h 6854893"/>
              <a:gd name="connsiteX42" fmla="*/ 2997550 w 8377613"/>
              <a:gd name="connsiteY42" fmla="*/ 6838998 h 6854893"/>
              <a:gd name="connsiteX43" fmla="*/ 2797878 w 8377613"/>
              <a:gd name="connsiteY43" fmla="*/ 6838998 h 6854893"/>
              <a:gd name="connsiteX44" fmla="*/ 2751965 w 8377613"/>
              <a:gd name="connsiteY44" fmla="*/ 6444553 h 6854893"/>
              <a:gd name="connsiteX45" fmla="*/ 1729921 w 8377613"/>
              <a:gd name="connsiteY45" fmla="*/ 6218929 h 6854893"/>
              <a:gd name="connsiteX46" fmla="*/ 1591423 w 8377613"/>
              <a:gd name="connsiteY46" fmla="*/ 6838999 h 6854893"/>
              <a:gd name="connsiteX47" fmla="*/ 1490479 w 8377613"/>
              <a:gd name="connsiteY47" fmla="*/ 6838999 h 6854893"/>
              <a:gd name="connsiteX48" fmla="*/ 1612195 w 8377613"/>
              <a:gd name="connsiteY48" fmla="*/ 6294158 h 6854893"/>
              <a:gd name="connsiteX49" fmla="*/ 7074899 w 8377613"/>
              <a:gd name="connsiteY49" fmla="*/ 6187710 h 6854893"/>
              <a:gd name="connsiteX50" fmla="*/ 7335619 w 8377613"/>
              <a:gd name="connsiteY50" fmla="*/ 6440500 h 6854893"/>
              <a:gd name="connsiteX51" fmla="*/ 6612797 w 8377613"/>
              <a:gd name="connsiteY51" fmla="*/ 6587348 h 6854893"/>
              <a:gd name="connsiteX52" fmla="*/ 6352014 w 8377613"/>
              <a:gd name="connsiteY52" fmla="*/ 6334622 h 6854893"/>
              <a:gd name="connsiteX53" fmla="*/ 5164749 w 8377613"/>
              <a:gd name="connsiteY53" fmla="*/ 6063342 h 6854893"/>
              <a:gd name="connsiteX54" fmla="*/ 5164749 w 8377613"/>
              <a:gd name="connsiteY54" fmla="*/ 6193726 h 6854893"/>
              <a:gd name="connsiteX55" fmla="*/ 5641416 w 8377613"/>
              <a:gd name="connsiteY55" fmla="*/ 6327023 h 6854893"/>
              <a:gd name="connsiteX56" fmla="*/ 5532049 w 8377613"/>
              <a:gd name="connsiteY56" fmla="*/ 6140027 h 6854893"/>
              <a:gd name="connsiteX57" fmla="*/ 4763251 w 8377613"/>
              <a:gd name="connsiteY57" fmla="*/ 6062708 h 6854893"/>
              <a:gd name="connsiteX58" fmla="*/ 4730701 w 8377613"/>
              <a:gd name="connsiteY58" fmla="*/ 6186190 h 6854893"/>
              <a:gd name="connsiteX59" fmla="*/ 4730764 w 8377613"/>
              <a:gd name="connsiteY59" fmla="*/ 6186190 h 6854893"/>
              <a:gd name="connsiteX60" fmla="*/ 5140304 w 8377613"/>
              <a:gd name="connsiteY60" fmla="*/ 6433344 h 6854893"/>
              <a:gd name="connsiteX61" fmla="*/ 5085272 w 8377613"/>
              <a:gd name="connsiteY61" fmla="*/ 6228491 h 6854893"/>
              <a:gd name="connsiteX62" fmla="*/ 4390441 w 8377613"/>
              <a:gd name="connsiteY62" fmla="*/ 5960250 h 6854893"/>
              <a:gd name="connsiteX63" fmla="*/ 4329520 w 8377613"/>
              <a:gd name="connsiteY63" fmla="*/ 6068914 h 6854893"/>
              <a:gd name="connsiteX64" fmla="*/ 4329520 w 8377613"/>
              <a:gd name="connsiteY64" fmla="*/ 6068978 h 6854893"/>
              <a:gd name="connsiteX65" fmla="*/ 4648375 w 8377613"/>
              <a:gd name="connsiteY65" fmla="*/ 6406938 h 6854893"/>
              <a:gd name="connsiteX66" fmla="*/ 4648248 w 8377613"/>
              <a:gd name="connsiteY66" fmla="*/ 6198982 h 6854893"/>
              <a:gd name="connsiteX67" fmla="*/ 2184613 w 8377613"/>
              <a:gd name="connsiteY67" fmla="*/ 5948851 h 6854893"/>
              <a:gd name="connsiteX68" fmla="*/ 2056944 w 8377613"/>
              <a:gd name="connsiteY68" fmla="*/ 6634397 h 6854893"/>
              <a:gd name="connsiteX69" fmla="*/ 1892166 w 8377613"/>
              <a:gd name="connsiteY69" fmla="*/ 6738376 h 6854893"/>
              <a:gd name="connsiteX70" fmla="*/ 2019835 w 8377613"/>
              <a:gd name="connsiteY70" fmla="*/ 6052829 h 6854893"/>
              <a:gd name="connsiteX71" fmla="*/ 5957547 w 8377613"/>
              <a:gd name="connsiteY71" fmla="*/ 5932577 h 6854893"/>
              <a:gd name="connsiteX72" fmla="*/ 5957484 w 8377613"/>
              <a:gd name="connsiteY72" fmla="*/ 5932641 h 6854893"/>
              <a:gd name="connsiteX73" fmla="*/ 5568335 w 8377613"/>
              <a:gd name="connsiteY73" fmla="*/ 5955944 h 6854893"/>
              <a:gd name="connsiteX74" fmla="*/ 5602722 w 8377613"/>
              <a:gd name="connsiteY74" fmla="*/ 6084429 h 6854893"/>
              <a:gd name="connsiteX75" fmla="*/ 6116753 w 8377613"/>
              <a:gd name="connsiteY75" fmla="*/ 6087405 h 6854893"/>
              <a:gd name="connsiteX76" fmla="*/ 8149696 w 8377613"/>
              <a:gd name="connsiteY76" fmla="*/ 5897559 h 6854893"/>
              <a:gd name="connsiteX77" fmla="*/ 8377612 w 8377613"/>
              <a:gd name="connsiteY77" fmla="*/ 6020851 h 6854893"/>
              <a:gd name="connsiteX78" fmla="*/ 8377612 w 8377613"/>
              <a:gd name="connsiteY78" fmla="*/ 6061632 h 6854893"/>
              <a:gd name="connsiteX79" fmla="*/ 7665050 w 8377613"/>
              <a:gd name="connsiteY79" fmla="*/ 6372426 h 6854893"/>
              <a:gd name="connsiteX80" fmla="*/ 7395401 w 8377613"/>
              <a:gd name="connsiteY80" fmla="*/ 6226591 h 6854893"/>
              <a:gd name="connsiteX81" fmla="*/ 3315201 w 8377613"/>
              <a:gd name="connsiteY81" fmla="*/ 5868430 h 6854893"/>
              <a:gd name="connsiteX82" fmla="*/ 3415893 w 8377613"/>
              <a:gd name="connsiteY82" fmla="*/ 6475645 h 6854893"/>
              <a:gd name="connsiteX83" fmla="*/ 3198362 w 8377613"/>
              <a:gd name="connsiteY83" fmla="*/ 6704308 h 6854893"/>
              <a:gd name="connsiteX84" fmla="*/ 3097671 w 8377613"/>
              <a:gd name="connsiteY84" fmla="*/ 6097094 h 6854893"/>
              <a:gd name="connsiteX85" fmla="*/ 4069814 w 8377613"/>
              <a:gd name="connsiteY85" fmla="*/ 5768568 h 6854893"/>
              <a:gd name="connsiteX86" fmla="*/ 3986158 w 8377613"/>
              <a:gd name="connsiteY86" fmla="*/ 5856019 h 6854893"/>
              <a:gd name="connsiteX87" fmla="*/ 4198179 w 8377613"/>
              <a:gd name="connsiteY87" fmla="*/ 6256987 h 6854893"/>
              <a:gd name="connsiteX88" fmla="*/ 4249854 w 8377613"/>
              <a:gd name="connsiteY88" fmla="*/ 6060049 h 6854893"/>
              <a:gd name="connsiteX89" fmla="*/ 2639306 w 8377613"/>
              <a:gd name="connsiteY89" fmla="*/ 5678837 h 6854893"/>
              <a:gd name="connsiteX90" fmla="*/ 2546657 w 8377613"/>
              <a:gd name="connsiteY90" fmla="*/ 6321894 h 6854893"/>
              <a:gd name="connsiteX91" fmla="*/ 2334763 w 8377613"/>
              <a:gd name="connsiteY91" fmla="*/ 6454494 h 6854893"/>
              <a:gd name="connsiteX92" fmla="*/ 2427411 w 8377613"/>
              <a:gd name="connsiteY92" fmla="*/ 5811438 h 6854893"/>
              <a:gd name="connsiteX93" fmla="*/ 555320 w 8377613"/>
              <a:gd name="connsiteY93" fmla="*/ 5619123 h 6854893"/>
              <a:gd name="connsiteX94" fmla="*/ 136977 w 8377613"/>
              <a:gd name="connsiteY94" fmla="*/ 6330063 h 6854893"/>
              <a:gd name="connsiteX95" fmla="*/ 110634 w 8377613"/>
              <a:gd name="connsiteY95" fmla="*/ 6341018 h 6854893"/>
              <a:gd name="connsiteX96" fmla="*/ 529039 w 8377613"/>
              <a:gd name="connsiteY96" fmla="*/ 5630078 h 6854893"/>
              <a:gd name="connsiteX97" fmla="*/ 6330040 w 8377613"/>
              <a:gd name="connsiteY97" fmla="*/ 5613741 h 6854893"/>
              <a:gd name="connsiteX98" fmla="*/ 5945262 w 8377613"/>
              <a:gd name="connsiteY98" fmla="*/ 5741465 h 6854893"/>
              <a:gd name="connsiteX99" fmla="*/ 6013710 w 8377613"/>
              <a:gd name="connsiteY99" fmla="*/ 5858790 h 6854893"/>
              <a:gd name="connsiteX100" fmla="*/ 6013655 w 8377613"/>
              <a:gd name="connsiteY100" fmla="*/ 5858805 h 6854893"/>
              <a:gd name="connsiteX101" fmla="*/ 6013719 w 8377613"/>
              <a:gd name="connsiteY101" fmla="*/ 5858805 h 6854893"/>
              <a:gd name="connsiteX102" fmla="*/ 6013710 w 8377613"/>
              <a:gd name="connsiteY102" fmla="*/ 5858790 h 6854893"/>
              <a:gd name="connsiteX103" fmla="*/ 6530852 w 8377613"/>
              <a:gd name="connsiteY103" fmla="*/ 5723418 h 6854893"/>
              <a:gd name="connsiteX104" fmla="*/ 7519966 w 8377613"/>
              <a:gd name="connsiteY104" fmla="*/ 5564348 h 6854893"/>
              <a:gd name="connsiteX105" fmla="*/ 7848636 w 8377613"/>
              <a:gd name="connsiteY105" fmla="*/ 5743175 h 6854893"/>
              <a:gd name="connsiteX106" fmla="*/ 7161278 w 8377613"/>
              <a:gd name="connsiteY106" fmla="*/ 6082466 h 6854893"/>
              <a:gd name="connsiteX107" fmla="*/ 6832608 w 8377613"/>
              <a:gd name="connsiteY107" fmla="*/ 5903702 h 6854893"/>
              <a:gd name="connsiteX108" fmla="*/ 3819669 w 8377613"/>
              <a:gd name="connsiteY108" fmla="*/ 5505710 h 6854893"/>
              <a:gd name="connsiteX109" fmla="*/ 3720182 w 8377613"/>
              <a:gd name="connsiteY109" fmla="*/ 5567324 h 6854893"/>
              <a:gd name="connsiteX110" fmla="*/ 3817326 w 8377613"/>
              <a:gd name="connsiteY110" fmla="*/ 6000841 h 6854893"/>
              <a:gd name="connsiteX111" fmla="*/ 3817390 w 8377613"/>
              <a:gd name="connsiteY111" fmla="*/ 6000778 h 6854893"/>
              <a:gd name="connsiteX112" fmla="*/ 3914344 w 8377613"/>
              <a:gd name="connsiteY112" fmla="*/ 5827396 h 6854893"/>
              <a:gd name="connsiteX113" fmla="*/ 1044842 w 8377613"/>
              <a:gd name="connsiteY113" fmla="*/ 5478797 h 6854893"/>
              <a:gd name="connsiteX114" fmla="*/ 669499 w 8377613"/>
              <a:gd name="connsiteY114" fmla="*/ 6158328 h 6854893"/>
              <a:gd name="connsiteX115" fmla="*/ 592303 w 8377613"/>
              <a:gd name="connsiteY115" fmla="*/ 6184481 h 6854893"/>
              <a:gd name="connsiteX116" fmla="*/ 967646 w 8377613"/>
              <a:gd name="connsiteY116" fmla="*/ 5504950 h 6854893"/>
              <a:gd name="connsiteX117" fmla="*/ 3093935 w 8377613"/>
              <a:gd name="connsiteY117" fmla="*/ 5408824 h 6854893"/>
              <a:gd name="connsiteX118" fmla="*/ 3036307 w 8377613"/>
              <a:gd name="connsiteY118" fmla="*/ 6009390 h 6854893"/>
              <a:gd name="connsiteX119" fmla="*/ 2777360 w 8377613"/>
              <a:gd name="connsiteY119" fmla="*/ 6170676 h 6854893"/>
              <a:gd name="connsiteX120" fmla="*/ 2834988 w 8377613"/>
              <a:gd name="connsiteY120" fmla="*/ 5570110 h 6854893"/>
              <a:gd name="connsiteX121" fmla="*/ 1534301 w 8377613"/>
              <a:gd name="connsiteY121" fmla="*/ 5338470 h 6854893"/>
              <a:gd name="connsiteX122" fmla="*/ 1202084 w 8377613"/>
              <a:gd name="connsiteY122" fmla="*/ 5986656 h 6854893"/>
              <a:gd name="connsiteX123" fmla="*/ 1074036 w 8377613"/>
              <a:gd name="connsiteY123" fmla="*/ 6028006 h 6854893"/>
              <a:gd name="connsiteX124" fmla="*/ 1406253 w 8377613"/>
              <a:gd name="connsiteY124" fmla="*/ 5379821 h 6854893"/>
              <a:gd name="connsiteX125" fmla="*/ 6620271 w 8377613"/>
              <a:gd name="connsiteY125" fmla="*/ 5199221 h 6854893"/>
              <a:gd name="connsiteX126" fmla="*/ 6267409 w 8377613"/>
              <a:gd name="connsiteY126" fmla="*/ 5428644 h 6854893"/>
              <a:gd name="connsiteX127" fmla="*/ 6367150 w 8377613"/>
              <a:gd name="connsiteY127" fmla="*/ 5525847 h 6854893"/>
              <a:gd name="connsiteX128" fmla="*/ 6850973 w 8377613"/>
              <a:gd name="connsiteY128" fmla="*/ 5253236 h 6854893"/>
              <a:gd name="connsiteX129" fmla="*/ 2023823 w 8377613"/>
              <a:gd name="connsiteY129" fmla="*/ 5198081 h 6854893"/>
              <a:gd name="connsiteX130" fmla="*/ 1734670 w 8377613"/>
              <a:gd name="connsiteY130" fmla="*/ 5814921 h 6854893"/>
              <a:gd name="connsiteX131" fmla="*/ 1555769 w 8377613"/>
              <a:gd name="connsiteY131" fmla="*/ 5871533 h 6854893"/>
              <a:gd name="connsiteX132" fmla="*/ 1844923 w 8377613"/>
              <a:gd name="connsiteY132" fmla="*/ 5254693 h 6854893"/>
              <a:gd name="connsiteX133" fmla="*/ 3652738 w 8377613"/>
              <a:gd name="connsiteY133" fmla="*/ 5193332 h 6854893"/>
              <a:gd name="connsiteX134" fmla="*/ 3545017 w 8377613"/>
              <a:gd name="connsiteY134" fmla="*/ 5226450 h 6854893"/>
              <a:gd name="connsiteX135" fmla="*/ 3527349 w 8377613"/>
              <a:gd name="connsiteY135" fmla="*/ 5661614 h 6854893"/>
              <a:gd name="connsiteX136" fmla="*/ 3660590 w 8377613"/>
              <a:gd name="connsiteY136" fmla="*/ 5521984 h 6854893"/>
              <a:gd name="connsiteX137" fmla="*/ 8377612 w 8377613"/>
              <a:gd name="connsiteY137" fmla="*/ 5103475 h 6854893"/>
              <a:gd name="connsiteX138" fmla="*/ 8377612 w 8377613"/>
              <a:gd name="connsiteY138" fmla="*/ 5417753 h 6854893"/>
              <a:gd name="connsiteX139" fmla="*/ 8161538 w 8377613"/>
              <a:gd name="connsiteY139" fmla="*/ 5587524 h 6854893"/>
              <a:gd name="connsiteX140" fmla="*/ 7852183 w 8377613"/>
              <a:gd name="connsiteY140" fmla="*/ 5516348 h 6854893"/>
              <a:gd name="connsiteX141" fmla="*/ 2513347 w 8377613"/>
              <a:gd name="connsiteY141" fmla="*/ 5057755 h 6854893"/>
              <a:gd name="connsiteX142" fmla="*/ 2267256 w 8377613"/>
              <a:gd name="connsiteY142" fmla="*/ 5643249 h 6854893"/>
              <a:gd name="connsiteX143" fmla="*/ 2037503 w 8377613"/>
              <a:gd name="connsiteY143" fmla="*/ 5715059 h 6854893"/>
              <a:gd name="connsiteX144" fmla="*/ 2283531 w 8377613"/>
              <a:gd name="connsiteY144" fmla="*/ 5129628 h 6854893"/>
              <a:gd name="connsiteX145" fmla="*/ 3002806 w 8377613"/>
              <a:gd name="connsiteY145" fmla="*/ 4917428 h 6854893"/>
              <a:gd name="connsiteX146" fmla="*/ 2799841 w 8377613"/>
              <a:gd name="connsiteY146" fmla="*/ 5471514 h 6854893"/>
              <a:gd name="connsiteX147" fmla="*/ 2519173 w 8377613"/>
              <a:gd name="connsiteY147" fmla="*/ 5558585 h 6854893"/>
              <a:gd name="connsiteX148" fmla="*/ 2722201 w 8377613"/>
              <a:gd name="connsiteY148" fmla="*/ 5004499 h 6854893"/>
              <a:gd name="connsiteX149" fmla="*/ 3575415 w 8377613"/>
              <a:gd name="connsiteY149" fmla="*/ 4855118 h 6854893"/>
              <a:gd name="connsiteX150" fmla="*/ 3467125 w 8377613"/>
              <a:gd name="connsiteY150" fmla="*/ 4859170 h 6854893"/>
              <a:gd name="connsiteX151" fmla="*/ 3342432 w 8377613"/>
              <a:gd name="connsiteY151" fmla="*/ 5266788 h 6854893"/>
              <a:gd name="connsiteX152" fmla="*/ 3500942 w 8377613"/>
              <a:gd name="connsiteY152" fmla="*/ 5168382 h 6854893"/>
              <a:gd name="connsiteX153" fmla="*/ 7802471 w 8377613"/>
              <a:gd name="connsiteY153" fmla="*/ 4830421 h 6854893"/>
              <a:gd name="connsiteX154" fmla="*/ 8179904 w 8377613"/>
              <a:gd name="connsiteY154" fmla="*/ 4918125 h 6854893"/>
              <a:gd name="connsiteX155" fmla="*/ 7578988 w 8377613"/>
              <a:gd name="connsiteY155" fmla="*/ 5437446 h 6854893"/>
              <a:gd name="connsiteX156" fmla="*/ 7201618 w 8377613"/>
              <a:gd name="connsiteY156" fmla="*/ 5349679 h 6854893"/>
              <a:gd name="connsiteX157" fmla="*/ 7048366 w 8377613"/>
              <a:gd name="connsiteY157" fmla="*/ 4703900 h 6854893"/>
              <a:gd name="connsiteX158" fmla="*/ 6802338 w 8377613"/>
              <a:gd name="connsiteY158" fmla="*/ 4712765 h 6854893"/>
              <a:gd name="connsiteX159" fmla="*/ 6802401 w 8377613"/>
              <a:gd name="connsiteY159" fmla="*/ 4712828 h 6854893"/>
              <a:gd name="connsiteX160" fmla="*/ 6508498 w 8377613"/>
              <a:gd name="connsiteY160" fmla="*/ 5033818 h 6854893"/>
              <a:gd name="connsiteX161" fmla="*/ 6634330 w 8377613"/>
              <a:gd name="connsiteY161" fmla="*/ 5102715 h 6854893"/>
              <a:gd name="connsiteX162" fmla="*/ 3486250 w 8377613"/>
              <a:gd name="connsiteY162" fmla="*/ 4491637 h 6854893"/>
              <a:gd name="connsiteX163" fmla="*/ 3268972 w 8377613"/>
              <a:gd name="connsiteY163" fmla="*/ 4845999 h 6854893"/>
              <a:gd name="connsiteX164" fmla="*/ 3269036 w 8377613"/>
              <a:gd name="connsiteY164" fmla="*/ 4846063 h 6854893"/>
              <a:gd name="connsiteX165" fmla="*/ 3440717 w 8377613"/>
              <a:gd name="connsiteY165" fmla="*/ 4793060 h 6854893"/>
              <a:gd name="connsiteX166" fmla="*/ 3587827 w 8377613"/>
              <a:gd name="connsiteY166" fmla="*/ 4515321 h 6854893"/>
              <a:gd name="connsiteX167" fmla="*/ 592683 w 8377613"/>
              <a:gd name="connsiteY167" fmla="*/ 4472450 h 6854893"/>
              <a:gd name="connsiteX168" fmla="*/ 27168 w 8377613"/>
              <a:gd name="connsiteY168" fmla="*/ 5039517 h 6854893"/>
              <a:gd name="connsiteX169" fmla="*/ 0 w 8377613"/>
              <a:gd name="connsiteY169" fmla="*/ 5043190 h 6854893"/>
              <a:gd name="connsiteX170" fmla="*/ 565516 w 8377613"/>
              <a:gd name="connsiteY170" fmla="*/ 4476123 h 6854893"/>
              <a:gd name="connsiteX171" fmla="*/ 1082269 w 8377613"/>
              <a:gd name="connsiteY171" fmla="*/ 4463774 h 6854893"/>
              <a:gd name="connsiteX172" fmla="*/ 564566 w 8377613"/>
              <a:gd name="connsiteY172" fmla="*/ 5012034 h 6854893"/>
              <a:gd name="connsiteX173" fmla="*/ 486356 w 8377613"/>
              <a:gd name="connsiteY173" fmla="*/ 5017227 h 6854893"/>
              <a:gd name="connsiteX174" fmla="*/ 1004059 w 8377613"/>
              <a:gd name="connsiteY174" fmla="*/ 4468967 h 6854893"/>
              <a:gd name="connsiteX175" fmla="*/ 1571791 w 8377613"/>
              <a:gd name="connsiteY175" fmla="*/ 4455036 h 6854893"/>
              <a:gd name="connsiteX176" fmla="*/ 1101900 w 8377613"/>
              <a:gd name="connsiteY176" fmla="*/ 4984552 h 6854893"/>
              <a:gd name="connsiteX177" fmla="*/ 972712 w 8377613"/>
              <a:gd name="connsiteY177" fmla="*/ 4991264 h 6854893"/>
              <a:gd name="connsiteX178" fmla="*/ 1442603 w 8377613"/>
              <a:gd name="connsiteY178" fmla="*/ 4461748 h 6854893"/>
              <a:gd name="connsiteX179" fmla="*/ 2061377 w 8377613"/>
              <a:gd name="connsiteY179" fmla="*/ 4446360 h 6854893"/>
              <a:gd name="connsiteX180" fmla="*/ 1639298 w 8377613"/>
              <a:gd name="connsiteY180" fmla="*/ 4957132 h 6854893"/>
              <a:gd name="connsiteX181" fmla="*/ 1459068 w 8377613"/>
              <a:gd name="connsiteY181" fmla="*/ 4965301 h 6854893"/>
              <a:gd name="connsiteX182" fmla="*/ 1881083 w 8377613"/>
              <a:gd name="connsiteY182" fmla="*/ 4454592 h 6854893"/>
              <a:gd name="connsiteX183" fmla="*/ 2550900 w 8377613"/>
              <a:gd name="connsiteY183" fmla="*/ 4437685 h 6854893"/>
              <a:gd name="connsiteX184" fmla="*/ 2176633 w 8377613"/>
              <a:gd name="connsiteY184" fmla="*/ 4929650 h 6854893"/>
              <a:gd name="connsiteX185" fmla="*/ 1945361 w 8377613"/>
              <a:gd name="connsiteY185" fmla="*/ 4939402 h 6854893"/>
              <a:gd name="connsiteX186" fmla="*/ 2319627 w 8377613"/>
              <a:gd name="connsiteY186" fmla="*/ 4447374 h 6854893"/>
              <a:gd name="connsiteX187" fmla="*/ 3040486 w 8377613"/>
              <a:gd name="connsiteY187" fmla="*/ 4428946 h 6854893"/>
              <a:gd name="connsiteX188" fmla="*/ 2714032 w 8377613"/>
              <a:gd name="connsiteY188" fmla="*/ 4902167 h 6854893"/>
              <a:gd name="connsiteX189" fmla="*/ 2431717 w 8377613"/>
              <a:gd name="connsiteY189" fmla="*/ 4913439 h 6854893"/>
              <a:gd name="connsiteX190" fmla="*/ 2758171 w 8377613"/>
              <a:gd name="connsiteY190" fmla="*/ 4440218 h 6854893"/>
              <a:gd name="connsiteX191" fmla="*/ 8377612 w 8377613"/>
              <a:gd name="connsiteY191" fmla="*/ 4361190 h 6854893"/>
              <a:gd name="connsiteX192" fmla="*/ 8377612 w 8377613"/>
              <a:gd name="connsiteY192" fmla="*/ 4683509 h 6854893"/>
              <a:gd name="connsiteX193" fmla="*/ 8123605 w 8377613"/>
              <a:gd name="connsiteY193" fmla="*/ 4693705 h 6854893"/>
              <a:gd name="connsiteX194" fmla="*/ 3595426 w 8377613"/>
              <a:gd name="connsiteY194" fmla="*/ 4148357 h 6854893"/>
              <a:gd name="connsiteX195" fmla="*/ 3305449 w 8377613"/>
              <a:gd name="connsiteY195" fmla="*/ 4428820 h 6854893"/>
              <a:gd name="connsiteX196" fmla="*/ 3478080 w 8377613"/>
              <a:gd name="connsiteY196" fmla="*/ 4422234 h 6854893"/>
              <a:gd name="connsiteX197" fmla="*/ 3683832 w 8377613"/>
              <a:gd name="connsiteY197" fmla="*/ 4196547 h 6854893"/>
              <a:gd name="connsiteX198" fmla="*/ 7101561 w 8377613"/>
              <a:gd name="connsiteY198" fmla="*/ 4109603 h 6854893"/>
              <a:gd name="connsiteX199" fmla="*/ 7101546 w 8377613"/>
              <a:gd name="connsiteY199" fmla="*/ 4109627 h 6854893"/>
              <a:gd name="connsiteX200" fmla="*/ 6856800 w 8377613"/>
              <a:gd name="connsiteY200" fmla="*/ 4184579 h 6854893"/>
              <a:gd name="connsiteX201" fmla="*/ 6646299 w 8377613"/>
              <a:gd name="connsiteY201" fmla="*/ 4579911 h 6854893"/>
              <a:gd name="connsiteX202" fmla="*/ 6790939 w 8377613"/>
              <a:gd name="connsiteY202" fmla="*/ 4613916 h 6854893"/>
              <a:gd name="connsiteX203" fmla="*/ 7101546 w 8377613"/>
              <a:gd name="connsiteY203" fmla="*/ 4109627 h 6854893"/>
              <a:gd name="connsiteX204" fmla="*/ 7101624 w 8377613"/>
              <a:gd name="connsiteY204" fmla="*/ 4109603 h 6854893"/>
              <a:gd name="connsiteX205" fmla="*/ 8294843 w 8377613"/>
              <a:gd name="connsiteY205" fmla="*/ 4016073 h 6854893"/>
              <a:gd name="connsiteX206" fmla="*/ 7828309 w 8377613"/>
              <a:gd name="connsiteY206" fmla="*/ 4689461 h 6854893"/>
              <a:gd name="connsiteX207" fmla="*/ 7425988 w 8377613"/>
              <a:gd name="connsiteY207" fmla="*/ 4704596 h 6854893"/>
              <a:gd name="connsiteX208" fmla="*/ 7892523 w 8377613"/>
              <a:gd name="connsiteY208" fmla="*/ 4031207 h 6854893"/>
              <a:gd name="connsiteX209" fmla="*/ 2932006 w 8377613"/>
              <a:gd name="connsiteY209" fmla="*/ 3914945 h 6854893"/>
              <a:gd name="connsiteX210" fmla="*/ 3197032 w 8377613"/>
              <a:gd name="connsiteY210" fmla="*/ 3975926 h 6854893"/>
              <a:gd name="connsiteX211" fmla="*/ 2776030 w 8377613"/>
              <a:gd name="connsiteY211" fmla="*/ 4341243 h 6854893"/>
              <a:gd name="connsiteX212" fmla="*/ 2511067 w 8377613"/>
              <a:gd name="connsiteY212" fmla="*/ 4280262 h 6854893"/>
              <a:gd name="connsiteX213" fmla="*/ 3782306 w 8377613"/>
              <a:gd name="connsiteY213" fmla="*/ 3851051 h 6854893"/>
              <a:gd name="connsiteX214" fmla="*/ 3782306 w 8377613"/>
              <a:gd name="connsiteY214" fmla="*/ 3851114 h 6854893"/>
              <a:gd name="connsiteX215" fmla="*/ 3443123 w 8377613"/>
              <a:gd name="connsiteY215" fmla="*/ 4043113 h 6854893"/>
              <a:gd name="connsiteX216" fmla="*/ 3605116 w 8377613"/>
              <a:gd name="connsiteY216" fmla="*/ 4080664 h 6854893"/>
              <a:gd name="connsiteX217" fmla="*/ 3852410 w 8377613"/>
              <a:gd name="connsiteY217" fmla="*/ 3919124 h 6854893"/>
              <a:gd name="connsiteX218" fmla="*/ 2522973 w 8377613"/>
              <a:gd name="connsiteY218" fmla="*/ 3810460 h 6854893"/>
              <a:gd name="connsiteX219" fmla="*/ 2740187 w 8377613"/>
              <a:gd name="connsiteY219" fmla="*/ 3859979 h 6854893"/>
              <a:gd name="connsiteX220" fmla="*/ 2270106 w 8377613"/>
              <a:gd name="connsiteY220" fmla="*/ 4230869 h 6854893"/>
              <a:gd name="connsiteX221" fmla="*/ 2052892 w 8377613"/>
              <a:gd name="connsiteY221" fmla="*/ 4181413 h 6854893"/>
              <a:gd name="connsiteX222" fmla="*/ 2113876 w 8377613"/>
              <a:gd name="connsiteY222" fmla="*/ 3706038 h 6854893"/>
              <a:gd name="connsiteX223" fmla="*/ 2283277 w 8377613"/>
              <a:gd name="connsiteY223" fmla="*/ 3743969 h 6854893"/>
              <a:gd name="connsiteX224" fmla="*/ 1764181 w 8377613"/>
              <a:gd name="connsiteY224" fmla="*/ 4120558 h 6854893"/>
              <a:gd name="connsiteX225" fmla="*/ 1594716 w 8377613"/>
              <a:gd name="connsiteY225" fmla="*/ 4082626 h 6854893"/>
              <a:gd name="connsiteX226" fmla="*/ 4029854 w 8377613"/>
              <a:gd name="connsiteY226" fmla="*/ 3616815 h 6854893"/>
              <a:gd name="connsiteX227" fmla="*/ 3667050 w 8377613"/>
              <a:gd name="connsiteY227" fmla="*/ 3712624 h 6854893"/>
              <a:gd name="connsiteX228" fmla="*/ 3808144 w 8377613"/>
              <a:gd name="connsiteY228" fmla="*/ 3789310 h 6854893"/>
              <a:gd name="connsiteX229" fmla="*/ 4078046 w 8377613"/>
              <a:gd name="connsiteY229" fmla="*/ 3699136 h 6854893"/>
              <a:gd name="connsiteX230" fmla="*/ 4029854 w 8377613"/>
              <a:gd name="connsiteY230" fmla="*/ 3616878 h 6854893"/>
              <a:gd name="connsiteX231" fmla="*/ 1704780 w 8377613"/>
              <a:gd name="connsiteY231" fmla="*/ 3601554 h 6854893"/>
              <a:gd name="connsiteX232" fmla="*/ 1826432 w 8377613"/>
              <a:gd name="connsiteY232" fmla="*/ 3628023 h 6854893"/>
              <a:gd name="connsiteX233" fmla="*/ 1258257 w 8377613"/>
              <a:gd name="connsiteY233" fmla="*/ 4010248 h 6854893"/>
              <a:gd name="connsiteX234" fmla="*/ 1136541 w 8377613"/>
              <a:gd name="connsiteY234" fmla="*/ 3983778 h 6854893"/>
              <a:gd name="connsiteX235" fmla="*/ 6998147 w 8377613"/>
              <a:gd name="connsiteY235" fmla="*/ 3509607 h 6854893"/>
              <a:gd name="connsiteX236" fmla="*/ 6772004 w 8377613"/>
              <a:gd name="connsiteY236" fmla="*/ 3649363 h 6854893"/>
              <a:gd name="connsiteX237" fmla="*/ 6664917 w 8377613"/>
              <a:gd name="connsiteY237" fmla="*/ 4095545 h 6854893"/>
              <a:gd name="connsiteX238" fmla="*/ 6819183 w 8377613"/>
              <a:gd name="connsiteY238" fmla="*/ 4090162 h 6854893"/>
              <a:gd name="connsiteX239" fmla="*/ 6998084 w 8377613"/>
              <a:gd name="connsiteY239" fmla="*/ 3509671 h 6854893"/>
              <a:gd name="connsiteX240" fmla="*/ 1295683 w 8377613"/>
              <a:gd name="connsiteY240" fmla="*/ 3497132 h 6854893"/>
              <a:gd name="connsiteX241" fmla="*/ 1369586 w 8377613"/>
              <a:gd name="connsiteY241" fmla="*/ 3512013 h 6854893"/>
              <a:gd name="connsiteX242" fmla="*/ 752268 w 8377613"/>
              <a:gd name="connsiteY242" fmla="*/ 3899873 h 6854893"/>
              <a:gd name="connsiteX243" fmla="*/ 678365 w 8377613"/>
              <a:gd name="connsiteY243" fmla="*/ 3884992 h 6854893"/>
              <a:gd name="connsiteX244" fmla="*/ 3224262 w 8377613"/>
              <a:gd name="connsiteY244" fmla="*/ 3461671 h 6854893"/>
              <a:gd name="connsiteX245" fmla="*/ 3455155 w 8377613"/>
              <a:gd name="connsiteY245" fmla="*/ 3586610 h 6854893"/>
              <a:gd name="connsiteX246" fmla="*/ 2973295 w 8377613"/>
              <a:gd name="connsiteY246" fmla="*/ 3825785 h 6854893"/>
              <a:gd name="connsiteX247" fmla="*/ 2742339 w 8377613"/>
              <a:gd name="connsiteY247" fmla="*/ 3700783 h 6854893"/>
              <a:gd name="connsiteX248" fmla="*/ 3957344 w 8377613"/>
              <a:gd name="connsiteY248" fmla="*/ 3456542 h 6854893"/>
              <a:gd name="connsiteX249" fmla="*/ 4069307 w 8377613"/>
              <a:gd name="connsiteY249" fmla="*/ 3564952 h 6854893"/>
              <a:gd name="connsiteX250" fmla="*/ 4342376 w 8377613"/>
              <a:gd name="connsiteY250" fmla="*/ 3548045 h 6854893"/>
              <a:gd name="connsiteX251" fmla="*/ 4318058 w 8377613"/>
              <a:gd name="connsiteY251" fmla="*/ 3457935 h 6854893"/>
              <a:gd name="connsiteX252" fmla="*/ 4318121 w 8377613"/>
              <a:gd name="connsiteY252" fmla="*/ 3457871 h 6854893"/>
              <a:gd name="connsiteX253" fmla="*/ 886586 w 8377613"/>
              <a:gd name="connsiteY253" fmla="*/ 3392648 h 6854893"/>
              <a:gd name="connsiteX254" fmla="*/ 912741 w 8377613"/>
              <a:gd name="connsiteY254" fmla="*/ 3396068 h 6854893"/>
              <a:gd name="connsiteX255" fmla="*/ 246345 w 8377613"/>
              <a:gd name="connsiteY255" fmla="*/ 3789563 h 6854893"/>
              <a:gd name="connsiteX256" fmla="*/ 220255 w 8377613"/>
              <a:gd name="connsiteY256" fmla="*/ 3786144 h 6854893"/>
              <a:gd name="connsiteX257" fmla="*/ 8377612 w 8377613"/>
              <a:gd name="connsiteY257" fmla="*/ 3340344 h 6854893"/>
              <a:gd name="connsiteX258" fmla="*/ 8377612 w 8377613"/>
              <a:gd name="connsiteY258" fmla="*/ 3748466 h 6854893"/>
              <a:gd name="connsiteX259" fmla="*/ 8179017 w 8377613"/>
              <a:gd name="connsiteY259" fmla="*/ 3810080 h 6854893"/>
              <a:gd name="connsiteX260" fmla="*/ 4290511 w 8377613"/>
              <a:gd name="connsiteY260" fmla="*/ 3287721 h 6854893"/>
              <a:gd name="connsiteX261" fmla="*/ 4367517 w 8377613"/>
              <a:gd name="connsiteY261" fmla="*/ 3418801 h 6854893"/>
              <a:gd name="connsiteX262" fmla="*/ 4625387 w 8377613"/>
              <a:gd name="connsiteY262" fmla="*/ 3472056 h 6854893"/>
              <a:gd name="connsiteX263" fmla="*/ 4625260 w 8377613"/>
              <a:gd name="connsiteY263" fmla="*/ 3380553 h 6854893"/>
              <a:gd name="connsiteX264" fmla="*/ 2870261 w 8377613"/>
              <a:gd name="connsiteY264" fmla="*/ 3258911 h 6854893"/>
              <a:gd name="connsiteX265" fmla="*/ 3059737 w 8377613"/>
              <a:gd name="connsiteY265" fmla="*/ 3360923 h 6854893"/>
              <a:gd name="connsiteX266" fmla="*/ 2530825 w 8377613"/>
              <a:gd name="connsiteY266" fmla="*/ 3592878 h 6854893"/>
              <a:gd name="connsiteX267" fmla="*/ 2341412 w 8377613"/>
              <a:gd name="connsiteY267" fmla="*/ 3490927 h 6854893"/>
              <a:gd name="connsiteX268" fmla="*/ 4641916 w 8377613"/>
              <a:gd name="connsiteY268" fmla="*/ 3212429 h 6854893"/>
              <a:gd name="connsiteX269" fmla="*/ 4680862 w 8377613"/>
              <a:gd name="connsiteY269" fmla="*/ 3356110 h 6854893"/>
              <a:gd name="connsiteX270" fmla="*/ 4680862 w 8377613"/>
              <a:gd name="connsiteY270" fmla="*/ 3356046 h 6854893"/>
              <a:gd name="connsiteX271" fmla="*/ 4721645 w 8377613"/>
              <a:gd name="connsiteY271" fmla="*/ 3376943 h 6854893"/>
              <a:gd name="connsiteX272" fmla="*/ 4748433 w 8377613"/>
              <a:gd name="connsiteY272" fmla="*/ 3276387 h 6854893"/>
              <a:gd name="connsiteX273" fmla="*/ 3608408 w 8377613"/>
              <a:gd name="connsiteY273" fmla="*/ 3106554 h 6854893"/>
              <a:gd name="connsiteX274" fmla="*/ 3791805 w 8377613"/>
              <a:gd name="connsiteY274" fmla="*/ 3283480 h 6854893"/>
              <a:gd name="connsiteX275" fmla="*/ 3284741 w 8377613"/>
              <a:gd name="connsiteY275" fmla="*/ 3387646 h 6854893"/>
              <a:gd name="connsiteX276" fmla="*/ 3101344 w 8377613"/>
              <a:gd name="connsiteY276" fmla="*/ 3210722 h 6854893"/>
              <a:gd name="connsiteX277" fmla="*/ 8172114 w 8377613"/>
              <a:gd name="connsiteY277" fmla="*/ 3096359 h 6854893"/>
              <a:gd name="connsiteX278" fmla="*/ 7881250 w 8377613"/>
              <a:gd name="connsiteY278" fmla="*/ 3885372 h 6854893"/>
              <a:gd name="connsiteX279" fmla="*/ 7481146 w 8377613"/>
              <a:gd name="connsiteY279" fmla="*/ 4008601 h 6854893"/>
              <a:gd name="connsiteX280" fmla="*/ 7772010 w 8377613"/>
              <a:gd name="connsiteY280" fmla="*/ 3219588 h 6854893"/>
              <a:gd name="connsiteX281" fmla="*/ 2516324 w 8377613"/>
              <a:gd name="connsiteY281" fmla="*/ 3056211 h 6854893"/>
              <a:gd name="connsiteX282" fmla="*/ 2664257 w 8377613"/>
              <a:gd name="connsiteY282" fmla="*/ 3135177 h 6854893"/>
              <a:gd name="connsiteX283" fmla="*/ 2088355 w 8377613"/>
              <a:gd name="connsiteY283" fmla="*/ 3360037 h 6854893"/>
              <a:gd name="connsiteX284" fmla="*/ 1940422 w 8377613"/>
              <a:gd name="connsiteY284" fmla="*/ 3281137 h 6854893"/>
              <a:gd name="connsiteX285" fmla="*/ 6735844 w 8377613"/>
              <a:gd name="connsiteY285" fmla="*/ 2946469 h 6854893"/>
              <a:gd name="connsiteX286" fmla="*/ 6735781 w 8377613"/>
              <a:gd name="connsiteY286" fmla="*/ 2946531 h 6854893"/>
              <a:gd name="connsiteX287" fmla="*/ 6545544 w 8377613"/>
              <a:gd name="connsiteY287" fmla="*/ 3145052 h 6854893"/>
              <a:gd name="connsiteX288" fmla="*/ 6555803 w 8377613"/>
              <a:gd name="connsiteY288" fmla="*/ 3613459 h 6854893"/>
              <a:gd name="connsiteX289" fmla="*/ 6709373 w 8377613"/>
              <a:gd name="connsiteY289" fmla="*/ 3566599 h 6854893"/>
              <a:gd name="connsiteX290" fmla="*/ 2162385 w 8377613"/>
              <a:gd name="connsiteY290" fmla="*/ 2853512 h 6854893"/>
              <a:gd name="connsiteX291" fmla="*/ 2268838 w 8377613"/>
              <a:gd name="connsiteY291" fmla="*/ 2909426 h 6854893"/>
              <a:gd name="connsiteX292" fmla="*/ 1645948 w 8377613"/>
              <a:gd name="connsiteY292" fmla="*/ 3127198 h 6854893"/>
              <a:gd name="connsiteX293" fmla="*/ 1539494 w 8377613"/>
              <a:gd name="connsiteY293" fmla="*/ 3071283 h 6854893"/>
              <a:gd name="connsiteX294" fmla="*/ 3556733 w 8377613"/>
              <a:gd name="connsiteY294" fmla="*/ 2837743 h 6854893"/>
              <a:gd name="connsiteX295" fmla="*/ 4053665 w 8377613"/>
              <a:gd name="connsiteY295" fmla="*/ 2867760 h 6854893"/>
              <a:gd name="connsiteX296" fmla="*/ 4179940 w 8377613"/>
              <a:gd name="connsiteY296" fmla="*/ 3081857 h 6854893"/>
              <a:gd name="connsiteX297" fmla="*/ 3683008 w 8377613"/>
              <a:gd name="connsiteY297" fmla="*/ 3051843 h 6854893"/>
              <a:gd name="connsiteX298" fmla="*/ 3330146 w 8377613"/>
              <a:gd name="connsiteY298" fmla="*/ 2824762 h 6854893"/>
              <a:gd name="connsiteX299" fmla="*/ 3480739 w 8377613"/>
              <a:gd name="connsiteY299" fmla="*/ 2969394 h 6854893"/>
              <a:gd name="connsiteX300" fmla="*/ 2931752 w 8377613"/>
              <a:gd name="connsiteY300" fmla="*/ 3054882 h 6854893"/>
              <a:gd name="connsiteX301" fmla="*/ 2781159 w 8377613"/>
              <a:gd name="connsiteY301" fmla="*/ 2910314 h 6854893"/>
              <a:gd name="connsiteX302" fmla="*/ 1808447 w 8377613"/>
              <a:gd name="connsiteY302" fmla="*/ 2650810 h 6854893"/>
              <a:gd name="connsiteX303" fmla="*/ 1873358 w 8377613"/>
              <a:gd name="connsiteY303" fmla="*/ 2683675 h 6854893"/>
              <a:gd name="connsiteX304" fmla="*/ 1203478 w 8377613"/>
              <a:gd name="connsiteY304" fmla="*/ 2894357 h 6854893"/>
              <a:gd name="connsiteX305" fmla="*/ 1138567 w 8377613"/>
              <a:gd name="connsiteY305" fmla="*/ 2861491 h 6854893"/>
              <a:gd name="connsiteX306" fmla="*/ 4072536 w 8377613"/>
              <a:gd name="connsiteY306" fmla="*/ 2600024 h 6854893"/>
              <a:gd name="connsiteX307" fmla="*/ 4526595 w 8377613"/>
              <a:gd name="connsiteY307" fmla="*/ 2754536 h 6854893"/>
              <a:gd name="connsiteX308" fmla="*/ 4590619 w 8377613"/>
              <a:gd name="connsiteY308" fmla="*/ 2989341 h 6854893"/>
              <a:gd name="connsiteX309" fmla="*/ 4136560 w 8377613"/>
              <a:gd name="connsiteY309" fmla="*/ 2834831 h 6854893"/>
              <a:gd name="connsiteX310" fmla="*/ 3051822 w 8377613"/>
              <a:gd name="connsiteY310" fmla="*/ 2542972 h 6854893"/>
              <a:gd name="connsiteX311" fmla="*/ 3169611 w 8377613"/>
              <a:gd name="connsiteY311" fmla="*/ 2655244 h 6854893"/>
              <a:gd name="connsiteX312" fmla="*/ 2578764 w 8377613"/>
              <a:gd name="connsiteY312" fmla="*/ 2722114 h 6854893"/>
              <a:gd name="connsiteX313" fmla="*/ 2461038 w 8377613"/>
              <a:gd name="connsiteY313" fmla="*/ 2609840 h 6854893"/>
              <a:gd name="connsiteX314" fmla="*/ 3334136 w 8377613"/>
              <a:gd name="connsiteY314" fmla="*/ 2471985 h 6854893"/>
              <a:gd name="connsiteX315" fmla="*/ 3865328 w 8377613"/>
              <a:gd name="connsiteY315" fmla="*/ 2530307 h 6854893"/>
              <a:gd name="connsiteX316" fmla="*/ 3969186 w 8377613"/>
              <a:gd name="connsiteY316" fmla="*/ 2705459 h 6854893"/>
              <a:gd name="connsiteX317" fmla="*/ 3438057 w 8377613"/>
              <a:gd name="connsiteY317" fmla="*/ 2647136 h 6854893"/>
              <a:gd name="connsiteX318" fmla="*/ 6323644 w 8377613"/>
              <a:gd name="connsiteY318" fmla="*/ 2462165 h 6854893"/>
              <a:gd name="connsiteX319" fmla="*/ 6323662 w 8377613"/>
              <a:gd name="connsiteY319" fmla="*/ 2462248 h 6854893"/>
              <a:gd name="connsiteX320" fmla="*/ 6185020 w 8377613"/>
              <a:gd name="connsiteY320" fmla="*/ 2709004 h 6854893"/>
              <a:gd name="connsiteX321" fmla="*/ 6318958 w 8377613"/>
              <a:gd name="connsiteY321" fmla="*/ 3167722 h 6854893"/>
              <a:gd name="connsiteX322" fmla="*/ 6460812 w 8377613"/>
              <a:gd name="connsiteY322" fmla="*/ 3080272 h 6854893"/>
              <a:gd name="connsiteX323" fmla="*/ 6323662 w 8377613"/>
              <a:gd name="connsiteY323" fmla="*/ 2462248 h 6854893"/>
              <a:gd name="connsiteX324" fmla="*/ 6323708 w 8377613"/>
              <a:gd name="connsiteY324" fmla="*/ 2462165 h 6854893"/>
              <a:gd name="connsiteX325" fmla="*/ 1454445 w 8377613"/>
              <a:gd name="connsiteY325" fmla="*/ 2448107 h 6854893"/>
              <a:gd name="connsiteX326" fmla="*/ 1477877 w 8377613"/>
              <a:gd name="connsiteY326" fmla="*/ 2457922 h 6854893"/>
              <a:gd name="connsiteX327" fmla="*/ 761071 w 8377613"/>
              <a:gd name="connsiteY327" fmla="*/ 2661508 h 6854893"/>
              <a:gd name="connsiteX328" fmla="*/ 737640 w 8377613"/>
              <a:gd name="connsiteY328" fmla="*/ 2651630 h 6854893"/>
              <a:gd name="connsiteX329" fmla="*/ 2773559 w 8377613"/>
              <a:gd name="connsiteY329" fmla="*/ 2261241 h 6854893"/>
              <a:gd name="connsiteX330" fmla="*/ 2858482 w 8377613"/>
              <a:gd name="connsiteY330" fmla="*/ 2341154 h 6854893"/>
              <a:gd name="connsiteX331" fmla="*/ 2225775 w 8377613"/>
              <a:gd name="connsiteY331" fmla="*/ 2389347 h 6854893"/>
              <a:gd name="connsiteX332" fmla="*/ 2140853 w 8377613"/>
              <a:gd name="connsiteY332" fmla="*/ 2309430 h 6854893"/>
              <a:gd name="connsiteX333" fmla="*/ 7806081 w 8377613"/>
              <a:gd name="connsiteY333" fmla="*/ 2223312 h 6854893"/>
              <a:gd name="connsiteX334" fmla="*/ 7722172 w 8377613"/>
              <a:gd name="connsiteY334" fmla="*/ 3078945 h 6854893"/>
              <a:gd name="connsiteX335" fmla="*/ 7352781 w 8377613"/>
              <a:gd name="connsiteY335" fmla="*/ 3308051 h 6854893"/>
              <a:gd name="connsiteX336" fmla="*/ 7436690 w 8377613"/>
              <a:gd name="connsiteY336" fmla="*/ 2452419 h 6854893"/>
              <a:gd name="connsiteX337" fmla="*/ 3956837 w 8377613"/>
              <a:gd name="connsiteY337" fmla="*/ 2197219 h 6854893"/>
              <a:gd name="connsiteX338" fmla="*/ 4435657 w 8377613"/>
              <a:gd name="connsiteY338" fmla="*/ 2387189 h 6854893"/>
              <a:gd name="connsiteX339" fmla="*/ 4488536 w 8377613"/>
              <a:gd name="connsiteY339" fmla="*/ 2579443 h 6854893"/>
              <a:gd name="connsiteX340" fmla="*/ 4009715 w 8377613"/>
              <a:gd name="connsiteY340" fmla="*/ 2389471 h 6854893"/>
              <a:gd name="connsiteX341" fmla="*/ 3111603 w 8377613"/>
              <a:gd name="connsiteY341" fmla="*/ 2106224 h 6854893"/>
              <a:gd name="connsiteX342" fmla="*/ 3676992 w 8377613"/>
              <a:gd name="connsiteY342" fmla="*/ 2192851 h 6854893"/>
              <a:gd name="connsiteX343" fmla="*/ 3758368 w 8377613"/>
              <a:gd name="connsiteY343" fmla="*/ 2329060 h 6854893"/>
              <a:gd name="connsiteX344" fmla="*/ 3192979 w 8377613"/>
              <a:gd name="connsiteY344" fmla="*/ 2242432 h 6854893"/>
              <a:gd name="connsiteX345" fmla="*/ 5781750 w 8377613"/>
              <a:gd name="connsiteY345" fmla="*/ 2095963 h 6854893"/>
              <a:gd name="connsiteX346" fmla="*/ 5707593 w 8377613"/>
              <a:gd name="connsiteY346" fmla="*/ 2376487 h 6854893"/>
              <a:gd name="connsiteX347" fmla="*/ 5963247 w 8377613"/>
              <a:gd name="connsiteY347" fmla="*/ 2792400 h 6854893"/>
              <a:gd name="connsiteX348" fmla="*/ 6082683 w 8377613"/>
              <a:gd name="connsiteY348" fmla="*/ 2668031 h 6854893"/>
              <a:gd name="connsiteX349" fmla="*/ 2495298 w 8377613"/>
              <a:gd name="connsiteY349" fmla="*/ 1979451 h 6854893"/>
              <a:gd name="connsiteX350" fmla="*/ 2547417 w 8377613"/>
              <a:gd name="connsiteY350" fmla="*/ 2027072 h 6854893"/>
              <a:gd name="connsiteX351" fmla="*/ 1872851 w 8377613"/>
              <a:gd name="connsiteY351" fmla="*/ 2056580 h 6854893"/>
              <a:gd name="connsiteX352" fmla="*/ 1820669 w 8377613"/>
              <a:gd name="connsiteY352" fmla="*/ 2008961 h 6854893"/>
              <a:gd name="connsiteX353" fmla="*/ 8377613 w 8377613"/>
              <a:gd name="connsiteY353" fmla="*/ 1857548 h 6854893"/>
              <a:gd name="connsiteX354" fmla="*/ 8377613 w 8377613"/>
              <a:gd name="connsiteY354" fmla="*/ 2230399 h 6854893"/>
              <a:gd name="connsiteX355" fmla="*/ 8303646 w 8377613"/>
              <a:gd name="connsiteY355" fmla="*/ 2736295 h 6854893"/>
              <a:gd name="connsiteX356" fmla="*/ 8001383 w 8377613"/>
              <a:gd name="connsiteY356" fmla="*/ 2924622 h 6854893"/>
              <a:gd name="connsiteX357" fmla="*/ 8135321 w 8377613"/>
              <a:gd name="connsiteY357" fmla="*/ 2008513 h 6854893"/>
              <a:gd name="connsiteX358" fmla="*/ 3841137 w 8377613"/>
              <a:gd name="connsiteY358" fmla="*/ 1794411 h 6854893"/>
              <a:gd name="connsiteX359" fmla="*/ 4344718 w 8377613"/>
              <a:gd name="connsiteY359" fmla="*/ 2019845 h 6854893"/>
              <a:gd name="connsiteX360" fmla="*/ 4386451 w 8377613"/>
              <a:gd name="connsiteY360" fmla="*/ 2169480 h 6854893"/>
              <a:gd name="connsiteX361" fmla="*/ 3882870 w 8377613"/>
              <a:gd name="connsiteY361" fmla="*/ 1944046 h 6854893"/>
              <a:gd name="connsiteX362" fmla="*/ 2889006 w 8377613"/>
              <a:gd name="connsiteY362" fmla="*/ 1740524 h 6854893"/>
              <a:gd name="connsiteX363" fmla="*/ 3488655 w 8377613"/>
              <a:gd name="connsiteY363" fmla="*/ 1855394 h 6854893"/>
              <a:gd name="connsiteX364" fmla="*/ 3547613 w 8377613"/>
              <a:gd name="connsiteY364" fmla="*/ 1952660 h 6854893"/>
              <a:gd name="connsiteX365" fmla="*/ 2947964 w 8377613"/>
              <a:gd name="connsiteY365" fmla="*/ 1837790 h 6854893"/>
              <a:gd name="connsiteX366" fmla="*/ 2216973 w 8377613"/>
              <a:gd name="connsiteY366" fmla="*/ 1697653 h 6854893"/>
              <a:gd name="connsiteX367" fmla="*/ 2236289 w 8377613"/>
              <a:gd name="connsiteY367" fmla="*/ 1712914 h 6854893"/>
              <a:gd name="connsiteX368" fmla="*/ 1519863 w 8377613"/>
              <a:gd name="connsiteY368" fmla="*/ 1723806 h 6854893"/>
              <a:gd name="connsiteX369" fmla="*/ 1500548 w 8377613"/>
              <a:gd name="connsiteY369" fmla="*/ 1708545 h 6854893"/>
              <a:gd name="connsiteX370" fmla="*/ 4596319 w 8377613"/>
              <a:gd name="connsiteY370" fmla="*/ 1684169 h 6854893"/>
              <a:gd name="connsiteX371" fmla="*/ 5007949 w 8377613"/>
              <a:gd name="connsiteY371" fmla="*/ 2025486 h 6854893"/>
              <a:gd name="connsiteX372" fmla="*/ 5009468 w 8377613"/>
              <a:gd name="connsiteY372" fmla="*/ 2177779 h 6854893"/>
              <a:gd name="connsiteX373" fmla="*/ 4597839 w 8377613"/>
              <a:gd name="connsiteY373" fmla="*/ 1836527 h 6854893"/>
              <a:gd name="connsiteX374" fmla="*/ 7207825 w 8377613"/>
              <a:gd name="connsiteY374" fmla="*/ 1461648 h 6854893"/>
              <a:gd name="connsiteX375" fmla="*/ 7349425 w 8377613"/>
              <a:gd name="connsiteY375" fmla="*/ 2327223 h 6854893"/>
              <a:gd name="connsiteX376" fmla="*/ 7038867 w 8377613"/>
              <a:gd name="connsiteY376" fmla="*/ 2652392 h 6854893"/>
              <a:gd name="connsiteX377" fmla="*/ 6897266 w 8377613"/>
              <a:gd name="connsiteY377" fmla="*/ 1786755 h 6854893"/>
              <a:gd name="connsiteX378" fmla="*/ 3725438 w 8377613"/>
              <a:gd name="connsiteY378" fmla="*/ 1391544 h 6854893"/>
              <a:gd name="connsiteX379" fmla="*/ 4253780 w 8377613"/>
              <a:gd name="connsiteY379" fmla="*/ 1652503 h 6854893"/>
              <a:gd name="connsiteX380" fmla="*/ 4284367 w 8377613"/>
              <a:gd name="connsiteY380" fmla="*/ 1759584 h 6854893"/>
              <a:gd name="connsiteX381" fmla="*/ 3756025 w 8377613"/>
              <a:gd name="connsiteY381" fmla="*/ 1498625 h 6854893"/>
              <a:gd name="connsiteX382" fmla="*/ 2666409 w 8377613"/>
              <a:gd name="connsiteY382" fmla="*/ 1374763 h 6854893"/>
              <a:gd name="connsiteX383" fmla="*/ 3300319 w 8377613"/>
              <a:gd name="connsiteY383" fmla="*/ 1517939 h 6854893"/>
              <a:gd name="connsiteX384" fmla="*/ 3336859 w 8377613"/>
              <a:gd name="connsiteY384" fmla="*/ 1576260 h 6854893"/>
              <a:gd name="connsiteX385" fmla="*/ 2702949 w 8377613"/>
              <a:gd name="connsiteY385" fmla="*/ 1433084 h 6854893"/>
              <a:gd name="connsiteX386" fmla="*/ 5247201 w 8377613"/>
              <a:gd name="connsiteY386" fmla="*/ 1300358 h 6854893"/>
              <a:gd name="connsiteX387" fmla="*/ 5828549 w 8377613"/>
              <a:gd name="connsiteY387" fmla="*/ 1919225 h 6854893"/>
              <a:gd name="connsiteX388" fmla="*/ 5826649 w 8377613"/>
              <a:gd name="connsiteY388" fmla="*/ 1926508 h 6854893"/>
              <a:gd name="connsiteX389" fmla="*/ 6025244 w 8377613"/>
              <a:gd name="connsiteY389" fmla="*/ 1573096 h 6854893"/>
              <a:gd name="connsiteX390" fmla="*/ 6411163 w 8377613"/>
              <a:gd name="connsiteY390" fmla="*/ 2306640 h 6854893"/>
              <a:gd name="connsiteX391" fmla="*/ 6407553 w 8377613"/>
              <a:gd name="connsiteY391" fmla="*/ 2313037 h 6854893"/>
              <a:gd name="connsiteX392" fmla="*/ 6679925 w 8377613"/>
              <a:gd name="connsiteY392" fmla="*/ 2028776 h 6854893"/>
              <a:gd name="connsiteX393" fmla="*/ 6855786 w 8377613"/>
              <a:gd name="connsiteY393" fmla="*/ 2821403 h 6854893"/>
              <a:gd name="connsiteX394" fmla="*/ 6850847 w 8377613"/>
              <a:gd name="connsiteY394" fmla="*/ 2826532 h 6854893"/>
              <a:gd name="connsiteX395" fmla="*/ 7174578 w 8377613"/>
              <a:gd name="connsiteY395" fmla="*/ 2626427 h 6854893"/>
              <a:gd name="connsiteX396" fmla="*/ 7140634 w 8377613"/>
              <a:gd name="connsiteY396" fmla="*/ 3421650 h 6854893"/>
              <a:gd name="connsiteX397" fmla="*/ 7134808 w 8377613"/>
              <a:gd name="connsiteY397" fmla="*/ 3425260 h 6854893"/>
              <a:gd name="connsiteX398" fmla="*/ 7485263 w 8377613"/>
              <a:gd name="connsiteY398" fmla="*/ 3317926 h 6854893"/>
              <a:gd name="connsiteX399" fmla="*/ 7255827 w 8377613"/>
              <a:gd name="connsiteY399" fmla="*/ 4062363 h 6854893"/>
              <a:gd name="connsiteX400" fmla="*/ 7249494 w 8377613"/>
              <a:gd name="connsiteY400" fmla="*/ 4064326 h 6854893"/>
              <a:gd name="connsiteX401" fmla="*/ 7601723 w 8377613"/>
              <a:gd name="connsiteY401" fmla="*/ 4051598 h 6854893"/>
              <a:gd name="connsiteX402" fmla="*/ 7203392 w 8377613"/>
              <a:gd name="connsiteY402" fmla="*/ 4698391 h 6854893"/>
              <a:gd name="connsiteX403" fmla="*/ 7197059 w 8377613"/>
              <a:gd name="connsiteY403" fmla="*/ 4698644 h 6854893"/>
              <a:gd name="connsiteX404" fmla="*/ 7527376 w 8377613"/>
              <a:gd name="connsiteY404" fmla="*/ 4775963 h 6854893"/>
              <a:gd name="connsiteX405" fmla="*/ 6996437 w 8377613"/>
              <a:gd name="connsiteY405" fmla="*/ 5287368 h 6854893"/>
              <a:gd name="connsiteX406" fmla="*/ 6990484 w 8377613"/>
              <a:gd name="connsiteY406" fmla="*/ 5285975 h 6854893"/>
              <a:gd name="connsiteX407" fmla="*/ 7277992 w 8377613"/>
              <a:gd name="connsiteY407" fmla="*/ 5443019 h 6854893"/>
              <a:gd name="connsiteX408" fmla="*/ 6657571 w 8377613"/>
              <a:gd name="connsiteY408" fmla="*/ 5792568 h 6854893"/>
              <a:gd name="connsiteX409" fmla="*/ 6652378 w 8377613"/>
              <a:gd name="connsiteY409" fmla="*/ 5789718 h 6854893"/>
              <a:gd name="connsiteX410" fmla="*/ 6880357 w 8377613"/>
              <a:gd name="connsiteY410" fmla="*/ 6011353 h 6854893"/>
              <a:gd name="connsiteX411" fmla="*/ 6217127 w 8377613"/>
              <a:gd name="connsiteY411" fmla="*/ 6184987 h 6854893"/>
              <a:gd name="connsiteX412" fmla="*/ 6213011 w 8377613"/>
              <a:gd name="connsiteY412" fmla="*/ 6180998 h 6854893"/>
              <a:gd name="connsiteX413" fmla="*/ 6369557 w 8377613"/>
              <a:gd name="connsiteY413" fmla="*/ 6448732 h 6854893"/>
              <a:gd name="connsiteX414" fmla="*/ 5710379 w 8377613"/>
              <a:gd name="connsiteY414" fmla="*/ 6444869 h 6854893"/>
              <a:gd name="connsiteX415" fmla="*/ 5710443 w 8377613"/>
              <a:gd name="connsiteY415" fmla="*/ 6444996 h 6854893"/>
              <a:gd name="connsiteX416" fmla="*/ 5707593 w 8377613"/>
              <a:gd name="connsiteY416" fmla="*/ 6440120 h 6854893"/>
              <a:gd name="connsiteX417" fmla="*/ 5786372 w 8377613"/>
              <a:gd name="connsiteY417" fmla="*/ 6733437 h 6854893"/>
              <a:gd name="connsiteX418" fmla="*/ 5175071 w 8377613"/>
              <a:gd name="connsiteY418" fmla="*/ 6562525 h 6854893"/>
              <a:gd name="connsiteX419" fmla="*/ 5173615 w 8377613"/>
              <a:gd name="connsiteY419" fmla="*/ 6557206 h 6854893"/>
              <a:gd name="connsiteX420" fmla="*/ 5173804 w 8377613"/>
              <a:gd name="connsiteY420" fmla="*/ 6839062 h 6854893"/>
              <a:gd name="connsiteX421" fmla="*/ 5173804 w 8377613"/>
              <a:gd name="connsiteY421" fmla="*/ 6854893 h 6854893"/>
              <a:gd name="connsiteX422" fmla="*/ 5147524 w 8377613"/>
              <a:gd name="connsiteY422" fmla="*/ 6839062 h 6854893"/>
              <a:gd name="connsiteX423" fmla="*/ 4648565 w 8377613"/>
              <a:gd name="connsiteY423" fmla="*/ 6537956 h 6854893"/>
              <a:gd name="connsiteX424" fmla="*/ 4648565 w 8377613"/>
              <a:gd name="connsiteY424" fmla="*/ 6532573 h 6854893"/>
              <a:gd name="connsiteX425" fmla="*/ 4574662 w 8377613"/>
              <a:gd name="connsiteY425" fmla="*/ 6814556 h 6854893"/>
              <a:gd name="connsiteX426" fmla="*/ 4165755 w 8377613"/>
              <a:gd name="connsiteY426" fmla="*/ 6381165 h 6854893"/>
              <a:gd name="connsiteX427" fmla="*/ 4167085 w 8377613"/>
              <a:gd name="connsiteY427" fmla="*/ 6376100 h 6854893"/>
              <a:gd name="connsiteX428" fmla="*/ 4028208 w 8377613"/>
              <a:gd name="connsiteY428" fmla="*/ 6624393 h 6854893"/>
              <a:gd name="connsiteX429" fmla="*/ 3756279 w 8377613"/>
              <a:gd name="connsiteY429" fmla="*/ 6110201 h 6854893"/>
              <a:gd name="connsiteX430" fmla="*/ 3758812 w 8377613"/>
              <a:gd name="connsiteY430" fmla="*/ 6105706 h 6854893"/>
              <a:gd name="connsiteX431" fmla="*/ 3568069 w 8377613"/>
              <a:gd name="connsiteY431" fmla="*/ 6305620 h 6854893"/>
              <a:gd name="connsiteX432" fmla="*/ 3443440 w 8377613"/>
              <a:gd name="connsiteY432" fmla="*/ 5749697 h 6854893"/>
              <a:gd name="connsiteX433" fmla="*/ 3446860 w 8377613"/>
              <a:gd name="connsiteY433" fmla="*/ 5746088 h 6854893"/>
              <a:gd name="connsiteX434" fmla="*/ 3219957 w 8377613"/>
              <a:gd name="connsiteY434" fmla="*/ 5886984 h 6854893"/>
              <a:gd name="connsiteX435" fmla="*/ 3242565 w 8377613"/>
              <a:gd name="connsiteY435" fmla="*/ 5328909 h 6854893"/>
              <a:gd name="connsiteX436" fmla="*/ 3246681 w 8377613"/>
              <a:gd name="connsiteY436" fmla="*/ 5326376 h 6854893"/>
              <a:gd name="connsiteX437" fmla="*/ 3000906 w 8377613"/>
              <a:gd name="connsiteY437" fmla="*/ 5402238 h 6854893"/>
              <a:gd name="connsiteX438" fmla="*/ 3160809 w 8377613"/>
              <a:gd name="connsiteY438" fmla="*/ 4879498 h 6854893"/>
              <a:gd name="connsiteX439" fmla="*/ 3165242 w 8377613"/>
              <a:gd name="connsiteY439" fmla="*/ 4878105 h 6854893"/>
              <a:gd name="connsiteX440" fmla="*/ 2918074 w 8377613"/>
              <a:gd name="connsiteY440" fmla="*/ 4887540 h 6854893"/>
              <a:gd name="connsiteX441" fmla="*/ 3196716 w 8377613"/>
              <a:gd name="connsiteY441" fmla="*/ 4433063 h 6854893"/>
              <a:gd name="connsiteX442" fmla="*/ 3201212 w 8377613"/>
              <a:gd name="connsiteY442" fmla="*/ 4432873 h 6854893"/>
              <a:gd name="connsiteX443" fmla="*/ 2969306 w 8377613"/>
              <a:gd name="connsiteY443" fmla="*/ 4379110 h 6854893"/>
              <a:gd name="connsiteX444" fmla="*/ 3341166 w 8377613"/>
              <a:gd name="connsiteY444" fmla="*/ 4019430 h 6854893"/>
              <a:gd name="connsiteX445" fmla="*/ 3345346 w 8377613"/>
              <a:gd name="connsiteY445" fmla="*/ 4020380 h 6854893"/>
              <a:gd name="connsiteX446" fmla="*/ 3143330 w 8377613"/>
              <a:gd name="connsiteY446" fmla="*/ 3910639 h 6854893"/>
              <a:gd name="connsiteX447" fmla="*/ 3578264 w 8377613"/>
              <a:gd name="connsiteY447" fmla="*/ 3664435 h 6854893"/>
              <a:gd name="connsiteX448" fmla="*/ 3581938 w 8377613"/>
              <a:gd name="connsiteY448" fmla="*/ 3666398 h 6854893"/>
              <a:gd name="connsiteX449" fmla="*/ 3421592 w 8377613"/>
              <a:gd name="connsiteY449" fmla="*/ 3511190 h 6854893"/>
              <a:gd name="connsiteX450" fmla="*/ 3886797 w 8377613"/>
              <a:gd name="connsiteY450" fmla="*/ 3388343 h 6854893"/>
              <a:gd name="connsiteX451" fmla="*/ 3889710 w 8377613"/>
              <a:gd name="connsiteY451" fmla="*/ 3391128 h 6854893"/>
              <a:gd name="connsiteX452" fmla="*/ 3779456 w 8377613"/>
              <a:gd name="connsiteY452" fmla="*/ 3203438 h 6854893"/>
              <a:gd name="connsiteX453" fmla="*/ 4242128 w 8377613"/>
              <a:gd name="connsiteY453" fmla="*/ 3205147 h 6854893"/>
              <a:gd name="connsiteX454" fmla="*/ 4244091 w 8377613"/>
              <a:gd name="connsiteY454" fmla="*/ 3208566 h 6854893"/>
              <a:gd name="connsiteX455" fmla="*/ 4188363 w 8377613"/>
              <a:gd name="connsiteY455" fmla="*/ 3002891 h 6854893"/>
              <a:gd name="connsiteX456" fmla="*/ 4617661 w 8377613"/>
              <a:gd name="connsiteY456" fmla="*/ 3121876 h 6854893"/>
              <a:gd name="connsiteX457" fmla="*/ 4618674 w 8377613"/>
              <a:gd name="connsiteY457" fmla="*/ 3125612 h 6854893"/>
              <a:gd name="connsiteX458" fmla="*/ 4618104 w 8377613"/>
              <a:gd name="connsiteY458" fmla="*/ 2916706 h 6854893"/>
              <a:gd name="connsiteX459" fmla="*/ 4813343 w 8377613"/>
              <a:gd name="connsiteY459" fmla="*/ 3033919 h 6854893"/>
              <a:gd name="connsiteX460" fmla="*/ 4847604 w 8377613"/>
              <a:gd name="connsiteY460" fmla="*/ 2905308 h 6854893"/>
              <a:gd name="connsiteX461" fmla="*/ 4611898 w 8377613"/>
              <a:gd name="connsiteY461" fmla="*/ 2744464 h 6854893"/>
              <a:gd name="connsiteX462" fmla="*/ 4610885 w 8377613"/>
              <a:gd name="connsiteY462" fmla="*/ 2505860 h 6854893"/>
              <a:gd name="connsiteX463" fmla="*/ 4889843 w 8377613"/>
              <a:gd name="connsiteY463" fmla="*/ 2696210 h 6854893"/>
              <a:gd name="connsiteX464" fmla="*/ 4931766 w 8377613"/>
              <a:gd name="connsiteY464" fmla="*/ 2538345 h 6854893"/>
              <a:gd name="connsiteX465" fmla="*/ 4604932 w 8377613"/>
              <a:gd name="connsiteY465" fmla="*/ 2290495 h 6854893"/>
              <a:gd name="connsiteX466" fmla="*/ 4603666 w 8377613"/>
              <a:gd name="connsiteY466" fmla="*/ 2095076 h 6854893"/>
              <a:gd name="connsiteX467" fmla="*/ 4974766 w 8377613"/>
              <a:gd name="connsiteY467" fmla="*/ 2376487 h 6854893"/>
              <a:gd name="connsiteX468" fmla="*/ 5049936 w 8377613"/>
              <a:gd name="connsiteY468" fmla="*/ 2093367 h 6854893"/>
              <a:gd name="connsiteX469" fmla="*/ 5506971 w 8377613"/>
              <a:gd name="connsiteY469" fmla="*/ 2518399 h 6854893"/>
              <a:gd name="connsiteX470" fmla="*/ 5594110 w 8377613"/>
              <a:gd name="connsiteY470" fmla="*/ 2363695 h 6854893"/>
              <a:gd name="connsiteX471" fmla="*/ 5104017 w 8377613"/>
              <a:gd name="connsiteY471" fmla="*/ 1841970 h 6854893"/>
              <a:gd name="connsiteX472" fmla="*/ 4589100 w 8377613"/>
              <a:gd name="connsiteY472" fmla="*/ 1273385 h 6854893"/>
              <a:gd name="connsiteX473" fmla="*/ 5014915 w 8377613"/>
              <a:gd name="connsiteY473" fmla="*/ 1654534 h 6854893"/>
              <a:gd name="connsiteX474" fmla="*/ 5016688 w 8377613"/>
              <a:gd name="connsiteY474" fmla="*/ 1763704 h 6854893"/>
              <a:gd name="connsiteX475" fmla="*/ 4590873 w 8377613"/>
              <a:gd name="connsiteY475" fmla="*/ 1382492 h 6854893"/>
              <a:gd name="connsiteX476" fmla="*/ 2443813 w 8377613"/>
              <a:gd name="connsiteY476" fmla="*/ 1009004 h 6854893"/>
              <a:gd name="connsiteX477" fmla="*/ 3111920 w 8377613"/>
              <a:gd name="connsiteY477" fmla="*/ 1180486 h 6854893"/>
              <a:gd name="connsiteX478" fmla="*/ 3126105 w 8377613"/>
              <a:gd name="connsiteY478" fmla="*/ 1199863 h 6854893"/>
              <a:gd name="connsiteX479" fmla="*/ 2457935 w 8377613"/>
              <a:gd name="connsiteY479" fmla="*/ 1028381 h 6854893"/>
              <a:gd name="connsiteX480" fmla="*/ 3609738 w 8377613"/>
              <a:gd name="connsiteY480" fmla="*/ 988739 h 6854893"/>
              <a:gd name="connsiteX481" fmla="*/ 4162841 w 8377613"/>
              <a:gd name="connsiteY481" fmla="*/ 1285159 h 6854893"/>
              <a:gd name="connsiteX482" fmla="*/ 4182283 w 8377613"/>
              <a:gd name="connsiteY482" fmla="*/ 1349686 h 6854893"/>
              <a:gd name="connsiteX483" fmla="*/ 3629180 w 8377613"/>
              <a:gd name="connsiteY483" fmla="*/ 1053203 h 6854893"/>
              <a:gd name="connsiteX484" fmla="*/ 7735787 w 8377613"/>
              <a:gd name="connsiteY484" fmla="*/ 894517 h 6854893"/>
              <a:gd name="connsiteX485" fmla="*/ 7843127 w 8377613"/>
              <a:gd name="connsiteY485" fmla="*/ 1833109 h 6854893"/>
              <a:gd name="connsiteX486" fmla="*/ 7589247 w 8377613"/>
              <a:gd name="connsiteY486" fmla="*/ 2100019 h 6854893"/>
              <a:gd name="connsiteX487" fmla="*/ 7481906 w 8377613"/>
              <a:gd name="connsiteY487" fmla="*/ 1161429 h 6854893"/>
              <a:gd name="connsiteX488" fmla="*/ 6405780 w 8377613"/>
              <a:gd name="connsiteY488" fmla="*/ 872226 h 6854893"/>
              <a:gd name="connsiteX489" fmla="*/ 6776563 w 8377613"/>
              <a:gd name="connsiteY489" fmla="*/ 1686955 h 6854893"/>
              <a:gd name="connsiteX490" fmla="*/ 6550420 w 8377613"/>
              <a:gd name="connsiteY490" fmla="*/ 2090899 h 6854893"/>
              <a:gd name="connsiteX491" fmla="*/ 6179637 w 8377613"/>
              <a:gd name="connsiteY491" fmla="*/ 1276171 h 6854893"/>
              <a:gd name="connsiteX492" fmla="*/ 4581944 w 8377613"/>
              <a:gd name="connsiteY492" fmla="*/ 862537 h 6854893"/>
              <a:gd name="connsiteX493" fmla="*/ 5021881 w 8377613"/>
              <a:gd name="connsiteY493" fmla="*/ 1283580 h 6854893"/>
              <a:gd name="connsiteX494" fmla="*/ 5023844 w 8377613"/>
              <a:gd name="connsiteY494" fmla="*/ 1349627 h 6854893"/>
              <a:gd name="connsiteX495" fmla="*/ 4583907 w 8377613"/>
              <a:gd name="connsiteY495" fmla="*/ 928521 h 6854893"/>
              <a:gd name="connsiteX496" fmla="*/ 3494038 w 8377613"/>
              <a:gd name="connsiteY496" fmla="*/ 585871 h 6854893"/>
              <a:gd name="connsiteX497" fmla="*/ 4071903 w 8377613"/>
              <a:gd name="connsiteY497" fmla="*/ 917816 h 6854893"/>
              <a:gd name="connsiteX498" fmla="*/ 4080199 w 8377613"/>
              <a:gd name="connsiteY498" fmla="*/ 939726 h 6854893"/>
              <a:gd name="connsiteX499" fmla="*/ 3502334 w 8377613"/>
              <a:gd name="connsiteY499" fmla="*/ 607844 h 6854893"/>
              <a:gd name="connsiteX500" fmla="*/ 5444466 w 8377613"/>
              <a:gd name="connsiteY500" fmla="*/ 507352 h 6854893"/>
              <a:gd name="connsiteX501" fmla="*/ 6032020 w 8377613"/>
              <a:gd name="connsiteY501" fmla="*/ 1210314 h 6854893"/>
              <a:gd name="connsiteX502" fmla="*/ 5911444 w 8377613"/>
              <a:gd name="connsiteY502" fmla="*/ 1669160 h 6854893"/>
              <a:gd name="connsiteX503" fmla="*/ 5323890 w 8377613"/>
              <a:gd name="connsiteY503" fmla="*/ 966198 h 6854893"/>
              <a:gd name="connsiteX504" fmla="*/ 4574725 w 8377613"/>
              <a:gd name="connsiteY504" fmla="*/ 451691 h 6854893"/>
              <a:gd name="connsiteX505" fmla="*/ 5028847 w 8377613"/>
              <a:gd name="connsiteY505" fmla="*/ 912627 h 6854893"/>
              <a:gd name="connsiteX506" fmla="*/ 5031064 w 8377613"/>
              <a:gd name="connsiteY506" fmla="*/ 935486 h 6854893"/>
              <a:gd name="connsiteX507" fmla="*/ 4577005 w 8377613"/>
              <a:gd name="connsiteY507" fmla="*/ 474551 h 6854893"/>
              <a:gd name="connsiteX508" fmla="*/ 8263686 w 8377613"/>
              <a:gd name="connsiteY508" fmla="*/ 327323 h 6854893"/>
              <a:gd name="connsiteX509" fmla="*/ 8336766 w 8377613"/>
              <a:gd name="connsiteY509" fmla="*/ 1338990 h 6854893"/>
              <a:gd name="connsiteX510" fmla="*/ 8139627 w 8377613"/>
              <a:gd name="connsiteY510" fmla="*/ 1547706 h 6854893"/>
              <a:gd name="connsiteX511" fmla="*/ 8066484 w 8377613"/>
              <a:gd name="connsiteY511" fmla="*/ 536039 h 6854893"/>
              <a:gd name="connsiteX512" fmla="*/ 6786379 w 8377613"/>
              <a:gd name="connsiteY512" fmla="*/ 171355 h 6854893"/>
              <a:gd name="connsiteX513" fmla="*/ 7142027 w 8377613"/>
              <a:gd name="connsiteY513" fmla="*/ 1067265 h 6854893"/>
              <a:gd name="connsiteX514" fmla="*/ 6957427 w 8377613"/>
              <a:gd name="connsiteY514" fmla="*/ 1398577 h 6854893"/>
              <a:gd name="connsiteX515" fmla="*/ 6601779 w 8377613"/>
              <a:gd name="connsiteY515" fmla="*/ 502667 h 6854893"/>
              <a:gd name="connsiteX516" fmla="*/ 7767324 w 8377613"/>
              <a:gd name="connsiteY516" fmla="*/ 2 h 6854893"/>
              <a:gd name="connsiteX517" fmla="*/ 7779166 w 8377613"/>
              <a:gd name="connsiteY517" fmla="*/ 2 h 6854893"/>
              <a:gd name="connsiteX518" fmla="*/ 7771566 w 8377613"/>
              <a:gd name="connsiteY518" fmla="*/ 13870 h 6854893"/>
              <a:gd name="connsiteX519" fmla="*/ 7118406 w 8377613"/>
              <a:gd name="connsiteY519" fmla="*/ 2 h 6854893"/>
              <a:gd name="connsiteX520" fmla="*/ 7351578 w 8377613"/>
              <a:gd name="connsiteY520" fmla="*/ 2 h 6854893"/>
              <a:gd name="connsiteX521" fmla="*/ 7507491 w 8377613"/>
              <a:gd name="connsiteY521" fmla="*/ 447513 h 6854893"/>
              <a:gd name="connsiteX522" fmla="*/ 7364497 w 8377613"/>
              <a:gd name="connsiteY522" fmla="*/ 706191 h 6854893"/>
              <a:gd name="connsiteX523" fmla="*/ 6304645 w 8377613"/>
              <a:gd name="connsiteY523" fmla="*/ 1 h 6854893"/>
              <a:gd name="connsiteX524" fmla="*/ 6385768 w 8377613"/>
              <a:gd name="connsiteY524" fmla="*/ 1 h 6854893"/>
              <a:gd name="connsiteX525" fmla="*/ 6363730 w 8377613"/>
              <a:gd name="connsiteY525" fmla="*/ 85742 h 6854893"/>
              <a:gd name="connsiteX526" fmla="*/ 5567385 w 8377613"/>
              <a:gd name="connsiteY526" fmla="*/ 0 h 6854893"/>
              <a:gd name="connsiteX527" fmla="*/ 5857299 w 8377613"/>
              <a:gd name="connsiteY527" fmla="*/ 0 h 6854893"/>
              <a:gd name="connsiteX528" fmla="*/ 6235555 w 8377613"/>
              <a:gd name="connsiteY528" fmla="*/ 501337 h 6854893"/>
              <a:gd name="connsiteX529" fmla="*/ 6137587 w 8377613"/>
              <a:gd name="connsiteY529" fmla="*/ 877482 h 6854893"/>
              <a:gd name="connsiteX530" fmla="*/ 5543827 w 8377613"/>
              <a:gd name="connsiteY530" fmla="*/ 90490 h 6854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Lst>
            <a:rect l="l" t="t" r="r" b="b"/>
            <a:pathLst>
              <a:path w="8377613" h="6854893">
                <a:moveTo>
                  <a:pt x="820536" y="6758957"/>
                </a:moveTo>
                <a:lnTo>
                  <a:pt x="797675" y="6838999"/>
                </a:lnTo>
                <a:lnTo>
                  <a:pt x="779183" y="6838999"/>
                </a:lnTo>
                <a:lnTo>
                  <a:pt x="796978" y="6776815"/>
                </a:lnTo>
                <a:close/>
                <a:moveTo>
                  <a:pt x="5213067" y="6751421"/>
                </a:moveTo>
                <a:lnTo>
                  <a:pt x="5468657" y="6838998"/>
                </a:lnTo>
                <a:lnTo>
                  <a:pt x="5236688" y="6838998"/>
                </a:lnTo>
                <a:close/>
                <a:moveTo>
                  <a:pt x="3374160" y="6748192"/>
                </a:moveTo>
                <a:lnTo>
                  <a:pt x="3410446" y="6838999"/>
                </a:lnTo>
                <a:lnTo>
                  <a:pt x="3323814" y="6838999"/>
                </a:lnTo>
                <a:close/>
                <a:moveTo>
                  <a:pt x="4636849" y="6726535"/>
                </a:moveTo>
                <a:lnTo>
                  <a:pt x="4800931" y="6838999"/>
                </a:lnTo>
                <a:lnTo>
                  <a:pt x="4637102" y="6838999"/>
                </a:lnTo>
                <a:close/>
                <a:moveTo>
                  <a:pt x="7576834" y="6663020"/>
                </a:moveTo>
                <a:lnTo>
                  <a:pt x="7759218" y="6838998"/>
                </a:lnTo>
                <a:lnTo>
                  <a:pt x="6852176" y="6838998"/>
                </a:lnTo>
                <a:lnTo>
                  <a:pt x="6794358" y="6783209"/>
                </a:lnTo>
                <a:close/>
                <a:moveTo>
                  <a:pt x="2544314" y="6645290"/>
                </a:moveTo>
                <a:lnTo>
                  <a:pt x="2558689" y="6838998"/>
                </a:lnTo>
                <a:lnTo>
                  <a:pt x="2409679" y="6838998"/>
                </a:lnTo>
                <a:lnTo>
                  <a:pt x="2406196" y="6792011"/>
                </a:lnTo>
                <a:close/>
                <a:moveTo>
                  <a:pt x="5798468" y="6620847"/>
                </a:moveTo>
                <a:lnTo>
                  <a:pt x="6506345" y="6665110"/>
                </a:lnTo>
                <a:lnTo>
                  <a:pt x="6608429" y="6838998"/>
                </a:lnTo>
                <a:lnTo>
                  <a:pt x="5926453" y="6838998"/>
                </a:lnTo>
                <a:close/>
                <a:moveTo>
                  <a:pt x="4107873" y="6556763"/>
                </a:moveTo>
                <a:lnTo>
                  <a:pt x="4344909" y="6838998"/>
                </a:lnTo>
                <a:lnTo>
                  <a:pt x="4034350" y="6838998"/>
                </a:lnTo>
                <a:close/>
                <a:moveTo>
                  <a:pt x="1275228" y="6488942"/>
                </a:moveTo>
                <a:lnTo>
                  <a:pt x="1185429" y="6838998"/>
                </a:lnTo>
                <a:lnTo>
                  <a:pt x="1126788" y="6838998"/>
                </a:lnTo>
                <a:lnTo>
                  <a:pt x="1204618" y="6535485"/>
                </a:lnTo>
                <a:close/>
                <a:moveTo>
                  <a:pt x="8377613" y="6386674"/>
                </a:moveTo>
                <a:lnTo>
                  <a:pt x="8377613" y="6581333"/>
                </a:lnTo>
                <a:lnTo>
                  <a:pt x="8168758" y="6662387"/>
                </a:lnTo>
                <a:lnTo>
                  <a:pt x="7958194" y="6549480"/>
                </a:lnTo>
                <a:close/>
                <a:moveTo>
                  <a:pt x="3658881" y="6261736"/>
                </a:moveTo>
                <a:lnTo>
                  <a:pt x="3920297" y="6832919"/>
                </a:lnTo>
                <a:lnTo>
                  <a:pt x="3916877" y="6838998"/>
                </a:lnTo>
                <a:lnTo>
                  <a:pt x="3635006" y="6838998"/>
                </a:lnTo>
                <a:lnTo>
                  <a:pt x="3500688" y="6545491"/>
                </a:lnTo>
                <a:close/>
                <a:moveTo>
                  <a:pt x="2929726" y="6256860"/>
                </a:moveTo>
                <a:lnTo>
                  <a:pt x="2997550" y="6838998"/>
                </a:lnTo>
                <a:lnTo>
                  <a:pt x="2797878" y="6838998"/>
                </a:lnTo>
                <a:lnTo>
                  <a:pt x="2751965" y="6444553"/>
                </a:lnTo>
                <a:close/>
                <a:moveTo>
                  <a:pt x="1729921" y="6218929"/>
                </a:moveTo>
                <a:lnTo>
                  <a:pt x="1591423" y="6838999"/>
                </a:lnTo>
                <a:lnTo>
                  <a:pt x="1490479" y="6838999"/>
                </a:lnTo>
                <a:lnTo>
                  <a:pt x="1612195" y="6294158"/>
                </a:lnTo>
                <a:close/>
                <a:moveTo>
                  <a:pt x="7074899" y="6187710"/>
                </a:moveTo>
                <a:lnTo>
                  <a:pt x="7335619" y="6440500"/>
                </a:lnTo>
                <a:lnTo>
                  <a:pt x="6612797" y="6587348"/>
                </a:lnTo>
                <a:lnTo>
                  <a:pt x="6352014" y="6334622"/>
                </a:lnTo>
                <a:close/>
                <a:moveTo>
                  <a:pt x="5164749" y="6063342"/>
                </a:moveTo>
                <a:lnTo>
                  <a:pt x="5164749" y="6193726"/>
                </a:lnTo>
                <a:lnTo>
                  <a:pt x="5641416" y="6327023"/>
                </a:lnTo>
                <a:lnTo>
                  <a:pt x="5532049" y="6140027"/>
                </a:lnTo>
                <a:close/>
                <a:moveTo>
                  <a:pt x="4763251" y="6062708"/>
                </a:moveTo>
                <a:lnTo>
                  <a:pt x="4730701" y="6186190"/>
                </a:lnTo>
                <a:lnTo>
                  <a:pt x="4730764" y="6186190"/>
                </a:lnTo>
                <a:lnTo>
                  <a:pt x="5140304" y="6433344"/>
                </a:lnTo>
                <a:lnTo>
                  <a:pt x="5085272" y="6228491"/>
                </a:lnTo>
                <a:close/>
                <a:moveTo>
                  <a:pt x="4390441" y="5960250"/>
                </a:moveTo>
                <a:lnTo>
                  <a:pt x="4329520" y="6068914"/>
                </a:lnTo>
                <a:lnTo>
                  <a:pt x="4329520" y="6068978"/>
                </a:lnTo>
                <a:lnTo>
                  <a:pt x="4648375" y="6406938"/>
                </a:lnTo>
                <a:lnTo>
                  <a:pt x="4648248" y="6198982"/>
                </a:lnTo>
                <a:close/>
                <a:moveTo>
                  <a:pt x="2184613" y="5948851"/>
                </a:moveTo>
                <a:lnTo>
                  <a:pt x="2056944" y="6634397"/>
                </a:lnTo>
                <a:lnTo>
                  <a:pt x="1892166" y="6738376"/>
                </a:lnTo>
                <a:lnTo>
                  <a:pt x="2019835" y="6052829"/>
                </a:lnTo>
                <a:close/>
                <a:moveTo>
                  <a:pt x="5957547" y="5932577"/>
                </a:moveTo>
                <a:lnTo>
                  <a:pt x="5957484" y="5932641"/>
                </a:lnTo>
                <a:lnTo>
                  <a:pt x="5568335" y="5955944"/>
                </a:lnTo>
                <a:lnTo>
                  <a:pt x="5602722" y="6084429"/>
                </a:lnTo>
                <a:lnTo>
                  <a:pt x="6116753" y="6087405"/>
                </a:lnTo>
                <a:close/>
                <a:moveTo>
                  <a:pt x="8149696" y="5897559"/>
                </a:moveTo>
                <a:lnTo>
                  <a:pt x="8377612" y="6020851"/>
                </a:lnTo>
                <a:lnTo>
                  <a:pt x="8377612" y="6061632"/>
                </a:lnTo>
                <a:lnTo>
                  <a:pt x="7665050" y="6372426"/>
                </a:lnTo>
                <a:lnTo>
                  <a:pt x="7395401" y="6226591"/>
                </a:lnTo>
                <a:close/>
                <a:moveTo>
                  <a:pt x="3315201" y="5868430"/>
                </a:moveTo>
                <a:lnTo>
                  <a:pt x="3415893" y="6475645"/>
                </a:lnTo>
                <a:lnTo>
                  <a:pt x="3198362" y="6704308"/>
                </a:lnTo>
                <a:lnTo>
                  <a:pt x="3097671" y="6097094"/>
                </a:lnTo>
                <a:close/>
                <a:moveTo>
                  <a:pt x="4069814" y="5768568"/>
                </a:moveTo>
                <a:lnTo>
                  <a:pt x="3986158" y="5856019"/>
                </a:lnTo>
                <a:lnTo>
                  <a:pt x="4198179" y="6256987"/>
                </a:lnTo>
                <a:lnTo>
                  <a:pt x="4249854" y="6060049"/>
                </a:lnTo>
                <a:close/>
                <a:moveTo>
                  <a:pt x="2639306" y="5678837"/>
                </a:moveTo>
                <a:lnTo>
                  <a:pt x="2546657" y="6321894"/>
                </a:lnTo>
                <a:lnTo>
                  <a:pt x="2334763" y="6454494"/>
                </a:lnTo>
                <a:lnTo>
                  <a:pt x="2427411" y="5811438"/>
                </a:lnTo>
                <a:close/>
                <a:moveTo>
                  <a:pt x="555320" y="5619123"/>
                </a:moveTo>
                <a:lnTo>
                  <a:pt x="136977" y="6330063"/>
                </a:lnTo>
                <a:lnTo>
                  <a:pt x="110634" y="6341018"/>
                </a:lnTo>
                <a:lnTo>
                  <a:pt x="529039" y="5630078"/>
                </a:lnTo>
                <a:close/>
                <a:moveTo>
                  <a:pt x="6330040" y="5613741"/>
                </a:moveTo>
                <a:lnTo>
                  <a:pt x="5945262" y="5741465"/>
                </a:lnTo>
                <a:lnTo>
                  <a:pt x="6013710" y="5858790"/>
                </a:lnTo>
                <a:lnTo>
                  <a:pt x="6013655" y="5858805"/>
                </a:lnTo>
                <a:lnTo>
                  <a:pt x="6013719" y="5858805"/>
                </a:lnTo>
                <a:lnTo>
                  <a:pt x="6013710" y="5858790"/>
                </a:lnTo>
                <a:lnTo>
                  <a:pt x="6530852" y="5723418"/>
                </a:lnTo>
                <a:close/>
                <a:moveTo>
                  <a:pt x="7519966" y="5564348"/>
                </a:moveTo>
                <a:lnTo>
                  <a:pt x="7848636" y="5743175"/>
                </a:lnTo>
                <a:lnTo>
                  <a:pt x="7161278" y="6082466"/>
                </a:lnTo>
                <a:lnTo>
                  <a:pt x="6832608" y="5903702"/>
                </a:lnTo>
                <a:close/>
                <a:moveTo>
                  <a:pt x="3819669" y="5505710"/>
                </a:moveTo>
                <a:lnTo>
                  <a:pt x="3720182" y="5567324"/>
                </a:lnTo>
                <a:lnTo>
                  <a:pt x="3817326" y="6000841"/>
                </a:lnTo>
                <a:lnTo>
                  <a:pt x="3817390" y="6000778"/>
                </a:lnTo>
                <a:lnTo>
                  <a:pt x="3914344" y="5827396"/>
                </a:lnTo>
                <a:close/>
                <a:moveTo>
                  <a:pt x="1044842" y="5478797"/>
                </a:moveTo>
                <a:lnTo>
                  <a:pt x="669499" y="6158328"/>
                </a:lnTo>
                <a:lnTo>
                  <a:pt x="592303" y="6184481"/>
                </a:lnTo>
                <a:lnTo>
                  <a:pt x="967646" y="5504950"/>
                </a:lnTo>
                <a:close/>
                <a:moveTo>
                  <a:pt x="3093935" y="5408824"/>
                </a:moveTo>
                <a:lnTo>
                  <a:pt x="3036307" y="6009390"/>
                </a:lnTo>
                <a:lnTo>
                  <a:pt x="2777360" y="6170676"/>
                </a:lnTo>
                <a:lnTo>
                  <a:pt x="2834988" y="5570110"/>
                </a:lnTo>
                <a:close/>
                <a:moveTo>
                  <a:pt x="1534301" y="5338470"/>
                </a:moveTo>
                <a:lnTo>
                  <a:pt x="1202084" y="5986656"/>
                </a:lnTo>
                <a:lnTo>
                  <a:pt x="1074036" y="6028006"/>
                </a:lnTo>
                <a:lnTo>
                  <a:pt x="1406253" y="5379821"/>
                </a:lnTo>
                <a:close/>
                <a:moveTo>
                  <a:pt x="6620271" y="5199221"/>
                </a:moveTo>
                <a:lnTo>
                  <a:pt x="6267409" y="5428644"/>
                </a:lnTo>
                <a:lnTo>
                  <a:pt x="6367150" y="5525847"/>
                </a:lnTo>
                <a:lnTo>
                  <a:pt x="6850973" y="5253236"/>
                </a:lnTo>
                <a:close/>
                <a:moveTo>
                  <a:pt x="2023823" y="5198081"/>
                </a:moveTo>
                <a:lnTo>
                  <a:pt x="1734670" y="5814921"/>
                </a:lnTo>
                <a:lnTo>
                  <a:pt x="1555769" y="5871533"/>
                </a:lnTo>
                <a:lnTo>
                  <a:pt x="1844923" y="5254693"/>
                </a:lnTo>
                <a:close/>
                <a:moveTo>
                  <a:pt x="3652738" y="5193332"/>
                </a:moveTo>
                <a:lnTo>
                  <a:pt x="3545017" y="5226450"/>
                </a:lnTo>
                <a:lnTo>
                  <a:pt x="3527349" y="5661614"/>
                </a:lnTo>
                <a:lnTo>
                  <a:pt x="3660590" y="5521984"/>
                </a:lnTo>
                <a:close/>
                <a:moveTo>
                  <a:pt x="8377612" y="5103475"/>
                </a:moveTo>
                <a:lnTo>
                  <a:pt x="8377612" y="5417753"/>
                </a:lnTo>
                <a:lnTo>
                  <a:pt x="8161538" y="5587524"/>
                </a:lnTo>
                <a:lnTo>
                  <a:pt x="7852183" y="5516348"/>
                </a:lnTo>
                <a:close/>
                <a:moveTo>
                  <a:pt x="2513347" y="5057755"/>
                </a:moveTo>
                <a:lnTo>
                  <a:pt x="2267256" y="5643249"/>
                </a:lnTo>
                <a:lnTo>
                  <a:pt x="2037503" y="5715059"/>
                </a:lnTo>
                <a:lnTo>
                  <a:pt x="2283531" y="5129628"/>
                </a:lnTo>
                <a:close/>
                <a:moveTo>
                  <a:pt x="3002806" y="4917428"/>
                </a:moveTo>
                <a:lnTo>
                  <a:pt x="2799841" y="5471514"/>
                </a:lnTo>
                <a:lnTo>
                  <a:pt x="2519173" y="5558585"/>
                </a:lnTo>
                <a:lnTo>
                  <a:pt x="2722201" y="5004499"/>
                </a:lnTo>
                <a:close/>
                <a:moveTo>
                  <a:pt x="3575415" y="4855118"/>
                </a:moveTo>
                <a:lnTo>
                  <a:pt x="3467125" y="4859170"/>
                </a:lnTo>
                <a:lnTo>
                  <a:pt x="3342432" y="5266788"/>
                </a:lnTo>
                <a:lnTo>
                  <a:pt x="3500942" y="5168382"/>
                </a:lnTo>
                <a:close/>
                <a:moveTo>
                  <a:pt x="7802471" y="4830421"/>
                </a:moveTo>
                <a:lnTo>
                  <a:pt x="8179904" y="4918125"/>
                </a:lnTo>
                <a:lnTo>
                  <a:pt x="7578988" y="5437446"/>
                </a:lnTo>
                <a:lnTo>
                  <a:pt x="7201618" y="5349679"/>
                </a:lnTo>
                <a:close/>
                <a:moveTo>
                  <a:pt x="7048366" y="4703900"/>
                </a:moveTo>
                <a:lnTo>
                  <a:pt x="6802338" y="4712765"/>
                </a:lnTo>
                <a:lnTo>
                  <a:pt x="6802401" y="4712828"/>
                </a:lnTo>
                <a:lnTo>
                  <a:pt x="6508498" y="5033818"/>
                </a:lnTo>
                <a:lnTo>
                  <a:pt x="6634330" y="5102715"/>
                </a:lnTo>
                <a:close/>
                <a:moveTo>
                  <a:pt x="3486250" y="4491637"/>
                </a:moveTo>
                <a:lnTo>
                  <a:pt x="3268972" y="4845999"/>
                </a:lnTo>
                <a:lnTo>
                  <a:pt x="3269036" y="4846063"/>
                </a:lnTo>
                <a:lnTo>
                  <a:pt x="3440717" y="4793060"/>
                </a:lnTo>
                <a:lnTo>
                  <a:pt x="3587827" y="4515321"/>
                </a:lnTo>
                <a:close/>
                <a:moveTo>
                  <a:pt x="592683" y="4472450"/>
                </a:moveTo>
                <a:lnTo>
                  <a:pt x="27168" y="5039517"/>
                </a:lnTo>
                <a:lnTo>
                  <a:pt x="0" y="5043190"/>
                </a:lnTo>
                <a:lnTo>
                  <a:pt x="565516" y="4476123"/>
                </a:lnTo>
                <a:close/>
                <a:moveTo>
                  <a:pt x="1082269" y="4463774"/>
                </a:moveTo>
                <a:lnTo>
                  <a:pt x="564566" y="5012034"/>
                </a:lnTo>
                <a:lnTo>
                  <a:pt x="486356" y="5017227"/>
                </a:lnTo>
                <a:lnTo>
                  <a:pt x="1004059" y="4468967"/>
                </a:lnTo>
                <a:close/>
                <a:moveTo>
                  <a:pt x="1571791" y="4455036"/>
                </a:moveTo>
                <a:lnTo>
                  <a:pt x="1101900" y="4984552"/>
                </a:lnTo>
                <a:lnTo>
                  <a:pt x="972712" y="4991264"/>
                </a:lnTo>
                <a:lnTo>
                  <a:pt x="1442603" y="4461748"/>
                </a:lnTo>
                <a:close/>
                <a:moveTo>
                  <a:pt x="2061377" y="4446360"/>
                </a:moveTo>
                <a:lnTo>
                  <a:pt x="1639298" y="4957132"/>
                </a:lnTo>
                <a:lnTo>
                  <a:pt x="1459068" y="4965301"/>
                </a:lnTo>
                <a:lnTo>
                  <a:pt x="1881083" y="4454592"/>
                </a:lnTo>
                <a:close/>
                <a:moveTo>
                  <a:pt x="2550900" y="4437685"/>
                </a:moveTo>
                <a:lnTo>
                  <a:pt x="2176633" y="4929650"/>
                </a:lnTo>
                <a:lnTo>
                  <a:pt x="1945361" y="4939402"/>
                </a:lnTo>
                <a:lnTo>
                  <a:pt x="2319627" y="4447374"/>
                </a:lnTo>
                <a:close/>
                <a:moveTo>
                  <a:pt x="3040486" y="4428946"/>
                </a:moveTo>
                <a:lnTo>
                  <a:pt x="2714032" y="4902167"/>
                </a:lnTo>
                <a:lnTo>
                  <a:pt x="2431717" y="4913439"/>
                </a:lnTo>
                <a:lnTo>
                  <a:pt x="2758171" y="4440218"/>
                </a:lnTo>
                <a:close/>
                <a:moveTo>
                  <a:pt x="8377612" y="4361190"/>
                </a:moveTo>
                <a:lnTo>
                  <a:pt x="8377612" y="4683509"/>
                </a:lnTo>
                <a:lnTo>
                  <a:pt x="8123605" y="4693705"/>
                </a:lnTo>
                <a:close/>
                <a:moveTo>
                  <a:pt x="3595426" y="4148357"/>
                </a:moveTo>
                <a:lnTo>
                  <a:pt x="3305449" y="4428820"/>
                </a:lnTo>
                <a:lnTo>
                  <a:pt x="3478080" y="4422234"/>
                </a:lnTo>
                <a:lnTo>
                  <a:pt x="3683832" y="4196547"/>
                </a:lnTo>
                <a:close/>
                <a:moveTo>
                  <a:pt x="7101561" y="4109603"/>
                </a:moveTo>
                <a:lnTo>
                  <a:pt x="7101546" y="4109627"/>
                </a:lnTo>
                <a:lnTo>
                  <a:pt x="6856800" y="4184579"/>
                </a:lnTo>
                <a:lnTo>
                  <a:pt x="6646299" y="4579911"/>
                </a:lnTo>
                <a:lnTo>
                  <a:pt x="6790939" y="4613916"/>
                </a:lnTo>
                <a:lnTo>
                  <a:pt x="7101546" y="4109627"/>
                </a:lnTo>
                <a:lnTo>
                  <a:pt x="7101624" y="4109603"/>
                </a:lnTo>
                <a:close/>
                <a:moveTo>
                  <a:pt x="8294843" y="4016073"/>
                </a:moveTo>
                <a:lnTo>
                  <a:pt x="7828309" y="4689461"/>
                </a:lnTo>
                <a:lnTo>
                  <a:pt x="7425988" y="4704596"/>
                </a:lnTo>
                <a:lnTo>
                  <a:pt x="7892523" y="4031207"/>
                </a:lnTo>
                <a:close/>
                <a:moveTo>
                  <a:pt x="2932006" y="3914945"/>
                </a:moveTo>
                <a:lnTo>
                  <a:pt x="3197032" y="3975926"/>
                </a:lnTo>
                <a:lnTo>
                  <a:pt x="2776030" y="4341243"/>
                </a:lnTo>
                <a:lnTo>
                  <a:pt x="2511067" y="4280262"/>
                </a:lnTo>
                <a:close/>
                <a:moveTo>
                  <a:pt x="3782306" y="3851051"/>
                </a:moveTo>
                <a:lnTo>
                  <a:pt x="3782306" y="3851114"/>
                </a:lnTo>
                <a:lnTo>
                  <a:pt x="3443123" y="4043113"/>
                </a:lnTo>
                <a:lnTo>
                  <a:pt x="3605116" y="4080664"/>
                </a:lnTo>
                <a:lnTo>
                  <a:pt x="3852410" y="3919124"/>
                </a:lnTo>
                <a:close/>
                <a:moveTo>
                  <a:pt x="2522973" y="3810460"/>
                </a:moveTo>
                <a:lnTo>
                  <a:pt x="2740187" y="3859979"/>
                </a:lnTo>
                <a:lnTo>
                  <a:pt x="2270106" y="4230869"/>
                </a:lnTo>
                <a:lnTo>
                  <a:pt x="2052892" y="4181413"/>
                </a:lnTo>
                <a:close/>
                <a:moveTo>
                  <a:pt x="2113876" y="3706038"/>
                </a:moveTo>
                <a:lnTo>
                  <a:pt x="2283277" y="3743969"/>
                </a:lnTo>
                <a:lnTo>
                  <a:pt x="1764181" y="4120558"/>
                </a:lnTo>
                <a:lnTo>
                  <a:pt x="1594716" y="4082626"/>
                </a:lnTo>
                <a:close/>
                <a:moveTo>
                  <a:pt x="4029854" y="3616815"/>
                </a:moveTo>
                <a:lnTo>
                  <a:pt x="3667050" y="3712624"/>
                </a:lnTo>
                <a:lnTo>
                  <a:pt x="3808144" y="3789310"/>
                </a:lnTo>
                <a:lnTo>
                  <a:pt x="4078046" y="3699136"/>
                </a:lnTo>
                <a:lnTo>
                  <a:pt x="4029854" y="3616878"/>
                </a:lnTo>
                <a:close/>
                <a:moveTo>
                  <a:pt x="1704780" y="3601554"/>
                </a:moveTo>
                <a:lnTo>
                  <a:pt x="1826432" y="3628023"/>
                </a:lnTo>
                <a:lnTo>
                  <a:pt x="1258257" y="4010248"/>
                </a:lnTo>
                <a:lnTo>
                  <a:pt x="1136541" y="3983778"/>
                </a:lnTo>
                <a:close/>
                <a:moveTo>
                  <a:pt x="6998147" y="3509607"/>
                </a:moveTo>
                <a:lnTo>
                  <a:pt x="6772004" y="3649363"/>
                </a:lnTo>
                <a:lnTo>
                  <a:pt x="6664917" y="4095545"/>
                </a:lnTo>
                <a:lnTo>
                  <a:pt x="6819183" y="4090162"/>
                </a:lnTo>
                <a:lnTo>
                  <a:pt x="6998084" y="3509671"/>
                </a:lnTo>
                <a:close/>
                <a:moveTo>
                  <a:pt x="1295683" y="3497132"/>
                </a:moveTo>
                <a:lnTo>
                  <a:pt x="1369586" y="3512013"/>
                </a:lnTo>
                <a:lnTo>
                  <a:pt x="752268" y="3899873"/>
                </a:lnTo>
                <a:lnTo>
                  <a:pt x="678365" y="3884992"/>
                </a:lnTo>
                <a:close/>
                <a:moveTo>
                  <a:pt x="3224262" y="3461671"/>
                </a:moveTo>
                <a:lnTo>
                  <a:pt x="3455155" y="3586610"/>
                </a:lnTo>
                <a:lnTo>
                  <a:pt x="2973295" y="3825785"/>
                </a:lnTo>
                <a:lnTo>
                  <a:pt x="2742339" y="3700783"/>
                </a:lnTo>
                <a:close/>
                <a:moveTo>
                  <a:pt x="3957344" y="3456542"/>
                </a:moveTo>
                <a:lnTo>
                  <a:pt x="4069307" y="3564952"/>
                </a:lnTo>
                <a:lnTo>
                  <a:pt x="4342376" y="3548045"/>
                </a:lnTo>
                <a:lnTo>
                  <a:pt x="4318058" y="3457935"/>
                </a:lnTo>
                <a:lnTo>
                  <a:pt x="4318121" y="3457871"/>
                </a:lnTo>
                <a:close/>
                <a:moveTo>
                  <a:pt x="886586" y="3392648"/>
                </a:moveTo>
                <a:lnTo>
                  <a:pt x="912741" y="3396068"/>
                </a:lnTo>
                <a:lnTo>
                  <a:pt x="246345" y="3789563"/>
                </a:lnTo>
                <a:lnTo>
                  <a:pt x="220255" y="3786144"/>
                </a:lnTo>
                <a:close/>
                <a:moveTo>
                  <a:pt x="8377612" y="3340344"/>
                </a:moveTo>
                <a:lnTo>
                  <a:pt x="8377612" y="3748466"/>
                </a:lnTo>
                <a:lnTo>
                  <a:pt x="8179017" y="3810080"/>
                </a:lnTo>
                <a:close/>
                <a:moveTo>
                  <a:pt x="4290511" y="3287721"/>
                </a:moveTo>
                <a:lnTo>
                  <a:pt x="4367517" y="3418801"/>
                </a:lnTo>
                <a:lnTo>
                  <a:pt x="4625387" y="3472056"/>
                </a:lnTo>
                <a:lnTo>
                  <a:pt x="4625260" y="3380553"/>
                </a:lnTo>
                <a:close/>
                <a:moveTo>
                  <a:pt x="2870261" y="3258911"/>
                </a:moveTo>
                <a:lnTo>
                  <a:pt x="3059737" y="3360923"/>
                </a:lnTo>
                <a:lnTo>
                  <a:pt x="2530825" y="3592878"/>
                </a:lnTo>
                <a:lnTo>
                  <a:pt x="2341412" y="3490927"/>
                </a:lnTo>
                <a:close/>
                <a:moveTo>
                  <a:pt x="4641916" y="3212429"/>
                </a:moveTo>
                <a:lnTo>
                  <a:pt x="4680862" y="3356110"/>
                </a:lnTo>
                <a:lnTo>
                  <a:pt x="4680862" y="3356046"/>
                </a:lnTo>
                <a:lnTo>
                  <a:pt x="4721645" y="3376943"/>
                </a:lnTo>
                <a:lnTo>
                  <a:pt x="4748433" y="3276387"/>
                </a:lnTo>
                <a:close/>
                <a:moveTo>
                  <a:pt x="3608408" y="3106554"/>
                </a:moveTo>
                <a:lnTo>
                  <a:pt x="3791805" y="3283480"/>
                </a:lnTo>
                <a:lnTo>
                  <a:pt x="3284741" y="3387646"/>
                </a:lnTo>
                <a:lnTo>
                  <a:pt x="3101344" y="3210722"/>
                </a:lnTo>
                <a:close/>
                <a:moveTo>
                  <a:pt x="8172114" y="3096359"/>
                </a:moveTo>
                <a:lnTo>
                  <a:pt x="7881250" y="3885372"/>
                </a:lnTo>
                <a:lnTo>
                  <a:pt x="7481146" y="4008601"/>
                </a:lnTo>
                <a:lnTo>
                  <a:pt x="7772010" y="3219588"/>
                </a:lnTo>
                <a:close/>
                <a:moveTo>
                  <a:pt x="2516324" y="3056211"/>
                </a:moveTo>
                <a:lnTo>
                  <a:pt x="2664257" y="3135177"/>
                </a:lnTo>
                <a:lnTo>
                  <a:pt x="2088355" y="3360037"/>
                </a:lnTo>
                <a:lnTo>
                  <a:pt x="1940422" y="3281137"/>
                </a:lnTo>
                <a:close/>
                <a:moveTo>
                  <a:pt x="6735844" y="2946469"/>
                </a:moveTo>
                <a:lnTo>
                  <a:pt x="6735781" y="2946531"/>
                </a:lnTo>
                <a:lnTo>
                  <a:pt x="6545544" y="3145052"/>
                </a:lnTo>
                <a:lnTo>
                  <a:pt x="6555803" y="3613459"/>
                </a:lnTo>
                <a:lnTo>
                  <a:pt x="6709373" y="3566599"/>
                </a:lnTo>
                <a:close/>
                <a:moveTo>
                  <a:pt x="2162385" y="2853512"/>
                </a:moveTo>
                <a:lnTo>
                  <a:pt x="2268838" y="2909426"/>
                </a:lnTo>
                <a:lnTo>
                  <a:pt x="1645948" y="3127198"/>
                </a:lnTo>
                <a:lnTo>
                  <a:pt x="1539494" y="3071283"/>
                </a:lnTo>
                <a:close/>
                <a:moveTo>
                  <a:pt x="3556733" y="2837743"/>
                </a:moveTo>
                <a:lnTo>
                  <a:pt x="4053665" y="2867760"/>
                </a:lnTo>
                <a:lnTo>
                  <a:pt x="4179940" y="3081857"/>
                </a:lnTo>
                <a:lnTo>
                  <a:pt x="3683008" y="3051843"/>
                </a:lnTo>
                <a:close/>
                <a:moveTo>
                  <a:pt x="3330146" y="2824762"/>
                </a:moveTo>
                <a:lnTo>
                  <a:pt x="3480739" y="2969394"/>
                </a:lnTo>
                <a:lnTo>
                  <a:pt x="2931752" y="3054882"/>
                </a:lnTo>
                <a:lnTo>
                  <a:pt x="2781159" y="2910314"/>
                </a:lnTo>
                <a:close/>
                <a:moveTo>
                  <a:pt x="1808447" y="2650810"/>
                </a:moveTo>
                <a:lnTo>
                  <a:pt x="1873358" y="2683675"/>
                </a:lnTo>
                <a:lnTo>
                  <a:pt x="1203478" y="2894357"/>
                </a:lnTo>
                <a:lnTo>
                  <a:pt x="1138567" y="2861491"/>
                </a:lnTo>
                <a:close/>
                <a:moveTo>
                  <a:pt x="4072536" y="2600024"/>
                </a:moveTo>
                <a:lnTo>
                  <a:pt x="4526595" y="2754536"/>
                </a:lnTo>
                <a:lnTo>
                  <a:pt x="4590619" y="2989341"/>
                </a:lnTo>
                <a:lnTo>
                  <a:pt x="4136560" y="2834831"/>
                </a:lnTo>
                <a:close/>
                <a:moveTo>
                  <a:pt x="3051822" y="2542972"/>
                </a:moveTo>
                <a:lnTo>
                  <a:pt x="3169611" y="2655244"/>
                </a:lnTo>
                <a:lnTo>
                  <a:pt x="2578764" y="2722114"/>
                </a:lnTo>
                <a:lnTo>
                  <a:pt x="2461038" y="2609840"/>
                </a:lnTo>
                <a:close/>
                <a:moveTo>
                  <a:pt x="3334136" y="2471985"/>
                </a:moveTo>
                <a:lnTo>
                  <a:pt x="3865328" y="2530307"/>
                </a:lnTo>
                <a:lnTo>
                  <a:pt x="3969186" y="2705459"/>
                </a:lnTo>
                <a:lnTo>
                  <a:pt x="3438057" y="2647136"/>
                </a:lnTo>
                <a:close/>
                <a:moveTo>
                  <a:pt x="6323644" y="2462165"/>
                </a:moveTo>
                <a:lnTo>
                  <a:pt x="6323662" y="2462248"/>
                </a:lnTo>
                <a:lnTo>
                  <a:pt x="6185020" y="2709004"/>
                </a:lnTo>
                <a:lnTo>
                  <a:pt x="6318958" y="3167722"/>
                </a:lnTo>
                <a:lnTo>
                  <a:pt x="6460812" y="3080272"/>
                </a:lnTo>
                <a:lnTo>
                  <a:pt x="6323662" y="2462248"/>
                </a:lnTo>
                <a:lnTo>
                  <a:pt x="6323708" y="2462165"/>
                </a:lnTo>
                <a:close/>
                <a:moveTo>
                  <a:pt x="1454445" y="2448107"/>
                </a:moveTo>
                <a:lnTo>
                  <a:pt x="1477877" y="2457922"/>
                </a:lnTo>
                <a:lnTo>
                  <a:pt x="761071" y="2661508"/>
                </a:lnTo>
                <a:lnTo>
                  <a:pt x="737640" y="2651630"/>
                </a:lnTo>
                <a:close/>
                <a:moveTo>
                  <a:pt x="2773559" y="2261241"/>
                </a:moveTo>
                <a:lnTo>
                  <a:pt x="2858482" y="2341154"/>
                </a:lnTo>
                <a:lnTo>
                  <a:pt x="2225775" y="2389347"/>
                </a:lnTo>
                <a:lnTo>
                  <a:pt x="2140853" y="2309430"/>
                </a:lnTo>
                <a:close/>
                <a:moveTo>
                  <a:pt x="7806081" y="2223312"/>
                </a:moveTo>
                <a:lnTo>
                  <a:pt x="7722172" y="3078945"/>
                </a:lnTo>
                <a:lnTo>
                  <a:pt x="7352781" y="3308051"/>
                </a:lnTo>
                <a:lnTo>
                  <a:pt x="7436690" y="2452419"/>
                </a:lnTo>
                <a:close/>
                <a:moveTo>
                  <a:pt x="3956837" y="2197219"/>
                </a:moveTo>
                <a:lnTo>
                  <a:pt x="4435657" y="2387189"/>
                </a:lnTo>
                <a:lnTo>
                  <a:pt x="4488536" y="2579443"/>
                </a:lnTo>
                <a:lnTo>
                  <a:pt x="4009715" y="2389471"/>
                </a:lnTo>
                <a:close/>
                <a:moveTo>
                  <a:pt x="3111603" y="2106224"/>
                </a:moveTo>
                <a:lnTo>
                  <a:pt x="3676992" y="2192851"/>
                </a:lnTo>
                <a:lnTo>
                  <a:pt x="3758368" y="2329060"/>
                </a:lnTo>
                <a:lnTo>
                  <a:pt x="3192979" y="2242432"/>
                </a:lnTo>
                <a:close/>
                <a:moveTo>
                  <a:pt x="5781750" y="2095963"/>
                </a:moveTo>
                <a:lnTo>
                  <a:pt x="5707593" y="2376487"/>
                </a:lnTo>
                <a:lnTo>
                  <a:pt x="5963247" y="2792400"/>
                </a:lnTo>
                <a:lnTo>
                  <a:pt x="6082683" y="2668031"/>
                </a:lnTo>
                <a:close/>
                <a:moveTo>
                  <a:pt x="2495298" y="1979451"/>
                </a:moveTo>
                <a:lnTo>
                  <a:pt x="2547417" y="2027072"/>
                </a:lnTo>
                <a:lnTo>
                  <a:pt x="1872851" y="2056580"/>
                </a:lnTo>
                <a:lnTo>
                  <a:pt x="1820669" y="2008961"/>
                </a:lnTo>
                <a:close/>
                <a:moveTo>
                  <a:pt x="8377613" y="1857548"/>
                </a:moveTo>
                <a:lnTo>
                  <a:pt x="8377613" y="2230399"/>
                </a:lnTo>
                <a:lnTo>
                  <a:pt x="8303646" y="2736295"/>
                </a:lnTo>
                <a:lnTo>
                  <a:pt x="8001383" y="2924622"/>
                </a:lnTo>
                <a:lnTo>
                  <a:pt x="8135321" y="2008513"/>
                </a:lnTo>
                <a:close/>
                <a:moveTo>
                  <a:pt x="3841137" y="1794411"/>
                </a:moveTo>
                <a:lnTo>
                  <a:pt x="4344718" y="2019845"/>
                </a:lnTo>
                <a:lnTo>
                  <a:pt x="4386451" y="2169480"/>
                </a:lnTo>
                <a:lnTo>
                  <a:pt x="3882870" y="1944046"/>
                </a:lnTo>
                <a:close/>
                <a:moveTo>
                  <a:pt x="2889006" y="1740524"/>
                </a:moveTo>
                <a:lnTo>
                  <a:pt x="3488655" y="1855394"/>
                </a:lnTo>
                <a:lnTo>
                  <a:pt x="3547613" y="1952660"/>
                </a:lnTo>
                <a:lnTo>
                  <a:pt x="2947964" y="1837790"/>
                </a:lnTo>
                <a:close/>
                <a:moveTo>
                  <a:pt x="2216973" y="1697653"/>
                </a:moveTo>
                <a:lnTo>
                  <a:pt x="2236289" y="1712914"/>
                </a:lnTo>
                <a:lnTo>
                  <a:pt x="1519863" y="1723806"/>
                </a:lnTo>
                <a:lnTo>
                  <a:pt x="1500548" y="1708545"/>
                </a:lnTo>
                <a:close/>
                <a:moveTo>
                  <a:pt x="4596319" y="1684169"/>
                </a:moveTo>
                <a:lnTo>
                  <a:pt x="5007949" y="2025486"/>
                </a:lnTo>
                <a:lnTo>
                  <a:pt x="5009468" y="2177779"/>
                </a:lnTo>
                <a:lnTo>
                  <a:pt x="4597839" y="1836527"/>
                </a:lnTo>
                <a:close/>
                <a:moveTo>
                  <a:pt x="7207825" y="1461648"/>
                </a:moveTo>
                <a:lnTo>
                  <a:pt x="7349425" y="2327223"/>
                </a:lnTo>
                <a:lnTo>
                  <a:pt x="7038867" y="2652392"/>
                </a:lnTo>
                <a:lnTo>
                  <a:pt x="6897266" y="1786755"/>
                </a:lnTo>
                <a:close/>
                <a:moveTo>
                  <a:pt x="3725438" y="1391544"/>
                </a:moveTo>
                <a:lnTo>
                  <a:pt x="4253780" y="1652503"/>
                </a:lnTo>
                <a:lnTo>
                  <a:pt x="4284367" y="1759584"/>
                </a:lnTo>
                <a:lnTo>
                  <a:pt x="3756025" y="1498625"/>
                </a:lnTo>
                <a:close/>
                <a:moveTo>
                  <a:pt x="2666409" y="1374763"/>
                </a:moveTo>
                <a:lnTo>
                  <a:pt x="3300319" y="1517939"/>
                </a:lnTo>
                <a:lnTo>
                  <a:pt x="3336859" y="1576260"/>
                </a:lnTo>
                <a:lnTo>
                  <a:pt x="2702949" y="1433084"/>
                </a:lnTo>
                <a:close/>
                <a:moveTo>
                  <a:pt x="5247201" y="1300358"/>
                </a:moveTo>
                <a:lnTo>
                  <a:pt x="5828549" y="1919225"/>
                </a:lnTo>
                <a:lnTo>
                  <a:pt x="5826649" y="1926508"/>
                </a:lnTo>
                <a:lnTo>
                  <a:pt x="6025244" y="1573096"/>
                </a:lnTo>
                <a:lnTo>
                  <a:pt x="6411163" y="2306640"/>
                </a:lnTo>
                <a:lnTo>
                  <a:pt x="6407553" y="2313037"/>
                </a:lnTo>
                <a:lnTo>
                  <a:pt x="6679925" y="2028776"/>
                </a:lnTo>
                <a:lnTo>
                  <a:pt x="6855786" y="2821403"/>
                </a:lnTo>
                <a:lnTo>
                  <a:pt x="6850847" y="2826532"/>
                </a:lnTo>
                <a:lnTo>
                  <a:pt x="7174578" y="2626427"/>
                </a:lnTo>
                <a:lnTo>
                  <a:pt x="7140634" y="3421650"/>
                </a:lnTo>
                <a:lnTo>
                  <a:pt x="7134808" y="3425260"/>
                </a:lnTo>
                <a:lnTo>
                  <a:pt x="7485263" y="3317926"/>
                </a:lnTo>
                <a:lnTo>
                  <a:pt x="7255827" y="4062363"/>
                </a:lnTo>
                <a:lnTo>
                  <a:pt x="7249494" y="4064326"/>
                </a:lnTo>
                <a:lnTo>
                  <a:pt x="7601723" y="4051598"/>
                </a:lnTo>
                <a:lnTo>
                  <a:pt x="7203392" y="4698391"/>
                </a:lnTo>
                <a:lnTo>
                  <a:pt x="7197059" y="4698644"/>
                </a:lnTo>
                <a:lnTo>
                  <a:pt x="7527376" y="4775963"/>
                </a:lnTo>
                <a:lnTo>
                  <a:pt x="6996437" y="5287368"/>
                </a:lnTo>
                <a:lnTo>
                  <a:pt x="6990484" y="5285975"/>
                </a:lnTo>
                <a:lnTo>
                  <a:pt x="7277992" y="5443019"/>
                </a:lnTo>
                <a:lnTo>
                  <a:pt x="6657571" y="5792568"/>
                </a:lnTo>
                <a:lnTo>
                  <a:pt x="6652378" y="5789718"/>
                </a:lnTo>
                <a:lnTo>
                  <a:pt x="6880357" y="6011353"/>
                </a:lnTo>
                <a:lnTo>
                  <a:pt x="6217127" y="6184987"/>
                </a:lnTo>
                <a:lnTo>
                  <a:pt x="6213011" y="6180998"/>
                </a:lnTo>
                <a:lnTo>
                  <a:pt x="6369557" y="6448732"/>
                </a:lnTo>
                <a:lnTo>
                  <a:pt x="5710379" y="6444869"/>
                </a:lnTo>
                <a:lnTo>
                  <a:pt x="5710443" y="6444996"/>
                </a:lnTo>
                <a:lnTo>
                  <a:pt x="5707593" y="6440120"/>
                </a:lnTo>
                <a:lnTo>
                  <a:pt x="5786372" y="6733437"/>
                </a:lnTo>
                <a:lnTo>
                  <a:pt x="5175071" y="6562525"/>
                </a:lnTo>
                <a:lnTo>
                  <a:pt x="5173615" y="6557206"/>
                </a:lnTo>
                <a:lnTo>
                  <a:pt x="5173804" y="6839062"/>
                </a:lnTo>
                <a:lnTo>
                  <a:pt x="5173804" y="6854893"/>
                </a:lnTo>
                <a:lnTo>
                  <a:pt x="5147524" y="6839062"/>
                </a:lnTo>
                <a:lnTo>
                  <a:pt x="4648565" y="6537956"/>
                </a:lnTo>
                <a:lnTo>
                  <a:pt x="4648565" y="6532573"/>
                </a:lnTo>
                <a:lnTo>
                  <a:pt x="4574662" y="6814556"/>
                </a:lnTo>
                <a:lnTo>
                  <a:pt x="4165755" y="6381165"/>
                </a:lnTo>
                <a:lnTo>
                  <a:pt x="4167085" y="6376100"/>
                </a:lnTo>
                <a:lnTo>
                  <a:pt x="4028208" y="6624393"/>
                </a:lnTo>
                <a:lnTo>
                  <a:pt x="3756279" y="6110201"/>
                </a:lnTo>
                <a:lnTo>
                  <a:pt x="3758812" y="6105706"/>
                </a:lnTo>
                <a:lnTo>
                  <a:pt x="3568069" y="6305620"/>
                </a:lnTo>
                <a:lnTo>
                  <a:pt x="3443440" y="5749697"/>
                </a:lnTo>
                <a:lnTo>
                  <a:pt x="3446860" y="5746088"/>
                </a:lnTo>
                <a:lnTo>
                  <a:pt x="3219957" y="5886984"/>
                </a:lnTo>
                <a:lnTo>
                  <a:pt x="3242565" y="5328909"/>
                </a:lnTo>
                <a:lnTo>
                  <a:pt x="3246681" y="5326376"/>
                </a:lnTo>
                <a:lnTo>
                  <a:pt x="3000906" y="5402238"/>
                </a:lnTo>
                <a:lnTo>
                  <a:pt x="3160809" y="4879498"/>
                </a:lnTo>
                <a:lnTo>
                  <a:pt x="3165242" y="4878105"/>
                </a:lnTo>
                <a:lnTo>
                  <a:pt x="2918074" y="4887540"/>
                </a:lnTo>
                <a:lnTo>
                  <a:pt x="3196716" y="4433063"/>
                </a:lnTo>
                <a:lnTo>
                  <a:pt x="3201212" y="4432873"/>
                </a:lnTo>
                <a:lnTo>
                  <a:pt x="2969306" y="4379110"/>
                </a:lnTo>
                <a:lnTo>
                  <a:pt x="3341166" y="4019430"/>
                </a:lnTo>
                <a:lnTo>
                  <a:pt x="3345346" y="4020380"/>
                </a:lnTo>
                <a:lnTo>
                  <a:pt x="3143330" y="3910639"/>
                </a:lnTo>
                <a:lnTo>
                  <a:pt x="3578264" y="3664435"/>
                </a:lnTo>
                <a:lnTo>
                  <a:pt x="3581938" y="3666398"/>
                </a:lnTo>
                <a:lnTo>
                  <a:pt x="3421592" y="3511190"/>
                </a:lnTo>
                <a:lnTo>
                  <a:pt x="3886797" y="3388343"/>
                </a:lnTo>
                <a:lnTo>
                  <a:pt x="3889710" y="3391128"/>
                </a:lnTo>
                <a:lnTo>
                  <a:pt x="3779456" y="3203438"/>
                </a:lnTo>
                <a:lnTo>
                  <a:pt x="4242128" y="3205147"/>
                </a:lnTo>
                <a:lnTo>
                  <a:pt x="4244091" y="3208566"/>
                </a:lnTo>
                <a:lnTo>
                  <a:pt x="4188363" y="3002891"/>
                </a:lnTo>
                <a:lnTo>
                  <a:pt x="4617661" y="3121876"/>
                </a:lnTo>
                <a:lnTo>
                  <a:pt x="4618674" y="3125612"/>
                </a:lnTo>
                <a:lnTo>
                  <a:pt x="4618104" y="2916706"/>
                </a:lnTo>
                <a:lnTo>
                  <a:pt x="4813343" y="3033919"/>
                </a:lnTo>
                <a:lnTo>
                  <a:pt x="4847604" y="2905308"/>
                </a:lnTo>
                <a:lnTo>
                  <a:pt x="4611898" y="2744464"/>
                </a:lnTo>
                <a:lnTo>
                  <a:pt x="4610885" y="2505860"/>
                </a:lnTo>
                <a:lnTo>
                  <a:pt x="4889843" y="2696210"/>
                </a:lnTo>
                <a:lnTo>
                  <a:pt x="4931766" y="2538345"/>
                </a:lnTo>
                <a:lnTo>
                  <a:pt x="4604932" y="2290495"/>
                </a:lnTo>
                <a:lnTo>
                  <a:pt x="4603666" y="2095076"/>
                </a:lnTo>
                <a:lnTo>
                  <a:pt x="4974766" y="2376487"/>
                </a:lnTo>
                <a:lnTo>
                  <a:pt x="5049936" y="2093367"/>
                </a:lnTo>
                <a:lnTo>
                  <a:pt x="5506971" y="2518399"/>
                </a:lnTo>
                <a:lnTo>
                  <a:pt x="5594110" y="2363695"/>
                </a:lnTo>
                <a:lnTo>
                  <a:pt x="5104017" y="1841970"/>
                </a:lnTo>
                <a:close/>
                <a:moveTo>
                  <a:pt x="4589100" y="1273385"/>
                </a:moveTo>
                <a:lnTo>
                  <a:pt x="5014915" y="1654534"/>
                </a:lnTo>
                <a:lnTo>
                  <a:pt x="5016688" y="1763704"/>
                </a:lnTo>
                <a:lnTo>
                  <a:pt x="4590873" y="1382492"/>
                </a:lnTo>
                <a:close/>
                <a:moveTo>
                  <a:pt x="2443813" y="1009004"/>
                </a:moveTo>
                <a:lnTo>
                  <a:pt x="3111920" y="1180486"/>
                </a:lnTo>
                <a:lnTo>
                  <a:pt x="3126105" y="1199863"/>
                </a:lnTo>
                <a:lnTo>
                  <a:pt x="2457935" y="1028381"/>
                </a:lnTo>
                <a:close/>
                <a:moveTo>
                  <a:pt x="3609738" y="988739"/>
                </a:moveTo>
                <a:lnTo>
                  <a:pt x="4162841" y="1285159"/>
                </a:lnTo>
                <a:lnTo>
                  <a:pt x="4182283" y="1349686"/>
                </a:lnTo>
                <a:lnTo>
                  <a:pt x="3629180" y="1053203"/>
                </a:lnTo>
                <a:close/>
                <a:moveTo>
                  <a:pt x="7735787" y="894517"/>
                </a:moveTo>
                <a:lnTo>
                  <a:pt x="7843127" y="1833109"/>
                </a:lnTo>
                <a:lnTo>
                  <a:pt x="7589247" y="2100019"/>
                </a:lnTo>
                <a:lnTo>
                  <a:pt x="7481906" y="1161429"/>
                </a:lnTo>
                <a:close/>
                <a:moveTo>
                  <a:pt x="6405780" y="872226"/>
                </a:moveTo>
                <a:lnTo>
                  <a:pt x="6776563" y="1686955"/>
                </a:lnTo>
                <a:lnTo>
                  <a:pt x="6550420" y="2090899"/>
                </a:lnTo>
                <a:lnTo>
                  <a:pt x="6179637" y="1276171"/>
                </a:lnTo>
                <a:close/>
                <a:moveTo>
                  <a:pt x="4581944" y="862537"/>
                </a:moveTo>
                <a:lnTo>
                  <a:pt x="5021881" y="1283580"/>
                </a:lnTo>
                <a:lnTo>
                  <a:pt x="5023844" y="1349627"/>
                </a:lnTo>
                <a:lnTo>
                  <a:pt x="4583907" y="928521"/>
                </a:lnTo>
                <a:close/>
                <a:moveTo>
                  <a:pt x="3494038" y="585871"/>
                </a:moveTo>
                <a:lnTo>
                  <a:pt x="4071903" y="917816"/>
                </a:lnTo>
                <a:lnTo>
                  <a:pt x="4080199" y="939726"/>
                </a:lnTo>
                <a:lnTo>
                  <a:pt x="3502334" y="607844"/>
                </a:lnTo>
                <a:close/>
                <a:moveTo>
                  <a:pt x="5444466" y="507352"/>
                </a:moveTo>
                <a:lnTo>
                  <a:pt x="6032020" y="1210314"/>
                </a:lnTo>
                <a:lnTo>
                  <a:pt x="5911444" y="1669160"/>
                </a:lnTo>
                <a:lnTo>
                  <a:pt x="5323890" y="966198"/>
                </a:lnTo>
                <a:close/>
                <a:moveTo>
                  <a:pt x="4574725" y="451691"/>
                </a:moveTo>
                <a:lnTo>
                  <a:pt x="5028847" y="912627"/>
                </a:lnTo>
                <a:lnTo>
                  <a:pt x="5031064" y="935486"/>
                </a:lnTo>
                <a:lnTo>
                  <a:pt x="4577005" y="474551"/>
                </a:lnTo>
                <a:close/>
                <a:moveTo>
                  <a:pt x="8263686" y="327323"/>
                </a:moveTo>
                <a:lnTo>
                  <a:pt x="8336766" y="1338990"/>
                </a:lnTo>
                <a:lnTo>
                  <a:pt x="8139627" y="1547706"/>
                </a:lnTo>
                <a:lnTo>
                  <a:pt x="8066484" y="536039"/>
                </a:lnTo>
                <a:close/>
                <a:moveTo>
                  <a:pt x="6786379" y="171355"/>
                </a:moveTo>
                <a:lnTo>
                  <a:pt x="7142027" y="1067265"/>
                </a:lnTo>
                <a:lnTo>
                  <a:pt x="6957427" y="1398577"/>
                </a:lnTo>
                <a:lnTo>
                  <a:pt x="6601779" y="502667"/>
                </a:lnTo>
                <a:close/>
                <a:moveTo>
                  <a:pt x="7767324" y="2"/>
                </a:moveTo>
                <a:lnTo>
                  <a:pt x="7779166" y="2"/>
                </a:lnTo>
                <a:lnTo>
                  <a:pt x="7771566" y="13870"/>
                </a:lnTo>
                <a:close/>
                <a:moveTo>
                  <a:pt x="7118406" y="2"/>
                </a:moveTo>
                <a:lnTo>
                  <a:pt x="7351578" y="2"/>
                </a:lnTo>
                <a:lnTo>
                  <a:pt x="7507491" y="447513"/>
                </a:lnTo>
                <a:lnTo>
                  <a:pt x="7364497" y="706191"/>
                </a:lnTo>
                <a:close/>
                <a:moveTo>
                  <a:pt x="6304645" y="1"/>
                </a:moveTo>
                <a:lnTo>
                  <a:pt x="6385768" y="1"/>
                </a:lnTo>
                <a:lnTo>
                  <a:pt x="6363730" y="85742"/>
                </a:lnTo>
                <a:close/>
                <a:moveTo>
                  <a:pt x="5567385" y="0"/>
                </a:moveTo>
                <a:lnTo>
                  <a:pt x="5857299" y="0"/>
                </a:lnTo>
                <a:lnTo>
                  <a:pt x="6235555" y="501337"/>
                </a:lnTo>
                <a:lnTo>
                  <a:pt x="6137587" y="877482"/>
                </a:lnTo>
                <a:lnTo>
                  <a:pt x="5543827" y="90490"/>
                </a:lnTo>
                <a:close/>
              </a:path>
            </a:pathLst>
          </a:custGeom>
        </p:spPr>
        <p:txBody>
          <a:bodyPr wrap="square" anchor="ctr">
            <a:noAutofit/>
          </a:bodyPr>
          <a:lstStyle>
            <a:lvl1pPr marL="0" indent="0" algn="ctr">
              <a:buNone/>
              <a:defRPr sz="1200"/>
            </a:lvl1pPr>
          </a:lstStyle>
          <a:p>
            <a:r>
              <a:rPr lang="en-US"/>
              <a:t>Click icon to add picture</a:t>
            </a:r>
            <a:endParaRPr lang="en-US" dirty="0"/>
          </a:p>
        </p:txBody>
      </p:sp>
      <p:sp>
        <p:nvSpPr>
          <p:cNvPr id="2" name="Title 1"/>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11" name="TextBox 10"/>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sp>
        <p:nvSpPr>
          <p:cNvPr id="12" name="Date Placeholder 3"/>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fld id="{39F9F6DA-54B0-4E86-A2E9-77437AD922F7}" type="datetime4">
              <a:rPr lang="en-GB" smtClean="0"/>
              <a:t>12 May 2026</a:t>
            </a:fld>
            <a:endParaRPr lang="en-GB" dirty="0"/>
          </a:p>
        </p:txBody>
      </p:sp>
      <p:pic>
        <p:nvPicPr>
          <p:cNvPr id="4" name="Picture 3"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5" name="Picture 4"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3" name="Group 2"/>
          <p:cNvGrpSpPr/>
          <p:nvPr userDrawn="1"/>
        </p:nvGrpSpPr>
        <p:grpSpPr>
          <a:xfrm>
            <a:off x="8227477" y="5847136"/>
            <a:ext cx="2772644" cy="631029"/>
            <a:chOff x="4757737" y="3124200"/>
            <a:chExt cx="2678906" cy="609695"/>
          </a:xfrm>
        </p:grpSpPr>
        <p:sp>
          <p:nvSpPr>
            <p:cNvPr id="9" name="Freeform: Shape 8"/>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0" name="Freeform: Shape 9"/>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3" name="Freeform: Shape 12"/>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4" name="Freeform: Shape 13"/>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5" name="Graphic 3"/>
            <p:cNvGrpSpPr/>
            <p:nvPr/>
          </p:nvGrpSpPr>
          <p:grpSpPr>
            <a:xfrm>
              <a:off x="4876799" y="3243548"/>
              <a:ext cx="184499" cy="184594"/>
              <a:chOff x="4876799" y="3243548"/>
              <a:chExt cx="184499" cy="184594"/>
            </a:xfrm>
          </p:grpSpPr>
          <p:sp>
            <p:nvSpPr>
              <p:cNvPr id="84" name="Freeform: Shape 83"/>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5" name="Graphic 3"/>
              <p:cNvGrpSpPr/>
              <p:nvPr/>
            </p:nvGrpSpPr>
            <p:grpSpPr>
              <a:xfrm>
                <a:off x="4897849" y="3268503"/>
                <a:ext cx="147827" cy="84677"/>
                <a:chOff x="4897849" y="3268503"/>
                <a:chExt cx="147827" cy="84677"/>
              </a:xfrm>
              <a:solidFill>
                <a:srgbClr val="333333"/>
              </a:solidFill>
            </p:grpSpPr>
            <p:sp>
              <p:nvSpPr>
                <p:cNvPr id="86" name="Freeform: Shape 85"/>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87" name="Freeform: Shape 86"/>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6" name="Graphic 3"/>
            <p:cNvGrpSpPr/>
            <p:nvPr/>
          </p:nvGrpSpPr>
          <p:grpSpPr>
            <a:xfrm>
              <a:off x="5095398" y="3268313"/>
              <a:ext cx="422052" cy="54768"/>
              <a:chOff x="5095398" y="3268313"/>
              <a:chExt cx="422052" cy="54768"/>
            </a:xfrm>
            <a:solidFill>
              <a:srgbClr val="333333"/>
            </a:solidFill>
          </p:grpSpPr>
          <p:sp>
            <p:nvSpPr>
              <p:cNvPr id="75" name="Freeform: Shape 74"/>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78" name="Freeform: Shape 77"/>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17" name="Graphic 3"/>
            <p:cNvGrpSpPr/>
            <p:nvPr/>
          </p:nvGrpSpPr>
          <p:grpSpPr>
            <a:xfrm>
              <a:off x="5095398" y="3348608"/>
              <a:ext cx="237172" cy="54864"/>
              <a:chOff x="5095398" y="3348608"/>
              <a:chExt cx="237172" cy="54864"/>
            </a:xfrm>
            <a:solidFill>
              <a:srgbClr val="333333"/>
            </a:solidFill>
          </p:grpSpPr>
          <p:sp>
            <p:nvSpPr>
              <p:cNvPr id="70" name="Freeform: Shape 69"/>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3" name="Freeform: Shape 72"/>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18" name="Freeform: Shape 17"/>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19" name="Freeform: Shape 18"/>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0" name="Freeform: Shape 19"/>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1" name="Freeform: Shape 20"/>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28" name="Freeform: Shape 27"/>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29" name="Freeform: Shape 28"/>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0" name="Freeform: Shape 29"/>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0" name="Freeform: Shape 59"/>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3" name="Freeform: Shape 62"/>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ank you">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3908" y="2643127"/>
            <a:ext cx="6701188" cy="1325563"/>
          </a:xfrm>
        </p:spPr>
        <p:txBody>
          <a:bodyPr anchor="b"/>
          <a:lstStyle>
            <a:lvl1pPr>
              <a:defRPr>
                <a:solidFill>
                  <a:schemeClr val="bg1"/>
                </a:solidFill>
              </a:defRPr>
            </a:lvl1pPr>
          </a:lstStyle>
          <a:p>
            <a:r>
              <a:rPr lang="en-GB" dirty="0"/>
              <a:t>Thank you</a:t>
            </a:r>
            <a:endParaRPr lang="en-US" dirty="0"/>
          </a:p>
        </p:txBody>
      </p:sp>
      <p:sp>
        <p:nvSpPr>
          <p:cNvPr id="3" name="bg object 17"/>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dirty="0"/>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1714110"/>
            <a:ext cx="1840546" cy="610478"/>
          </a:xfrm>
          <a:prstGeom prst="rect">
            <a:avLst/>
          </a:prstGeom>
        </p:spPr>
      </p:pic>
      <p:sp>
        <p:nvSpPr>
          <p:cNvPr id="6" name="Text Placeholder 5"/>
          <p:cNvSpPr>
            <a:spLocks noGrp="1"/>
          </p:cNvSpPr>
          <p:nvPr>
            <p:ph type="body" sz="quarter" idx="10" hasCustomPrompt="1"/>
          </p:nvPr>
        </p:nvSpPr>
        <p:spPr>
          <a:xfrm>
            <a:off x="384176" y="5435600"/>
            <a:ext cx="6701189" cy="731838"/>
          </a:xfrm>
        </p:spPr>
        <p:txBody>
          <a:bodyPr>
            <a:normAutofit/>
          </a:bodyPr>
          <a:lstStyle>
            <a:lvl1pPr marL="0" indent="0">
              <a:buNone/>
              <a:defRPr sz="800">
                <a:solidFill>
                  <a:schemeClr val="bg1"/>
                </a:solidFill>
              </a:defRPr>
            </a:lvl1pPr>
            <a:lvl2pPr marL="457200" indent="0">
              <a:buNone/>
              <a:defRPr sz="800">
                <a:solidFill>
                  <a:schemeClr val="bg1"/>
                </a:solidFill>
              </a:defRPr>
            </a:lvl2pPr>
            <a:lvl3pPr marL="914400" indent="0">
              <a:buNone/>
              <a:defRPr sz="800">
                <a:solidFill>
                  <a:schemeClr val="bg1"/>
                </a:solidFill>
              </a:defRPr>
            </a:lvl3pPr>
            <a:lvl4pPr marL="1371600" indent="0">
              <a:buNone/>
              <a:defRPr sz="800">
                <a:solidFill>
                  <a:schemeClr val="bg1"/>
                </a:solidFill>
              </a:defRPr>
            </a:lvl4pPr>
            <a:lvl5pPr marL="1828800" indent="0">
              <a:buNone/>
              <a:defRPr sz="800">
                <a:solidFill>
                  <a:schemeClr val="bg1"/>
                </a:solidFill>
              </a:defRPr>
            </a:lvl5pPr>
          </a:lstStyle>
          <a:p>
            <a:r>
              <a:rPr lang="en-GB" dirty="0">
                <a:effectLst/>
                <a:latin typeface="Arial" panose="020B0604020202020204" pitchFamily="34" charset="0"/>
              </a:rPr>
              <a:t>Lorem ipsum </a:t>
            </a:r>
            <a:r>
              <a:rPr lang="en-GB" dirty="0" err="1">
                <a:effectLst/>
                <a:latin typeface="Arial" panose="020B0604020202020204" pitchFamily="34" charset="0"/>
              </a:rPr>
              <a:t>dolor</a:t>
            </a:r>
            <a:r>
              <a:rPr lang="en-GB" dirty="0">
                <a:effectLst/>
                <a:latin typeface="Arial" panose="020B0604020202020204" pitchFamily="34" charset="0"/>
              </a:rPr>
              <a:t> sit </a:t>
            </a:r>
            <a:r>
              <a:rPr lang="en-GB" dirty="0" err="1">
                <a:effectLst/>
                <a:latin typeface="Arial" panose="020B0604020202020204" pitchFamily="34" charset="0"/>
              </a:rPr>
              <a:t>amet</a:t>
            </a:r>
            <a:r>
              <a:rPr lang="en-GB" dirty="0">
                <a:effectLst/>
                <a:latin typeface="Arial" panose="020B0604020202020204" pitchFamily="34" charset="0"/>
              </a:rPr>
              <a:t>, </a:t>
            </a:r>
            <a:r>
              <a:rPr lang="en-GB" dirty="0" err="1">
                <a:effectLst/>
                <a:latin typeface="Arial" panose="020B0604020202020204" pitchFamily="34" charset="0"/>
              </a:rPr>
              <a:t>consectetur</a:t>
            </a:r>
            <a:r>
              <a:rPr lang="en-GB" dirty="0">
                <a:effectLst/>
                <a:latin typeface="Arial" panose="020B0604020202020204" pitchFamily="34" charset="0"/>
              </a:rPr>
              <a:t> </a:t>
            </a:r>
            <a:r>
              <a:rPr lang="en-GB" dirty="0" err="1">
                <a:effectLst/>
                <a:latin typeface="Arial" panose="020B0604020202020204" pitchFamily="34" charset="0"/>
              </a:rPr>
              <a:t>adipiscing</a:t>
            </a:r>
            <a:r>
              <a:rPr lang="en-GB" dirty="0">
                <a:effectLst/>
                <a:latin typeface="Arial" panose="020B0604020202020204" pitchFamily="34" charset="0"/>
              </a:rPr>
              <a:t> </a:t>
            </a:r>
            <a:r>
              <a:rPr lang="en-GB" dirty="0" err="1">
                <a:effectLst/>
                <a:latin typeface="Arial" panose="020B0604020202020204" pitchFamily="34" charset="0"/>
              </a:rPr>
              <a:t>elit</a:t>
            </a:r>
            <a:r>
              <a:rPr lang="en-GB" dirty="0">
                <a:effectLst/>
                <a:latin typeface="Arial" panose="020B0604020202020204" pitchFamily="34" charset="0"/>
              </a:rPr>
              <a:t>. Ut convallis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volutpat</a:t>
            </a:r>
            <a:r>
              <a:rPr lang="en-GB" dirty="0">
                <a:effectLst/>
                <a:latin typeface="Arial" panose="020B0604020202020204" pitchFamily="34" charset="0"/>
              </a:rPr>
              <a:t>. </a:t>
            </a:r>
            <a:r>
              <a:rPr lang="en-GB" dirty="0" err="1">
                <a:effectLst/>
                <a:latin typeface="Arial" panose="020B0604020202020204" pitchFamily="34" charset="0"/>
              </a:rPr>
              <a:t>Suspendisse</a:t>
            </a:r>
            <a:r>
              <a:rPr lang="en-GB" dirty="0">
                <a:effectLst/>
                <a:latin typeface="Arial" panose="020B0604020202020204" pitchFamily="34" charset="0"/>
              </a:rPr>
              <a:t> </a:t>
            </a:r>
            <a:r>
              <a:rPr lang="en-GB" dirty="0" err="1">
                <a:effectLst/>
                <a:latin typeface="Arial" panose="020B0604020202020204" pitchFamily="34" charset="0"/>
              </a:rPr>
              <a:t>volutpat</a:t>
            </a:r>
            <a:r>
              <a:rPr lang="en-GB" dirty="0">
                <a:effectLst/>
                <a:latin typeface="Arial" panose="020B0604020202020204" pitchFamily="34" charset="0"/>
              </a:rPr>
              <a:t> id eros a </a:t>
            </a:r>
            <a:r>
              <a:rPr lang="en-GB" dirty="0" err="1">
                <a:effectLst/>
                <a:latin typeface="Arial" panose="020B0604020202020204" pitchFamily="34" charset="0"/>
              </a:rPr>
              <a:t>ultricies</a:t>
            </a:r>
            <a:r>
              <a:rPr lang="en-GB" dirty="0">
                <a:effectLst/>
                <a:latin typeface="Arial" panose="020B0604020202020204" pitchFamily="34" charset="0"/>
              </a:rPr>
              <a:t>. Vestibulum </a:t>
            </a:r>
            <a:r>
              <a:rPr lang="en-GB" dirty="0" err="1">
                <a:effectLst/>
                <a:latin typeface="Arial" panose="020B0604020202020204" pitchFamily="34" charset="0"/>
              </a:rPr>
              <a:t>iaculis</a:t>
            </a:r>
            <a:r>
              <a:rPr lang="en-GB" dirty="0">
                <a:effectLst/>
                <a:latin typeface="Arial" panose="020B0604020202020204" pitchFamily="34" charset="0"/>
              </a:rPr>
              <a:t> </a:t>
            </a:r>
            <a:r>
              <a:rPr lang="en-GB" dirty="0" err="1">
                <a:effectLst/>
                <a:latin typeface="Arial" panose="020B0604020202020204" pitchFamily="34" charset="0"/>
              </a:rPr>
              <a:t>luctus</a:t>
            </a:r>
            <a:r>
              <a:rPr lang="en-GB" dirty="0">
                <a:effectLst/>
                <a:latin typeface="Arial" panose="020B0604020202020204" pitchFamily="34" charset="0"/>
              </a:rPr>
              <a:t> </a:t>
            </a:r>
            <a:r>
              <a:rPr lang="en-GB" dirty="0" err="1">
                <a:effectLst/>
                <a:latin typeface="Arial" panose="020B0604020202020204" pitchFamily="34" charset="0"/>
              </a:rPr>
              <a:t>velit</a:t>
            </a:r>
            <a:r>
              <a:rPr lang="en-GB" dirty="0">
                <a:effectLst/>
                <a:latin typeface="Arial" panose="020B0604020202020204" pitchFamily="34" charset="0"/>
              </a:rPr>
              <a:t>, vitae fermentum </a:t>
            </a:r>
            <a:r>
              <a:rPr lang="en-GB" dirty="0" err="1">
                <a:effectLst/>
                <a:latin typeface="Arial" panose="020B0604020202020204" pitchFamily="34" charset="0"/>
              </a:rPr>
              <a:t>felis</a:t>
            </a:r>
            <a:r>
              <a:rPr lang="en-GB" dirty="0">
                <a:effectLst/>
                <a:latin typeface="Arial" panose="020B0604020202020204" pitchFamily="34" charset="0"/>
              </a:rPr>
              <a:t> </a:t>
            </a:r>
            <a:r>
              <a:rPr lang="en-GB" dirty="0" err="1">
                <a:effectLst/>
                <a:latin typeface="Arial" panose="020B0604020202020204" pitchFamily="34" charset="0"/>
              </a:rPr>
              <a:t>sollicitudin</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Pellentesque</a:t>
            </a:r>
            <a:r>
              <a:rPr lang="en-GB" dirty="0">
                <a:effectLst/>
                <a:latin typeface="Arial" panose="020B0604020202020204" pitchFamily="34" charset="0"/>
              </a:rPr>
              <a:t> tempus libero </a:t>
            </a:r>
            <a:r>
              <a:rPr lang="en-GB" dirty="0" err="1">
                <a:effectLst/>
                <a:latin typeface="Arial" panose="020B0604020202020204" pitchFamily="34" charset="0"/>
              </a:rPr>
              <a:t>nibh</a:t>
            </a:r>
            <a:r>
              <a:rPr lang="en-GB" dirty="0">
                <a:effectLst/>
                <a:latin typeface="Arial" panose="020B0604020202020204" pitchFamily="34" charset="0"/>
              </a:rPr>
              <a:t>, </a:t>
            </a:r>
            <a:r>
              <a:rPr lang="en-GB" dirty="0" err="1">
                <a:effectLst/>
                <a:latin typeface="Arial" panose="020B0604020202020204" pitchFamily="34" charset="0"/>
              </a:rPr>
              <a:t>nec</a:t>
            </a:r>
            <a:r>
              <a:rPr lang="en-GB" dirty="0">
                <a:effectLst/>
                <a:latin typeface="Arial" panose="020B0604020202020204" pitchFamily="34" charset="0"/>
              </a:rPr>
              <a:t> </a:t>
            </a:r>
            <a:r>
              <a:rPr lang="en-GB" dirty="0" err="1">
                <a:effectLst/>
                <a:latin typeface="Arial" panose="020B0604020202020204" pitchFamily="34" charset="0"/>
              </a:rPr>
              <a:t>interdum</a:t>
            </a:r>
            <a:r>
              <a:rPr lang="en-GB" dirty="0">
                <a:effectLst/>
                <a:latin typeface="Arial" panose="020B0604020202020204" pitchFamily="34" charset="0"/>
              </a:rPr>
              <a:t> </a:t>
            </a:r>
            <a:r>
              <a:rPr lang="en-GB" dirty="0" err="1">
                <a:effectLst/>
                <a:latin typeface="Arial" panose="020B0604020202020204" pitchFamily="34" charset="0"/>
              </a:rPr>
              <a:t>urna</a:t>
            </a:r>
            <a:r>
              <a:rPr lang="en-GB" dirty="0">
                <a:effectLst/>
                <a:latin typeface="Arial" panose="020B0604020202020204" pitchFamily="34" charset="0"/>
              </a:rPr>
              <a:t> fermentum vel. Nunc </a:t>
            </a:r>
            <a:r>
              <a:rPr lang="en-GB" dirty="0" err="1">
                <a:effectLst/>
                <a:latin typeface="Arial" panose="020B0604020202020204" pitchFamily="34" charset="0"/>
              </a:rPr>
              <a:t>dignissim</a:t>
            </a:r>
            <a:r>
              <a:rPr lang="en-GB" dirty="0">
                <a:effectLst/>
                <a:latin typeface="Arial" panose="020B0604020202020204" pitchFamily="34" charset="0"/>
              </a:rPr>
              <a:t> </a:t>
            </a:r>
            <a:r>
              <a:rPr lang="en-GB" dirty="0" err="1">
                <a:effectLst/>
                <a:latin typeface="Arial" panose="020B0604020202020204" pitchFamily="34" charset="0"/>
              </a:rPr>
              <a:t>lacus</a:t>
            </a:r>
            <a:r>
              <a:rPr lang="en-GB" dirty="0">
                <a:effectLst/>
                <a:latin typeface="Arial" panose="020B0604020202020204" pitchFamily="34" charset="0"/>
              </a:rPr>
              <a:t> </a:t>
            </a:r>
            <a:r>
              <a:rPr lang="en-GB" dirty="0" err="1">
                <a:effectLst/>
                <a:latin typeface="Arial" panose="020B0604020202020204" pitchFamily="34" charset="0"/>
              </a:rPr>
              <a:t>velit</a:t>
            </a:r>
            <a:r>
              <a:rPr lang="en-GB" dirty="0">
                <a:effectLst/>
                <a:latin typeface="Arial" panose="020B0604020202020204" pitchFamily="34" charset="0"/>
              </a:rPr>
              <a:t>, </a:t>
            </a:r>
            <a:r>
              <a:rPr lang="en-GB" dirty="0" err="1">
                <a:effectLst/>
                <a:latin typeface="Arial" panose="020B0604020202020204" pitchFamily="34" charset="0"/>
              </a:rPr>
              <a:t>eu</a:t>
            </a:r>
            <a:r>
              <a:rPr lang="en-GB" dirty="0">
                <a:effectLst/>
                <a:latin typeface="Arial" panose="020B0604020202020204" pitchFamily="34" charset="0"/>
              </a:rPr>
              <a:t> </a:t>
            </a:r>
            <a:r>
              <a:rPr lang="en-GB" dirty="0" err="1">
                <a:effectLst/>
                <a:latin typeface="Arial" panose="020B0604020202020204" pitchFamily="34" charset="0"/>
              </a:rPr>
              <a:t>hendrerit</a:t>
            </a:r>
            <a:r>
              <a:rPr lang="en-GB" dirty="0">
                <a:effectLst/>
                <a:latin typeface="Arial" panose="020B0604020202020204" pitchFamily="34" charset="0"/>
              </a:rPr>
              <a:t> magna </a:t>
            </a:r>
            <a:r>
              <a:rPr lang="en-GB" dirty="0" err="1">
                <a:effectLst/>
                <a:latin typeface="Arial" panose="020B0604020202020204" pitchFamily="34" charset="0"/>
              </a:rPr>
              <a:t>commodo</a:t>
            </a:r>
            <a:r>
              <a:rPr lang="en-GB" dirty="0">
                <a:effectLst/>
                <a:latin typeface="Arial" panose="020B0604020202020204" pitchFamily="34" charset="0"/>
              </a:rPr>
              <a:t> et.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suscipit</a:t>
            </a:r>
            <a:r>
              <a:rPr lang="en-GB" dirty="0">
                <a:effectLst/>
                <a:latin typeface="Arial" panose="020B0604020202020204" pitchFamily="34" charset="0"/>
              </a:rPr>
              <a:t>, </a:t>
            </a:r>
            <a:r>
              <a:rPr lang="en-GB" dirty="0" err="1">
                <a:effectLst/>
                <a:latin typeface="Arial" panose="020B0604020202020204" pitchFamily="34" charset="0"/>
              </a:rPr>
              <a:t>tellus</a:t>
            </a:r>
            <a:r>
              <a:rPr lang="en-GB" dirty="0">
                <a:effectLst/>
                <a:latin typeface="Arial" panose="020B0604020202020204" pitchFamily="34" charset="0"/>
              </a:rPr>
              <a:t> ac auctor </a:t>
            </a:r>
            <a:r>
              <a:rPr lang="en-GB" dirty="0" err="1">
                <a:effectLst/>
                <a:latin typeface="Arial" panose="020B0604020202020204" pitchFamily="34" charset="0"/>
              </a:rPr>
              <a:t>egestas</a:t>
            </a:r>
            <a:r>
              <a:rPr lang="en-GB" dirty="0">
                <a:effectLst/>
                <a:latin typeface="Arial" panose="020B0604020202020204" pitchFamily="34" charset="0"/>
              </a:rPr>
              <a:t>, </a:t>
            </a:r>
            <a:r>
              <a:rPr lang="en-GB" dirty="0" err="1">
                <a:effectLst/>
                <a:latin typeface="Arial" panose="020B0604020202020204" pitchFamily="34" charset="0"/>
              </a:rPr>
              <a:t>arcu</a:t>
            </a:r>
            <a:r>
              <a:rPr lang="en-GB" dirty="0">
                <a:effectLst/>
                <a:latin typeface="Arial" panose="020B0604020202020204" pitchFamily="34" charset="0"/>
              </a:rPr>
              <a:t> </a:t>
            </a:r>
            <a:r>
              <a:rPr lang="en-GB" dirty="0" err="1">
                <a:effectLst/>
                <a:latin typeface="Arial" panose="020B0604020202020204" pitchFamily="34" charset="0"/>
              </a:rPr>
              <a:t>leo</a:t>
            </a:r>
            <a:r>
              <a:rPr lang="en-GB" dirty="0">
                <a:effectLst/>
                <a:latin typeface="Arial" panose="020B0604020202020204" pitchFamily="34" charset="0"/>
              </a:rPr>
              <a:t> </a:t>
            </a:r>
            <a:r>
              <a:rPr lang="en-GB" dirty="0" err="1">
                <a:effectLst/>
                <a:latin typeface="Arial" panose="020B0604020202020204" pitchFamily="34" charset="0"/>
              </a:rPr>
              <a:t>molestie</a:t>
            </a:r>
            <a:r>
              <a:rPr lang="en-GB" dirty="0">
                <a:effectLst/>
                <a:latin typeface="Arial" panose="020B0604020202020204" pitchFamily="34" charset="0"/>
              </a:rPr>
              <a:t> </a:t>
            </a:r>
            <a:r>
              <a:rPr lang="en-GB" dirty="0" err="1">
                <a:effectLst/>
                <a:latin typeface="Arial" panose="020B0604020202020204" pitchFamily="34" charset="0"/>
              </a:rPr>
              <a:t>augue</a:t>
            </a:r>
            <a:r>
              <a:rPr lang="en-GB" dirty="0">
                <a:effectLst/>
                <a:latin typeface="Arial" panose="020B0604020202020204" pitchFamily="34" charset="0"/>
              </a:rPr>
              <a:t>, at porta </a:t>
            </a:r>
            <a:r>
              <a:rPr lang="en-GB" dirty="0" err="1">
                <a:effectLst/>
                <a:latin typeface="Arial" panose="020B0604020202020204" pitchFamily="34" charset="0"/>
              </a:rPr>
              <a:t>dolor</a:t>
            </a:r>
            <a:r>
              <a:rPr lang="en-GB" dirty="0">
                <a:effectLst/>
                <a:latin typeface="Arial" panose="020B0604020202020204" pitchFamily="34" charset="0"/>
              </a:rPr>
              <a:t> </a:t>
            </a:r>
            <a:r>
              <a:rPr lang="en-GB" dirty="0" err="1">
                <a:effectLst/>
                <a:latin typeface="Arial" panose="020B0604020202020204" pitchFamily="34" charset="0"/>
              </a:rPr>
              <a:t>odio</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lectus</a:t>
            </a:r>
            <a:r>
              <a:rPr lang="en-GB" dirty="0">
                <a:effectLst/>
                <a:latin typeface="Arial" panose="020B0604020202020204" pitchFamily="34" charset="0"/>
              </a:rPr>
              <a:t>. Integer </a:t>
            </a:r>
            <a:r>
              <a:rPr lang="en-GB" dirty="0" err="1">
                <a:effectLst/>
                <a:latin typeface="Arial" panose="020B0604020202020204" pitchFamily="34" charset="0"/>
              </a:rPr>
              <a:t>justo</a:t>
            </a:r>
            <a:r>
              <a:rPr lang="en-GB" dirty="0">
                <a:effectLst/>
                <a:latin typeface="Arial" panose="020B0604020202020204" pitchFamily="34" charset="0"/>
              </a:rPr>
              <a:t> </a:t>
            </a:r>
            <a:r>
              <a:rPr lang="en-GB" dirty="0" err="1">
                <a:effectLst/>
                <a:latin typeface="Arial" panose="020B0604020202020204" pitchFamily="34" charset="0"/>
              </a:rPr>
              <a:t>orci</a:t>
            </a:r>
            <a:r>
              <a:rPr lang="en-GB" dirty="0">
                <a:effectLst/>
                <a:latin typeface="Arial" panose="020B0604020202020204" pitchFamily="34" charset="0"/>
              </a:rPr>
              <a:t>, </a:t>
            </a:r>
            <a:r>
              <a:rPr lang="en-GB" dirty="0" err="1">
                <a:effectLst/>
                <a:latin typeface="Arial" panose="020B0604020202020204" pitchFamily="34" charset="0"/>
              </a:rPr>
              <a:t>vulputate</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laoreet</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imperdiet</a:t>
            </a:r>
            <a:r>
              <a:rPr lang="en-GB" dirty="0">
                <a:effectLst/>
                <a:latin typeface="Arial" panose="020B0604020202020204" pitchFamily="34" charset="0"/>
              </a:rPr>
              <a:t> id </a:t>
            </a:r>
            <a:r>
              <a:rPr lang="en-GB" dirty="0" err="1">
                <a:effectLst/>
                <a:latin typeface="Arial" panose="020B0604020202020204" pitchFamily="34" charset="0"/>
              </a:rPr>
              <a:t>neque</a:t>
            </a:r>
            <a:r>
              <a:rPr lang="en-GB" dirty="0">
                <a:effectLst/>
                <a:latin typeface="Arial" panose="020B0604020202020204" pitchFamily="34" charset="0"/>
              </a:rPr>
              <a:t>. Vestibulum ante ipsum </a:t>
            </a:r>
            <a:r>
              <a:rPr lang="en-GB" dirty="0" err="1">
                <a:effectLst/>
                <a:latin typeface="Arial" panose="020B0604020202020204" pitchFamily="34" charset="0"/>
              </a:rPr>
              <a:t>primis</a:t>
            </a:r>
            <a:r>
              <a:rPr lang="en-GB" dirty="0">
                <a:effectLst/>
                <a:latin typeface="Arial" panose="020B0604020202020204" pitchFamily="34" charset="0"/>
              </a:rPr>
              <a:t> in </a:t>
            </a:r>
            <a:r>
              <a:rPr lang="en-GB" dirty="0" err="1">
                <a:effectLst/>
                <a:latin typeface="Arial" panose="020B0604020202020204" pitchFamily="34" charset="0"/>
              </a:rPr>
              <a:t>faucibus</a:t>
            </a:r>
            <a:r>
              <a:rPr lang="en-GB" dirty="0">
                <a:effectLst/>
                <a:latin typeface="Arial" panose="020B0604020202020204" pitchFamily="34" charset="0"/>
              </a:rPr>
              <a:t> </a:t>
            </a:r>
            <a:r>
              <a:rPr lang="en-GB" dirty="0" err="1">
                <a:effectLst/>
                <a:latin typeface="Arial" panose="020B0604020202020204" pitchFamily="34" charset="0"/>
              </a:rPr>
              <a:t>orci</a:t>
            </a:r>
            <a:r>
              <a:rPr lang="en-GB" dirty="0">
                <a:effectLst/>
                <a:latin typeface="Arial" panose="020B0604020202020204" pitchFamily="34" charset="0"/>
              </a:rPr>
              <a:t> </a:t>
            </a:r>
            <a:r>
              <a:rPr lang="en-GB" dirty="0" err="1">
                <a:effectLst/>
                <a:latin typeface="Arial" panose="020B0604020202020204" pitchFamily="34" charset="0"/>
              </a:rPr>
              <a:t>luctus</a:t>
            </a:r>
            <a:r>
              <a:rPr lang="en-GB" dirty="0">
                <a:effectLst/>
                <a:latin typeface="Arial" panose="020B0604020202020204" pitchFamily="34" charset="0"/>
              </a:rPr>
              <a:t> et </a:t>
            </a:r>
            <a:r>
              <a:rPr lang="en-GB" dirty="0" err="1">
                <a:effectLst/>
                <a:latin typeface="Arial" panose="020B0604020202020204" pitchFamily="34" charset="0"/>
              </a:rPr>
              <a:t>ultrices</a:t>
            </a:r>
            <a:r>
              <a:rPr lang="en-GB" dirty="0">
                <a:effectLst/>
                <a:latin typeface="Arial" panose="020B0604020202020204" pitchFamily="34" charset="0"/>
              </a:rPr>
              <a:t> </a:t>
            </a:r>
            <a:r>
              <a:rPr lang="en-GB" dirty="0" err="1">
                <a:effectLst/>
                <a:latin typeface="Arial" panose="020B0604020202020204" pitchFamily="34" charset="0"/>
              </a:rPr>
              <a:t>posuere</a:t>
            </a:r>
            <a:r>
              <a:rPr lang="en-GB" dirty="0">
                <a:effectLst/>
                <a:latin typeface="Arial" panose="020B0604020202020204" pitchFamily="34" charset="0"/>
              </a:rPr>
              <a:t> </a:t>
            </a:r>
            <a:r>
              <a:rPr lang="en-GB" dirty="0" err="1">
                <a:effectLst/>
                <a:latin typeface="Arial" panose="020B0604020202020204" pitchFamily="34" charset="0"/>
              </a:rPr>
              <a:t>cubilia</a:t>
            </a:r>
            <a:r>
              <a:rPr lang="en-GB" dirty="0">
                <a:effectLst/>
                <a:latin typeface="Arial" panose="020B0604020202020204" pitchFamily="34" charset="0"/>
              </a:rPr>
              <a:t> curae; Nam gravida </a:t>
            </a:r>
            <a:r>
              <a:rPr lang="en-GB" dirty="0" err="1">
                <a:effectLst/>
                <a:latin typeface="Arial" panose="020B0604020202020204" pitchFamily="34" charset="0"/>
              </a:rPr>
              <a:t>odio</a:t>
            </a:r>
            <a:r>
              <a:rPr lang="en-GB" dirty="0">
                <a:effectLst/>
                <a:latin typeface="Arial" panose="020B0604020202020204" pitchFamily="34" charset="0"/>
              </a:rPr>
              <a:t> id </a:t>
            </a:r>
            <a:r>
              <a:rPr lang="en-GB" dirty="0" err="1">
                <a:effectLst/>
                <a:latin typeface="Arial" panose="020B0604020202020204" pitchFamily="34" charset="0"/>
              </a:rPr>
              <a:t>bibendum</a:t>
            </a:r>
            <a:r>
              <a:rPr lang="en-GB" dirty="0">
                <a:effectLst/>
                <a:latin typeface="Arial" panose="020B0604020202020204" pitchFamily="34" charset="0"/>
              </a:rPr>
              <a:t> </a:t>
            </a:r>
            <a:r>
              <a:rPr lang="en-GB" dirty="0" err="1">
                <a:effectLst/>
                <a:latin typeface="Arial" panose="020B0604020202020204" pitchFamily="34" charset="0"/>
              </a:rPr>
              <a:t>posuere</a:t>
            </a:r>
            <a:r>
              <a:rPr lang="en-GB" dirty="0">
                <a:effectLst/>
                <a:latin typeface="Arial" panose="020B0604020202020204" pitchFamily="34" charset="0"/>
              </a:rPr>
              <a:t>. Nunc </a:t>
            </a:r>
            <a:r>
              <a:rPr lang="en-GB" dirty="0" err="1">
                <a:effectLst/>
                <a:latin typeface="Arial" panose="020B0604020202020204" pitchFamily="34" charset="0"/>
              </a:rPr>
              <a:t>massa</a:t>
            </a:r>
            <a:r>
              <a:rPr lang="en-GB" dirty="0">
                <a:effectLst/>
                <a:latin typeface="Arial" panose="020B0604020202020204" pitchFamily="34" charset="0"/>
              </a:rPr>
              <a:t> ante, </a:t>
            </a:r>
            <a:r>
              <a:rPr lang="en-GB" dirty="0" err="1">
                <a:effectLst/>
                <a:latin typeface="Arial" panose="020B0604020202020204" pitchFamily="34" charset="0"/>
              </a:rPr>
              <a:t>elementum</a:t>
            </a:r>
            <a:r>
              <a:rPr lang="en-GB" dirty="0">
                <a:effectLst/>
                <a:latin typeface="Arial" panose="020B0604020202020204" pitchFamily="34" charset="0"/>
              </a:rPr>
              <a:t> </a:t>
            </a:r>
            <a:r>
              <a:rPr lang="en-GB" dirty="0" err="1">
                <a:effectLst/>
                <a:latin typeface="Arial" panose="020B0604020202020204" pitchFamily="34" charset="0"/>
              </a:rPr>
              <a:t>quis</a:t>
            </a:r>
            <a:r>
              <a:rPr lang="en-GB" dirty="0">
                <a:effectLst/>
                <a:latin typeface="Arial" panose="020B0604020202020204" pitchFamily="34" charset="0"/>
              </a:rPr>
              <a:t> </a:t>
            </a:r>
            <a:r>
              <a:rPr lang="en-GB" dirty="0" err="1">
                <a:effectLst/>
                <a:latin typeface="Arial" panose="020B0604020202020204" pitchFamily="34" charset="0"/>
              </a:rPr>
              <a:t>massa</a:t>
            </a:r>
            <a:r>
              <a:rPr lang="en-GB" dirty="0">
                <a:effectLst/>
                <a:latin typeface="Arial" panose="020B0604020202020204" pitchFamily="34" charset="0"/>
              </a:rPr>
              <a:t> vitae, maximus porta </a:t>
            </a:r>
            <a:r>
              <a:rPr lang="en-GB" dirty="0" err="1">
                <a:effectLst/>
                <a:latin typeface="Arial" panose="020B0604020202020204" pitchFamily="34" charset="0"/>
              </a:rPr>
              <a:t>nunc</a:t>
            </a:r>
            <a:r>
              <a:rPr lang="en-GB" dirty="0">
                <a:effectLst/>
                <a:latin typeface="Arial" panose="020B0604020202020204" pitchFamily="34" charset="0"/>
              </a:rPr>
              <a:t>. </a:t>
            </a:r>
            <a:r>
              <a:rPr lang="en-GB" dirty="0" err="1">
                <a:effectLst/>
                <a:latin typeface="Arial" panose="020B0604020202020204" pitchFamily="34" charset="0"/>
              </a:rPr>
              <a:t>Quisque</a:t>
            </a:r>
            <a:r>
              <a:rPr lang="en-GB" dirty="0">
                <a:effectLst/>
                <a:latin typeface="Arial" panose="020B0604020202020204" pitchFamily="34" charset="0"/>
              </a:rPr>
              <a:t> </a:t>
            </a:r>
            <a:r>
              <a:rPr lang="en-GB" dirty="0" err="1">
                <a:effectLst/>
                <a:latin typeface="Arial" panose="020B0604020202020204" pitchFamily="34" charset="0"/>
              </a:rPr>
              <a:t>ut</a:t>
            </a:r>
            <a:r>
              <a:rPr lang="en-GB" dirty="0">
                <a:effectLst/>
                <a:latin typeface="Arial" panose="020B0604020202020204" pitchFamily="34" charset="0"/>
              </a:rPr>
              <a:t> </a:t>
            </a:r>
            <a:r>
              <a:rPr lang="en-GB" dirty="0" err="1">
                <a:effectLst/>
                <a:latin typeface="Arial" panose="020B0604020202020204" pitchFamily="34" charset="0"/>
              </a:rPr>
              <a:t>aliquam</a:t>
            </a:r>
            <a:r>
              <a:rPr lang="en-GB" dirty="0">
                <a:effectLst/>
                <a:latin typeface="Arial" panose="020B0604020202020204" pitchFamily="34" charset="0"/>
              </a:rPr>
              <a:t> </a:t>
            </a:r>
            <a:r>
              <a:rPr lang="en-GB" dirty="0" err="1">
                <a:effectLst/>
                <a:latin typeface="Arial" panose="020B0604020202020204" pitchFamily="34" charset="0"/>
              </a:rPr>
              <a:t>odio</a:t>
            </a:r>
            <a:r>
              <a:rPr lang="en-GB" dirty="0">
                <a:effectLst/>
                <a:latin typeface="Arial" panose="020B0604020202020204" pitchFamily="34" charset="0"/>
              </a:rPr>
              <a:t>, in </a:t>
            </a:r>
            <a:r>
              <a:rPr lang="en-GB" dirty="0" err="1">
                <a:effectLst/>
                <a:latin typeface="Arial" panose="020B0604020202020204" pitchFamily="34" charset="0"/>
              </a:rPr>
              <a:t>tempor</a:t>
            </a:r>
            <a:r>
              <a:rPr lang="en-GB" dirty="0">
                <a:effectLst/>
                <a:latin typeface="Arial" panose="020B0604020202020204" pitchFamily="34" charset="0"/>
              </a:rPr>
              <a:t> ligula.</a:t>
            </a:r>
          </a:p>
        </p:txBody>
      </p:sp>
      <p:sp>
        <p:nvSpPr>
          <p:cNvPr id="13" name="Text Placeholder 5"/>
          <p:cNvSpPr>
            <a:spLocks noGrp="1"/>
          </p:cNvSpPr>
          <p:nvPr>
            <p:ph type="body" sz="quarter" idx="11" hasCustomPrompt="1"/>
          </p:nvPr>
        </p:nvSpPr>
        <p:spPr>
          <a:xfrm>
            <a:off x="383907" y="4832854"/>
            <a:ext cx="6701189" cy="323850"/>
          </a:xfrm>
        </p:spPr>
        <p:txBody>
          <a:bodyPr anchor="ctr">
            <a:noAutofit/>
          </a:bodyPr>
          <a:lstStyle>
            <a:lvl1pPr marL="0" indent="0">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err="1"/>
              <a:t>contact@jmangroup.com</a:t>
            </a:r>
            <a:endParaRPr lang="en-US"/>
          </a:p>
        </p:txBody>
      </p:sp>
      <p:sp>
        <p:nvSpPr>
          <p:cNvPr id="7" name="TextBox 6"/>
          <p:cNvSpPr txBox="1"/>
          <p:nvPr userDrawn="1"/>
        </p:nvSpPr>
        <p:spPr>
          <a:xfrm>
            <a:off x="383907" y="4460488"/>
            <a:ext cx="7239024" cy="369332"/>
          </a:xfrm>
          <a:prstGeom prst="rect">
            <a:avLst/>
          </a:prstGeom>
          <a:noFill/>
        </p:spPr>
        <p:txBody>
          <a:bodyPr wrap="square" rtlCol="0">
            <a:spAutoFit/>
          </a:bodyPr>
          <a:lstStyle/>
          <a:p>
            <a:r>
              <a:rPr lang="en-US" sz="1800" b="1" dirty="0">
                <a:solidFill>
                  <a:schemeClr val="bg1"/>
                </a:solidFill>
                <a:latin typeface="Arial" panose="020B0604020202020204" pitchFamily="34" charset="0"/>
                <a:cs typeface="Arial" panose="020B0604020202020204" pitchFamily="34" charset="0"/>
              </a:rPr>
              <a:t>Contact</a:t>
            </a:r>
          </a:p>
        </p:txBody>
      </p:sp>
      <p:sp>
        <p:nvSpPr>
          <p:cNvPr id="10" name="TextBox 9"/>
          <p:cNvSpPr txBox="1"/>
          <p:nvPr userDrawn="1"/>
        </p:nvSpPr>
        <p:spPr>
          <a:xfrm>
            <a:off x="1" y="-825190"/>
            <a:ext cx="2389352" cy="646331"/>
          </a:xfrm>
          <a:prstGeom prst="rect">
            <a:avLst/>
          </a:prstGeom>
          <a:solidFill>
            <a:srgbClr val="FFFF00"/>
          </a:solidFill>
        </p:spPr>
        <p:txBody>
          <a:bodyPr wrap="square" rtlCol="0">
            <a:spAutoFit/>
          </a:bodyPr>
          <a:lstStyle/>
          <a:p>
            <a:r>
              <a:rPr lang="en-US" dirty="0"/>
              <a:t>Change background to match front cover</a:t>
            </a:r>
          </a:p>
        </p:txBody>
      </p:sp>
      <p:sp>
        <p:nvSpPr>
          <p:cNvPr id="14" name="TextBox 13"/>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hlinkClick r:id="rId4"/>
              </a:rPr>
              <a:t>jmangroup.com</a:t>
            </a:r>
            <a:endParaRPr lang="en-GB" sz="800" spc="55" dirty="0">
              <a:solidFill>
                <a:schemeClr val="bg1"/>
              </a:solidFill>
              <a:latin typeface="Arial" panose="020B0604020202020204" pitchFamily="34" charset="0"/>
              <a:cs typeface="Arial" panose="020B0604020202020204" pitchFamily="34" charset="0"/>
            </a:endParaRPr>
          </a:p>
        </p:txBody>
      </p:sp>
      <p:pic>
        <p:nvPicPr>
          <p:cNvPr id="5" name="Picture 4" descr="A logo with red text&#10;&#10;Description automatically generated"/>
          <p:cNvPicPr>
            <a:picLocks noChangeAspect="1"/>
          </p:cNvPicPr>
          <p:nvPr userDrawn="1"/>
        </p:nvPicPr>
        <p:blipFill>
          <a:blip r:embed="rId5"/>
          <a:stretch>
            <a:fillRect/>
          </a:stretch>
        </p:blipFill>
        <p:spPr>
          <a:xfrm>
            <a:off x="11177064" y="5852078"/>
            <a:ext cx="631029" cy="631029"/>
          </a:xfrm>
          <a:prstGeom prst="rect">
            <a:avLst/>
          </a:prstGeom>
        </p:spPr>
      </p:pic>
      <p:pic>
        <p:nvPicPr>
          <p:cNvPr id="9" name="Picture 8" descr="A white and blue sign with black text&#10;&#10;Description automatically generated"/>
          <p:cNvPicPr>
            <a:picLocks noChangeAspect="1"/>
          </p:cNvPicPr>
          <p:nvPr userDrawn="1"/>
        </p:nvPicPr>
        <p:blipFill>
          <a:blip r:embed="rId6"/>
          <a:stretch>
            <a:fillRect/>
          </a:stretch>
        </p:blipFill>
        <p:spPr>
          <a:xfrm>
            <a:off x="7262308" y="5852078"/>
            <a:ext cx="790960" cy="631029"/>
          </a:xfrm>
          <a:prstGeom prst="rect">
            <a:avLst/>
          </a:prstGeom>
        </p:spPr>
      </p:pic>
      <p:grpSp>
        <p:nvGrpSpPr>
          <p:cNvPr id="4" name="Group 3"/>
          <p:cNvGrpSpPr/>
          <p:nvPr userDrawn="1"/>
        </p:nvGrpSpPr>
        <p:grpSpPr>
          <a:xfrm>
            <a:off x="8227477" y="5847136"/>
            <a:ext cx="2772644" cy="631029"/>
            <a:chOff x="4757737" y="3124200"/>
            <a:chExt cx="2678906" cy="609695"/>
          </a:xfrm>
        </p:grpSpPr>
        <p:sp>
          <p:nvSpPr>
            <p:cNvPr id="12" name="Freeform: Shape 11"/>
            <p:cNvSpPr/>
            <p:nvPr/>
          </p:nvSpPr>
          <p:spPr>
            <a:xfrm>
              <a:off x="4778375" y="3143250"/>
              <a:ext cx="2636838" cy="571499"/>
            </a:xfrm>
            <a:custGeom>
              <a:avLst/>
              <a:gdLst>
                <a:gd name="connsiteX0" fmla="*/ 0 w 2626995"/>
                <a:gd name="connsiteY0" fmla="*/ 0 h 558831"/>
                <a:gd name="connsiteX1" fmla="*/ 2626995 w 2626995"/>
                <a:gd name="connsiteY1" fmla="*/ 0 h 558831"/>
                <a:gd name="connsiteX2" fmla="*/ 2626995 w 2626995"/>
                <a:gd name="connsiteY2" fmla="*/ 558832 h 558831"/>
                <a:gd name="connsiteX3" fmla="*/ 0 w 2626995"/>
                <a:gd name="connsiteY3" fmla="*/ 558832 h 558831"/>
              </a:gdLst>
              <a:ahLst/>
              <a:cxnLst>
                <a:cxn ang="0">
                  <a:pos x="connsiteX0" y="connsiteY0"/>
                </a:cxn>
                <a:cxn ang="0">
                  <a:pos x="connsiteX1" y="connsiteY1"/>
                </a:cxn>
                <a:cxn ang="0">
                  <a:pos x="connsiteX2" y="connsiteY2"/>
                </a:cxn>
                <a:cxn ang="0">
                  <a:pos x="connsiteX3" y="connsiteY3"/>
                </a:cxn>
              </a:cxnLst>
              <a:rect l="l" t="t" r="r" b="b"/>
              <a:pathLst>
                <a:path w="2626995" h="558831">
                  <a:moveTo>
                    <a:pt x="0" y="0"/>
                  </a:moveTo>
                  <a:lnTo>
                    <a:pt x="2626995" y="0"/>
                  </a:lnTo>
                  <a:lnTo>
                    <a:pt x="2626995" y="558832"/>
                  </a:lnTo>
                  <a:lnTo>
                    <a:pt x="0" y="558832"/>
                  </a:lnTo>
                  <a:close/>
                </a:path>
              </a:pathLst>
            </a:custGeom>
            <a:solidFill>
              <a:srgbClr val="FFFFFF"/>
            </a:solidFill>
            <a:ln w="9525" cap="flat">
              <a:noFill/>
              <a:prstDash val="solid"/>
              <a:miter/>
            </a:ln>
          </p:spPr>
          <p:txBody>
            <a:bodyPr rtlCol="0" anchor="ctr"/>
            <a:lstStyle/>
            <a:p>
              <a:endParaRPr lang="en-IN"/>
            </a:p>
          </p:txBody>
        </p:sp>
        <p:sp>
          <p:nvSpPr>
            <p:cNvPr id="15" name="Freeform: Shape 14"/>
            <p:cNvSpPr/>
            <p:nvPr/>
          </p:nvSpPr>
          <p:spPr>
            <a:xfrm>
              <a:off x="4757737" y="3124200"/>
              <a:ext cx="2678906" cy="609695"/>
            </a:xfrm>
            <a:custGeom>
              <a:avLst/>
              <a:gdLst>
                <a:gd name="connsiteX0" fmla="*/ 2653570 w 2678906"/>
                <a:gd name="connsiteY0" fmla="*/ 25432 h 609695"/>
                <a:gd name="connsiteX1" fmla="*/ 2653570 w 2678906"/>
                <a:gd name="connsiteY1" fmla="*/ 584264 h 609695"/>
                <a:gd name="connsiteX2" fmla="*/ 25432 w 2678906"/>
                <a:gd name="connsiteY2" fmla="*/ 584264 h 609695"/>
                <a:gd name="connsiteX3" fmla="*/ 25432 w 2678906"/>
                <a:gd name="connsiteY3" fmla="*/ 25432 h 609695"/>
                <a:gd name="connsiteX4" fmla="*/ 2653570 w 2678906"/>
                <a:gd name="connsiteY4" fmla="*/ 25432 h 609695"/>
                <a:gd name="connsiteX5" fmla="*/ 2678906 w 2678906"/>
                <a:gd name="connsiteY5" fmla="*/ 0 h 609695"/>
                <a:gd name="connsiteX6" fmla="*/ 0 w 2678906"/>
                <a:gd name="connsiteY6" fmla="*/ 0 h 609695"/>
                <a:gd name="connsiteX7" fmla="*/ 0 w 2678906"/>
                <a:gd name="connsiteY7" fmla="*/ 609695 h 609695"/>
                <a:gd name="connsiteX8" fmla="*/ 2678906 w 2678906"/>
                <a:gd name="connsiteY8" fmla="*/ 609695 h 609695"/>
                <a:gd name="connsiteX9" fmla="*/ 2678906 w 2678906"/>
                <a:gd name="connsiteY9" fmla="*/ 0 h 609695"/>
                <a:gd name="connsiteX10" fmla="*/ 2678906 w 2678906"/>
                <a:gd name="connsiteY10" fmla="*/ 0 h 60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78906" h="609695">
                  <a:moveTo>
                    <a:pt x="2653570" y="25432"/>
                  </a:moveTo>
                  <a:lnTo>
                    <a:pt x="2653570" y="584264"/>
                  </a:lnTo>
                  <a:lnTo>
                    <a:pt x="25432" y="584264"/>
                  </a:lnTo>
                  <a:lnTo>
                    <a:pt x="25432" y="25432"/>
                  </a:lnTo>
                  <a:lnTo>
                    <a:pt x="2653570" y="25432"/>
                  </a:lnTo>
                  <a:moveTo>
                    <a:pt x="2678906" y="0"/>
                  </a:moveTo>
                  <a:lnTo>
                    <a:pt x="0" y="0"/>
                  </a:lnTo>
                  <a:lnTo>
                    <a:pt x="0" y="609695"/>
                  </a:lnTo>
                  <a:lnTo>
                    <a:pt x="2678906" y="609695"/>
                  </a:lnTo>
                  <a:lnTo>
                    <a:pt x="2678906" y="0"/>
                  </a:lnTo>
                  <a:lnTo>
                    <a:pt x="2678906" y="0"/>
                  </a:lnTo>
                  <a:close/>
                </a:path>
              </a:pathLst>
            </a:custGeom>
            <a:solidFill>
              <a:srgbClr val="FCD0B1"/>
            </a:solidFill>
            <a:ln w="9525" cap="flat">
              <a:noFill/>
              <a:prstDash val="solid"/>
              <a:miter/>
            </a:ln>
          </p:spPr>
          <p:txBody>
            <a:bodyPr rtlCol="0" anchor="ctr"/>
            <a:lstStyle/>
            <a:p>
              <a:endParaRPr lang="en-IN"/>
            </a:p>
          </p:txBody>
        </p:sp>
        <p:sp>
          <p:nvSpPr>
            <p:cNvPr id="16" name="Freeform: Shape 15"/>
            <p:cNvSpPr/>
            <p:nvPr/>
          </p:nvSpPr>
          <p:spPr>
            <a:xfrm>
              <a:off x="5609653"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17" name="Freeform: Shape 16"/>
            <p:cNvSpPr/>
            <p:nvPr/>
          </p:nvSpPr>
          <p:spPr>
            <a:xfrm>
              <a:off x="5605366"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grpSp>
          <p:nvGrpSpPr>
            <p:cNvPr id="18" name="Graphic 3"/>
            <p:cNvGrpSpPr/>
            <p:nvPr/>
          </p:nvGrpSpPr>
          <p:grpSpPr>
            <a:xfrm>
              <a:off x="4876799" y="3243548"/>
              <a:ext cx="184499" cy="184594"/>
              <a:chOff x="4876799" y="3243548"/>
              <a:chExt cx="184499" cy="184594"/>
            </a:xfrm>
          </p:grpSpPr>
          <p:sp>
            <p:nvSpPr>
              <p:cNvPr id="87" name="Freeform: Shape 86"/>
              <p:cNvSpPr/>
              <p:nvPr/>
            </p:nvSpPr>
            <p:spPr>
              <a:xfrm>
                <a:off x="4876799" y="3243548"/>
                <a:ext cx="184499" cy="184594"/>
              </a:xfrm>
              <a:custGeom>
                <a:avLst/>
                <a:gdLst>
                  <a:gd name="connsiteX0" fmla="*/ 0 w 184499"/>
                  <a:gd name="connsiteY0" fmla="*/ 0 h 184594"/>
                  <a:gd name="connsiteX1" fmla="*/ 184499 w 184499"/>
                  <a:gd name="connsiteY1" fmla="*/ 0 h 184594"/>
                  <a:gd name="connsiteX2" fmla="*/ 184499 w 184499"/>
                  <a:gd name="connsiteY2" fmla="*/ 184595 h 184594"/>
                  <a:gd name="connsiteX3" fmla="*/ 0 w 184499"/>
                  <a:gd name="connsiteY3" fmla="*/ 184595 h 184594"/>
                </a:gdLst>
                <a:ahLst/>
                <a:cxnLst>
                  <a:cxn ang="0">
                    <a:pos x="connsiteX0" y="connsiteY0"/>
                  </a:cxn>
                  <a:cxn ang="0">
                    <a:pos x="connsiteX1" y="connsiteY1"/>
                  </a:cxn>
                  <a:cxn ang="0">
                    <a:pos x="connsiteX2" y="connsiteY2"/>
                  </a:cxn>
                  <a:cxn ang="0">
                    <a:pos x="connsiteX3" y="connsiteY3"/>
                  </a:cxn>
                </a:cxnLst>
                <a:rect l="l" t="t" r="r" b="b"/>
                <a:pathLst>
                  <a:path w="184499" h="184594">
                    <a:moveTo>
                      <a:pt x="0" y="0"/>
                    </a:moveTo>
                    <a:lnTo>
                      <a:pt x="184499" y="0"/>
                    </a:lnTo>
                    <a:lnTo>
                      <a:pt x="184499" y="184595"/>
                    </a:lnTo>
                    <a:lnTo>
                      <a:pt x="0" y="184595"/>
                    </a:lnTo>
                    <a:close/>
                  </a:path>
                </a:pathLst>
              </a:custGeom>
              <a:solidFill>
                <a:srgbClr val="FCD0B1"/>
              </a:solidFill>
              <a:ln w="9525" cap="flat">
                <a:noFill/>
                <a:prstDash val="solid"/>
                <a:miter/>
              </a:ln>
            </p:spPr>
            <p:txBody>
              <a:bodyPr rtlCol="0" anchor="ctr"/>
              <a:lstStyle/>
              <a:p>
                <a:endParaRPr lang="en-IN"/>
              </a:p>
            </p:txBody>
          </p:sp>
          <p:grpSp>
            <p:nvGrpSpPr>
              <p:cNvPr id="88" name="Graphic 3"/>
              <p:cNvGrpSpPr/>
              <p:nvPr/>
            </p:nvGrpSpPr>
            <p:grpSpPr>
              <a:xfrm>
                <a:off x="4897849" y="3268503"/>
                <a:ext cx="147827" cy="84677"/>
                <a:chOff x="4897849" y="3268503"/>
                <a:chExt cx="147827" cy="84677"/>
              </a:xfrm>
              <a:solidFill>
                <a:srgbClr val="333333"/>
              </a:solidFill>
            </p:grpSpPr>
            <p:sp>
              <p:nvSpPr>
                <p:cNvPr id="89" name="Freeform: Shape 88"/>
                <p:cNvSpPr/>
                <p:nvPr/>
              </p:nvSpPr>
              <p:spPr>
                <a:xfrm>
                  <a:off x="4897849" y="3268598"/>
                  <a:ext cx="64293" cy="84582"/>
                </a:xfrm>
                <a:custGeom>
                  <a:avLst/>
                  <a:gdLst>
                    <a:gd name="connsiteX0" fmla="*/ 26670 w 64293"/>
                    <a:gd name="connsiteY0" fmla="*/ 4763 h 84582"/>
                    <a:gd name="connsiteX1" fmla="*/ 26670 w 64293"/>
                    <a:gd name="connsiteY1" fmla="*/ 39148 h 84582"/>
                    <a:gd name="connsiteX2" fmla="*/ 36766 w 64293"/>
                    <a:gd name="connsiteY2" fmla="*/ 39148 h 84582"/>
                    <a:gd name="connsiteX3" fmla="*/ 49054 w 64293"/>
                    <a:gd name="connsiteY3" fmla="*/ 28766 h 84582"/>
                    <a:gd name="connsiteX4" fmla="*/ 52197 w 64293"/>
                    <a:gd name="connsiteY4" fmla="*/ 28766 h 84582"/>
                    <a:gd name="connsiteX5" fmla="*/ 52197 w 64293"/>
                    <a:gd name="connsiteY5" fmla="*/ 53816 h 84582"/>
                    <a:gd name="connsiteX6" fmla="*/ 49054 w 64293"/>
                    <a:gd name="connsiteY6" fmla="*/ 53816 h 84582"/>
                    <a:gd name="connsiteX7" fmla="*/ 36766 w 64293"/>
                    <a:gd name="connsiteY7" fmla="*/ 43529 h 84582"/>
                    <a:gd name="connsiteX8" fmla="*/ 26670 w 64293"/>
                    <a:gd name="connsiteY8" fmla="*/ 43529 h 84582"/>
                    <a:gd name="connsiteX9" fmla="*/ 26670 w 64293"/>
                    <a:gd name="connsiteY9" fmla="*/ 73343 h 84582"/>
                    <a:gd name="connsiteX10" fmla="*/ 39529 w 64293"/>
                    <a:gd name="connsiteY10" fmla="*/ 80867 h 84582"/>
                    <a:gd name="connsiteX11" fmla="*/ 39529 w 64293"/>
                    <a:gd name="connsiteY11" fmla="*/ 84582 h 84582"/>
                    <a:gd name="connsiteX12" fmla="*/ 0 w 64293"/>
                    <a:gd name="connsiteY12" fmla="*/ 84582 h 84582"/>
                    <a:gd name="connsiteX13" fmla="*/ 0 w 64293"/>
                    <a:gd name="connsiteY13" fmla="*/ 80867 h 84582"/>
                    <a:gd name="connsiteX14" fmla="*/ 11049 w 64293"/>
                    <a:gd name="connsiteY14" fmla="*/ 73819 h 84582"/>
                    <a:gd name="connsiteX15" fmla="*/ 11049 w 64293"/>
                    <a:gd name="connsiteY15" fmla="*/ 11430 h 84582"/>
                    <a:gd name="connsiteX16" fmla="*/ 0 w 64293"/>
                    <a:gd name="connsiteY16" fmla="*/ 4382 h 84582"/>
                    <a:gd name="connsiteX17" fmla="*/ 0 w 64293"/>
                    <a:gd name="connsiteY17" fmla="*/ 667 h 84582"/>
                    <a:gd name="connsiteX18" fmla="*/ 52483 w 64293"/>
                    <a:gd name="connsiteY18" fmla="*/ 667 h 84582"/>
                    <a:gd name="connsiteX19" fmla="*/ 64294 w 64293"/>
                    <a:gd name="connsiteY19" fmla="*/ 0 h 84582"/>
                    <a:gd name="connsiteX20" fmla="*/ 64294 w 64293"/>
                    <a:gd name="connsiteY20" fmla="*/ 25908 h 84582"/>
                    <a:gd name="connsiteX21" fmla="*/ 60865 w 64293"/>
                    <a:gd name="connsiteY21" fmla="*/ 25908 h 84582"/>
                    <a:gd name="connsiteX22" fmla="*/ 39434 w 64293"/>
                    <a:gd name="connsiteY22" fmla="*/ 4858 h 84582"/>
                    <a:gd name="connsiteX23" fmla="*/ 26670 w 64293"/>
                    <a:gd name="connsiteY23" fmla="*/ 4858 h 8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4293" h="84582">
                      <a:moveTo>
                        <a:pt x="26670" y="4763"/>
                      </a:moveTo>
                      <a:lnTo>
                        <a:pt x="26670" y="39148"/>
                      </a:lnTo>
                      <a:lnTo>
                        <a:pt x="36766" y="39148"/>
                      </a:lnTo>
                      <a:cubicBezTo>
                        <a:pt x="47720" y="39148"/>
                        <a:pt x="48292" y="37338"/>
                        <a:pt x="49054" y="28766"/>
                      </a:cubicBezTo>
                      <a:lnTo>
                        <a:pt x="52197" y="28766"/>
                      </a:lnTo>
                      <a:lnTo>
                        <a:pt x="52197" y="53816"/>
                      </a:lnTo>
                      <a:lnTo>
                        <a:pt x="49054" y="53816"/>
                      </a:lnTo>
                      <a:cubicBezTo>
                        <a:pt x="48197" y="45244"/>
                        <a:pt x="47625" y="43529"/>
                        <a:pt x="36766" y="43529"/>
                      </a:cubicBezTo>
                      <a:lnTo>
                        <a:pt x="26670" y="43529"/>
                      </a:lnTo>
                      <a:lnTo>
                        <a:pt x="26670" y="73343"/>
                      </a:lnTo>
                      <a:cubicBezTo>
                        <a:pt x="26670" y="79439"/>
                        <a:pt x="28289" y="80867"/>
                        <a:pt x="39529" y="80867"/>
                      </a:cubicBezTo>
                      <a:lnTo>
                        <a:pt x="39529" y="84582"/>
                      </a:lnTo>
                      <a:lnTo>
                        <a:pt x="0" y="84582"/>
                      </a:lnTo>
                      <a:lnTo>
                        <a:pt x="0" y="80867"/>
                      </a:lnTo>
                      <a:cubicBezTo>
                        <a:pt x="8191" y="80867"/>
                        <a:pt x="11049" y="80486"/>
                        <a:pt x="11049" y="73819"/>
                      </a:cubicBezTo>
                      <a:lnTo>
                        <a:pt x="11049" y="11430"/>
                      </a:lnTo>
                      <a:cubicBezTo>
                        <a:pt x="11049" y="4763"/>
                        <a:pt x="8096" y="4382"/>
                        <a:pt x="0" y="4382"/>
                      </a:cubicBezTo>
                      <a:lnTo>
                        <a:pt x="0" y="667"/>
                      </a:lnTo>
                      <a:lnTo>
                        <a:pt x="52483" y="667"/>
                      </a:lnTo>
                      <a:cubicBezTo>
                        <a:pt x="59531" y="667"/>
                        <a:pt x="62008" y="381"/>
                        <a:pt x="64294" y="0"/>
                      </a:cubicBezTo>
                      <a:lnTo>
                        <a:pt x="64294" y="25908"/>
                      </a:lnTo>
                      <a:lnTo>
                        <a:pt x="60865" y="25908"/>
                      </a:lnTo>
                      <a:cubicBezTo>
                        <a:pt x="59055" y="7906"/>
                        <a:pt x="55436" y="4858"/>
                        <a:pt x="39434" y="4858"/>
                      </a:cubicBezTo>
                      <a:lnTo>
                        <a:pt x="26670" y="4858"/>
                      </a:lnTo>
                      <a:close/>
                    </a:path>
                  </a:pathLst>
                </a:custGeom>
                <a:solidFill>
                  <a:srgbClr val="333333"/>
                </a:solidFill>
                <a:ln w="9525" cap="flat">
                  <a:noFill/>
                  <a:prstDash val="solid"/>
                  <a:miter/>
                </a:ln>
              </p:spPr>
              <p:txBody>
                <a:bodyPr rtlCol="0" anchor="ctr"/>
                <a:lstStyle/>
                <a:p>
                  <a:endParaRPr lang="en-IN"/>
                </a:p>
              </p:txBody>
            </p:sp>
            <p:sp>
              <p:nvSpPr>
                <p:cNvPr id="90" name="Freeform: Shape 89"/>
                <p:cNvSpPr/>
                <p:nvPr/>
              </p:nvSpPr>
              <p:spPr>
                <a:xfrm>
                  <a:off x="4971478" y="3268503"/>
                  <a:ext cx="74199" cy="84677"/>
                </a:xfrm>
                <a:custGeom>
                  <a:avLst/>
                  <a:gdLst>
                    <a:gd name="connsiteX0" fmla="*/ 62389 w 74199"/>
                    <a:gd name="connsiteY0" fmla="*/ 667 h 84677"/>
                    <a:gd name="connsiteX1" fmla="*/ 74200 w 74199"/>
                    <a:gd name="connsiteY1" fmla="*/ 0 h 84677"/>
                    <a:gd name="connsiteX2" fmla="*/ 74200 w 74199"/>
                    <a:gd name="connsiteY2" fmla="*/ 25908 h 84677"/>
                    <a:gd name="connsiteX3" fmla="*/ 70771 w 74199"/>
                    <a:gd name="connsiteY3" fmla="*/ 25908 h 84677"/>
                    <a:gd name="connsiteX4" fmla="*/ 49340 w 74199"/>
                    <a:gd name="connsiteY4" fmla="*/ 4858 h 84677"/>
                    <a:gd name="connsiteX5" fmla="*/ 44863 w 74199"/>
                    <a:gd name="connsiteY5" fmla="*/ 4858 h 84677"/>
                    <a:gd name="connsiteX6" fmla="*/ 44863 w 74199"/>
                    <a:gd name="connsiteY6" fmla="*/ 73438 h 84677"/>
                    <a:gd name="connsiteX7" fmla="*/ 57721 w 74199"/>
                    <a:gd name="connsiteY7" fmla="*/ 80963 h 84677"/>
                    <a:gd name="connsiteX8" fmla="*/ 57721 w 74199"/>
                    <a:gd name="connsiteY8" fmla="*/ 84677 h 84677"/>
                    <a:gd name="connsiteX9" fmla="*/ 16288 w 74199"/>
                    <a:gd name="connsiteY9" fmla="*/ 84677 h 84677"/>
                    <a:gd name="connsiteX10" fmla="*/ 16288 w 74199"/>
                    <a:gd name="connsiteY10" fmla="*/ 80963 h 84677"/>
                    <a:gd name="connsiteX11" fmla="*/ 29337 w 74199"/>
                    <a:gd name="connsiteY11" fmla="*/ 73438 h 84677"/>
                    <a:gd name="connsiteX12" fmla="*/ 29337 w 74199"/>
                    <a:gd name="connsiteY12" fmla="*/ 4858 h 84677"/>
                    <a:gd name="connsiteX13" fmla="*/ 24860 w 74199"/>
                    <a:gd name="connsiteY13" fmla="*/ 4858 h 84677"/>
                    <a:gd name="connsiteX14" fmla="*/ 3429 w 74199"/>
                    <a:gd name="connsiteY14" fmla="*/ 25908 h 84677"/>
                    <a:gd name="connsiteX15" fmla="*/ 0 w 74199"/>
                    <a:gd name="connsiteY15" fmla="*/ 25908 h 84677"/>
                    <a:gd name="connsiteX16" fmla="*/ 0 w 74199"/>
                    <a:gd name="connsiteY16" fmla="*/ 0 h 84677"/>
                    <a:gd name="connsiteX17" fmla="*/ 11811 w 74199"/>
                    <a:gd name="connsiteY17" fmla="*/ 667 h 84677"/>
                    <a:gd name="connsiteX18" fmla="*/ 62484 w 74199"/>
                    <a:gd name="connsiteY18" fmla="*/ 667 h 84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199" h="84677">
                      <a:moveTo>
                        <a:pt x="62389" y="667"/>
                      </a:moveTo>
                      <a:cubicBezTo>
                        <a:pt x="69437" y="667"/>
                        <a:pt x="71914" y="381"/>
                        <a:pt x="74200" y="0"/>
                      </a:cubicBezTo>
                      <a:lnTo>
                        <a:pt x="74200" y="25908"/>
                      </a:lnTo>
                      <a:lnTo>
                        <a:pt x="70771" y="25908"/>
                      </a:lnTo>
                      <a:cubicBezTo>
                        <a:pt x="68961" y="7906"/>
                        <a:pt x="65341" y="4858"/>
                        <a:pt x="49340" y="4858"/>
                      </a:cubicBezTo>
                      <a:lnTo>
                        <a:pt x="44863" y="4858"/>
                      </a:lnTo>
                      <a:lnTo>
                        <a:pt x="44863" y="73438"/>
                      </a:lnTo>
                      <a:cubicBezTo>
                        <a:pt x="44863" y="79915"/>
                        <a:pt x="47339" y="80963"/>
                        <a:pt x="57721" y="80963"/>
                      </a:cubicBezTo>
                      <a:lnTo>
                        <a:pt x="57721" y="84677"/>
                      </a:lnTo>
                      <a:lnTo>
                        <a:pt x="16288" y="84677"/>
                      </a:lnTo>
                      <a:lnTo>
                        <a:pt x="16288" y="80963"/>
                      </a:lnTo>
                      <a:cubicBezTo>
                        <a:pt x="26670" y="80963"/>
                        <a:pt x="29337" y="80010"/>
                        <a:pt x="29337" y="73438"/>
                      </a:cubicBezTo>
                      <a:lnTo>
                        <a:pt x="29337" y="4858"/>
                      </a:lnTo>
                      <a:lnTo>
                        <a:pt x="24860" y="4858"/>
                      </a:lnTo>
                      <a:cubicBezTo>
                        <a:pt x="8763" y="4858"/>
                        <a:pt x="5143" y="7906"/>
                        <a:pt x="3429" y="25908"/>
                      </a:cubicBezTo>
                      <a:lnTo>
                        <a:pt x="0" y="25908"/>
                      </a:lnTo>
                      <a:lnTo>
                        <a:pt x="0" y="0"/>
                      </a:lnTo>
                      <a:cubicBezTo>
                        <a:pt x="2191" y="381"/>
                        <a:pt x="4667" y="667"/>
                        <a:pt x="11811" y="667"/>
                      </a:cubicBezTo>
                      <a:lnTo>
                        <a:pt x="62484" y="667"/>
                      </a:lnTo>
                      <a:close/>
                    </a:path>
                  </a:pathLst>
                </a:custGeom>
                <a:solidFill>
                  <a:srgbClr val="333333"/>
                </a:solidFill>
                <a:ln w="9525" cap="flat">
                  <a:noFill/>
                  <a:prstDash val="solid"/>
                  <a:miter/>
                </a:ln>
              </p:spPr>
              <p:txBody>
                <a:bodyPr rtlCol="0" anchor="ctr"/>
                <a:lstStyle/>
                <a:p>
                  <a:endParaRPr lang="en-IN"/>
                </a:p>
              </p:txBody>
            </p:sp>
          </p:grpSp>
        </p:grpSp>
        <p:grpSp>
          <p:nvGrpSpPr>
            <p:cNvPr id="19" name="Graphic 3"/>
            <p:cNvGrpSpPr/>
            <p:nvPr/>
          </p:nvGrpSpPr>
          <p:grpSpPr>
            <a:xfrm>
              <a:off x="5095398" y="3268313"/>
              <a:ext cx="422052" cy="54768"/>
              <a:chOff x="5095398" y="3268313"/>
              <a:chExt cx="422052" cy="54768"/>
            </a:xfrm>
            <a:solidFill>
              <a:srgbClr val="333333"/>
            </a:solidFill>
          </p:grpSpPr>
          <p:sp>
            <p:nvSpPr>
              <p:cNvPr id="78" name="Freeform: Shape 77"/>
              <p:cNvSpPr/>
              <p:nvPr/>
            </p:nvSpPr>
            <p:spPr>
              <a:xfrm>
                <a:off x="5095398" y="3268694"/>
                <a:ext cx="41243" cy="53625"/>
              </a:xfrm>
              <a:custGeom>
                <a:avLst/>
                <a:gdLst>
                  <a:gd name="connsiteX0" fmla="*/ 16383 w 41243"/>
                  <a:gd name="connsiteY0" fmla="*/ 46482 h 53625"/>
                  <a:gd name="connsiteX1" fmla="*/ 24479 w 41243"/>
                  <a:gd name="connsiteY1" fmla="*/ 51244 h 53625"/>
                  <a:gd name="connsiteX2" fmla="*/ 24479 w 41243"/>
                  <a:gd name="connsiteY2" fmla="*/ 53626 h 53625"/>
                  <a:gd name="connsiteX3" fmla="*/ 0 w 41243"/>
                  <a:gd name="connsiteY3" fmla="*/ 53626 h 53625"/>
                  <a:gd name="connsiteX4" fmla="*/ 0 w 41243"/>
                  <a:gd name="connsiteY4" fmla="*/ 51244 h 53625"/>
                  <a:gd name="connsiteX5" fmla="*/ 6477 w 41243"/>
                  <a:gd name="connsiteY5" fmla="*/ 46577 h 53625"/>
                  <a:gd name="connsiteX6" fmla="*/ 6477 w 41243"/>
                  <a:gd name="connsiteY6" fmla="*/ 7525 h 53625"/>
                  <a:gd name="connsiteX7" fmla="*/ 0 w 41243"/>
                  <a:gd name="connsiteY7" fmla="*/ 2858 h 53625"/>
                  <a:gd name="connsiteX8" fmla="*/ 0 w 41243"/>
                  <a:gd name="connsiteY8" fmla="*/ 476 h 53625"/>
                  <a:gd name="connsiteX9" fmla="*/ 33528 w 41243"/>
                  <a:gd name="connsiteY9" fmla="*/ 476 h 53625"/>
                  <a:gd name="connsiteX10" fmla="*/ 40957 w 41243"/>
                  <a:gd name="connsiteY10" fmla="*/ 0 h 53625"/>
                  <a:gd name="connsiteX11" fmla="*/ 41243 w 41243"/>
                  <a:gd name="connsiteY11" fmla="*/ 14954 h 53625"/>
                  <a:gd name="connsiteX12" fmla="*/ 39243 w 41243"/>
                  <a:gd name="connsiteY12" fmla="*/ 14954 h 53625"/>
                  <a:gd name="connsiteX13" fmla="*/ 25241 w 41243"/>
                  <a:gd name="connsiteY13" fmla="*/ 3048 h 53625"/>
                  <a:gd name="connsiteX14" fmla="*/ 16288 w 41243"/>
                  <a:gd name="connsiteY14" fmla="*/ 3048 h 53625"/>
                  <a:gd name="connsiteX15" fmla="*/ 16288 w 41243"/>
                  <a:gd name="connsiteY15" fmla="*/ 24765 h 53625"/>
                  <a:gd name="connsiteX16" fmla="*/ 23527 w 41243"/>
                  <a:gd name="connsiteY16" fmla="*/ 24765 h 53625"/>
                  <a:gd name="connsiteX17" fmla="*/ 31432 w 41243"/>
                  <a:gd name="connsiteY17" fmla="*/ 18193 h 53625"/>
                  <a:gd name="connsiteX18" fmla="*/ 33338 w 41243"/>
                  <a:gd name="connsiteY18" fmla="*/ 18193 h 53625"/>
                  <a:gd name="connsiteX19" fmla="*/ 33338 w 41243"/>
                  <a:gd name="connsiteY19" fmla="*/ 34004 h 53625"/>
                  <a:gd name="connsiteX20" fmla="*/ 31432 w 41243"/>
                  <a:gd name="connsiteY20" fmla="*/ 34004 h 53625"/>
                  <a:gd name="connsiteX21" fmla="*/ 23527 w 41243"/>
                  <a:gd name="connsiteY21" fmla="*/ 27527 h 53625"/>
                  <a:gd name="connsiteX22" fmla="*/ 16288 w 41243"/>
                  <a:gd name="connsiteY22" fmla="*/ 27527 h 53625"/>
                  <a:gd name="connsiteX23" fmla="*/ 16288 w 41243"/>
                  <a:gd name="connsiteY23" fmla="*/ 46387 h 53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243" h="53625">
                    <a:moveTo>
                      <a:pt x="16383" y="46482"/>
                    </a:moveTo>
                    <a:cubicBezTo>
                      <a:pt x="16383" y="50292"/>
                      <a:pt x="17431" y="51244"/>
                      <a:pt x="24479" y="51244"/>
                    </a:cubicBezTo>
                    <a:lnTo>
                      <a:pt x="24479" y="53626"/>
                    </a:lnTo>
                    <a:lnTo>
                      <a:pt x="0" y="53626"/>
                    </a:lnTo>
                    <a:lnTo>
                      <a:pt x="0" y="51244"/>
                    </a:lnTo>
                    <a:cubicBezTo>
                      <a:pt x="4858" y="51244"/>
                      <a:pt x="6477" y="50768"/>
                      <a:pt x="6477" y="46577"/>
                    </a:cubicBezTo>
                    <a:lnTo>
                      <a:pt x="6477" y="7525"/>
                    </a:lnTo>
                    <a:cubicBezTo>
                      <a:pt x="6477" y="3334"/>
                      <a:pt x="4858" y="2858"/>
                      <a:pt x="0" y="2858"/>
                    </a:cubicBezTo>
                    <a:lnTo>
                      <a:pt x="0" y="476"/>
                    </a:lnTo>
                    <a:lnTo>
                      <a:pt x="33528" y="476"/>
                    </a:lnTo>
                    <a:cubicBezTo>
                      <a:pt x="38005" y="476"/>
                      <a:pt x="39529" y="286"/>
                      <a:pt x="40957" y="0"/>
                    </a:cubicBezTo>
                    <a:lnTo>
                      <a:pt x="41243" y="14954"/>
                    </a:lnTo>
                    <a:lnTo>
                      <a:pt x="39243" y="14954"/>
                    </a:lnTo>
                    <a:cubicBezTo>
                      <a:pt x="38100" y="4001"/>
                      <a:pt x="35433" y="3048"/>
                      <a:pt x="25241" y="3048"/>
                    </a:cubicBezTo>
                    <a:lnTo>
                      <a:pt x="16288" y="3048"/>
                    </a:lnTo>
                    <a:lnTo>
                      <a:pt x="16288" y="24765"/>
                    </a:lnTo>
                    <a:lnTo>
                      <a:pt x="23527" y="24765"/>
                    </a:lnTo>
                    <a:cubicBezTo>
                      <a:pt x="30480" y="24765"/>
                      <a:pt x="30861" y="23622"/>
                      <a:pt x="31432" y="18193"/>
                    </a:cubicBezTo>
                    <a:lnTo>
                      <a:pt x="33338" y="18193"/>
                    </a:lnTo>
                    <a:lnTo>
                      <a:pt x="33338" y="34004"/>
                    </a:lnTo>
                    <a:lnTo>
                      <a:pt x="31432" y="34004"/>
                    </a:lnTo>
                    <a:cubicBezTo>
                      <a:pt x="30861" y="28575"/>
                      <a:pt x="30480" y="27527"/>
                      <a:pt x="23527" y="27527"/>
                    </a:cubicBezTo>
                    <a:lnTo>
                      <a:pt x="16288" y="27527"/>
                    </a:lnTo>
                    <a:lnTo>
                      <a:pt x="16288" y="46387"/>
                    </a:lnTo>
                    <a:close/>
                  </a:path>
                </a:pathLst>
              </a:custGeom>
              <a:solidFill>
                <a:srgbClr val="333333"/>
              </a:solidFill>
              <a:ln w="9525" cap="flat">
                <a:noFill/>
                <a:prstDash val="solid"/>
                <a:miter/>
              </a:ln>
            </p:spPr>
            <p:txBody>
              <a:bodyPr rtlCol="0" anchor="ctr"/>
              <a:lstStyle/>
              <a:p>
                <a:endParaRPr lang="en-IN"/>
              </a:p>
            </p:txBody>
          </p:sp>
          <p:sp>
            <p:nvSpPr>
              <p:cNvPr id="79" name="Freeform: Shape 78"/>
              <p:cNvSpPr/>
              <p:nvPr/>
            </p:nvSpPr>
            <p:spPr>
              <a:xfrm>
                <a:off x="5141594"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0" name="Freeform: Shape 79"/>
              <p:cNvSpPr/>
              <p:nvPr/>
            </p:nvSpPr>
            <p:spPr>
              <a:xfrm>
                <a:off x="5168550" y="3269075"/>
                <a:ext cx="56102" cy="54006"/>
              </a:xfrm>
              <a:custGeom>
                <a:avLst/>
                <a:gdLst>
                  <a:gd name="connsiteX0" fmla="*/ 47530 w 56102"/>
                  <a:gd name="connsiteY0" fmla="*/ 54007 h 54006"/>
                  <a:gd name="connsiteX1" fmla="*/ 11240 w 56102"/>
                  <a:gd name="connsiteY1" fmla="*/ 8953 h 54006"/>
                  <a:gd name="connsiteX2" fmla="*/ 11240 w 56102"/>
                  <a:gd name="connsiteY2" fmla="*/ 45815 h 54006"/>
                  <a:gd name="connsiteX3" fmla="*/ 19241 w 56102"/>
                  <a:gd name="connsiteY3" fmla="*/ 50673 h 54006"/>
                  <a:gd name="connsiteX4" fmla="*/ 19241 w 56102"/>
                  <a:gd name="connsiteY4" fmla="*/ 53054 h 54006"/>
                  <a:gd name="connsiteX5" fmla="*/ 0 w 56102"/>
                  <a:gd name="connsiteY5" fmla="*/ 53054 h 54006"/>
                  <a:gd name="connsiteX6" fmla="*/ 0 w 56102"/>
                  <a:gd name="connsiteY6" fmla="*/ 50673 h 54006"/>
                  <a:gd name="connsiteX7" fmla="*/ 7810 w 56102"/>
                  <a:gd name="connsiteY7" fmla="*/ 45815 h 54006"/>
                  <a:gd name="connsiteX8" fmla="*/ 7810 w 56102"/>
                  <a:gd name="connsiteY8" fmla="*/ 4953 h 54006"/>
                  <a:gd name="connsiteX9" fmla="*/ 0 w 56102"/>
                  <a:gd name="connsiteY9" fmla="*/ 2381 h 54006"/>
                  <a:gd name="connsiteX10" fmla="*/ 0 w 56102"/>
                  <a:gd name="connsiteY10" fmla="*/ 0 h 54006"/>
                  <a:gd name="connsiteX11" fmla="*/ 17050 w 56102"/>
                  <a:gd name="connsiteY11" fmla="*/ 0 h 54006"/>
                  <a:gd name="connsiteX12" fmla="*/ 44863 w 56102"/>
                  <a:gd name="connsiteY12" fmla="*/ 35814 h 54006"/>
                  <a:gd name="connsiteX13" fmla="*/ 44863 w 56102"/>
                  <a:gd name="connsiteY13" fmla="*/ 7239 h 54006"/>
                  <a:gd name="connsiteX14" fmla="*/ 36862 w 56102"/>
                  <a:gd name="connsiteY14" fmla="*/ 2381 h 54006"/>
                  <a:gd name="connsiteX15" fmla="*/ 36862 w 56102"/>
                  <a:gd name="connsiteY15" fmla="*/ 0 h 54006"/>
                  <a:gd name="connsiteX16" fmla="*/ 56102 w 56102"/>
                  <a:gd name="connsiteY16" fmla="*/ 0 h 54006"/>
                  <a:gd name="connsiteX17" fmla="*/ 56102 w 56102"/>
                  <a:gd name="connsiteY17" fmla="*/ 2381 h 54006"/>
                  <a:gd name="connsiteX18" fmla="*/ 48292 w 56102"/>
                  <a:gd name="connsiteY18" fmla="*/ 7239 h 54006"/>
                  <a:gd name="connsiteX19" fmla="*/ 48292 w 56102"/>
                  <a:gd name="connsiteY19" fmla="*/ 53912 h 54006"/>
                  <a:gd name="connsiteX20" fmla="*/ 47434 w 56102"/>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02" h="54006">
                    <a:moveTo>
                      <a:pt x="47530" y="54007"/>
                    </a:moveTo>
                    <a:lnTo>
                      <a:pt x="11240" y="8953"/>
                    </a:lnTo>
                    <a:lnTo>
                      <a:pt x="11240" y="45815"/>
                    </a:lnTo>
                    <a:cubicBezTo>
                      <a:pt x="11240" y="50101"/>
                      <a:pt x="14192" y="50673"/>
                      <a:pt x="19241" y="50673"/>
                    </a:cubicBezTo>
                    <a:lnTo>
                      <a:pt x="19241" y="53054"/>
                    </a:lnTo>
                    <a:lnTo>
                      <a:pt x="0" y="53054"/>
                    </a:lnTo>
                    <a:lnTo>
                      <a:pt x="0" y="50673"/>
                    </a:lnTo>
                    <a:cubicBezTo>
                      <a:pt x="4953" y="50673"/>
                      <a:pt x="7810" y="50101"/>
                      <a:pt x="7810" y="45815"/>
                    </a:cubicBezTo>
                    <a:lnTo>
                      <a:pt x="7810" y="4953"/>
                    </a:lnTo>
                    <a:cubicBezTo>
                      <a:pt x="5429" y="2572"/>
                      <a:pt x="3810" y="2381"/>
                      <a:pt x="0" y="2381"/>
                    </a:cubicBezTo>
                    <a:lnTo>
                      <a:pt x="0" y="0"/>
                    </a:lnTo>
                    <a:lnTo>
                      <a:pt x="17050" y="0"/>
                    </a:lnTo>
                    <a:lnTo>
                      <a:pt x="44863" y="35814"/>
                    </a:lnTo>
                    <a:lnTo>
                      <a:pt x="44863" y="7239"/>
                    </a:lnTo>
                    <a:cubicBezTo>
                      <a:pt x="44863" y="2953"/>
                      <a:pt x="41910" y="2381"/>
                      <a:pt x="36862" y="2381"/>
                    </a:cubicBezTo>
                    <a:lnTo>
                      <a:pt x="36862" y="0"/>
                    </a:lnTo>
                    <a:lnTo>
                      <a:pt x="56102" y="0"/>
                    </a:lnTo>
                    <a:lnTo>
                      <a:pt x="56102" y="2381"/>
                    </a:lnTo>
                    <a:cubicBezTo>
                      <a:pt x="51149" y="2381"/>
                      <a:pt x="48292" y="2953"/>
                      <a:pt x="48292" y="7239"/>
                    </a:cubicBezTo>
                    <a:lnTo>
                      <a:pt x="48292" y="53912"/>
                    </a:lnTo>
                    <a:lnTo>
                      <a:pt x="47434" y="53912"/>
                    </a:lnTo>
                    <a:close/>
                  </a:path>
                </a:pathLst>
              </a:custGeom>
              <a:solidFill>
                <a:srgbClr val="333333"/>
              </a:solidFill>
              <a:ln w="9525" cap="flat">
                <a:noFill/>
                <a:prstDash val="solid"/>
                <a:miter/>
              </a:ln>
            </p:spPr>
            <p:txBody>
              <a:bodyPr rtlCol="0" anchor="ctr"/>
              <a:lstStyle/>
              <a:p>
                <a:endParaRPr lang="en-IN"/>
              </a:p>
            </p:txBody>
          </p:sp>
          <p:sp>
            <p:nvSpPr>
              <p:cNvPr id="81" name="Freeform: Shape 80"/>
              <p:cNvSpPr/>
              <p:nvPr/>
            </p:nvSpPr>
            <p:spPr>
              <a:xfrm>
                <a:off x="5222938" y="3268694"/>
                <a:ext cx="56007" cy="53530"/>
              </a:xfrm>
              <a:custGeom>
                <a:avLst/>
                <a:gdLst>
                  <a:gd name="connsiteX0" fmla="*/ 19145 w 56007"/>
                  <a:gd name="connsiteY0" fmla="*/ 53531 h 53530"/>
                  <a:gd name="connsiteX1" fmla="*/ 0 w 56007"/>
                  <a:gd name="connsiteY1" fmla="*/ 53531 h 53530"/>
                  <a:gd name="connsiteX2" fmla="*/ 0 w 56007"/>
                  <a:gd name="connsiteY2" fmla="*/ 51149 h 53530"/>
                  <a:gd name="connsiteX3" fmla="*/ 8953 w 56007"/>
                  <a:gd name="connsiteY3" fmla="*/ 46196 h 53530"/>
                  <a:gd name="connsiteX4" fmla="*/ 26289 w 56007"/>
                  <a:gd name="connsiteY4" fmla="*/ 0 h 53530"/>
                  <a:gd name="connsiteX5" fmla="*/ 31147 w 56007"/>
                  <a:gd name="connsiteY5" fmla="*/ 0 h 53530"/>
                  <a:gd name="connsiteX6" fmla="*/ 49816 w 56007"/>
                  <a:gd name="connsiteY6" fmla="*/ 46482 h 53530"/>
                  <a:gd name="connsiteX7" fmla="*/ 56007 w 56007"/>
                  <a:gd name="connsiteY7" fmla="*/ 51149 h 53530"/>
                  <a:gd name="connsiteX8" fmla="*/ 56007 w 56007"/>
                  <a:gd name="connsiteY8" fmla="*/ 53531 h 53530"/>
                  <a:gd name="connsiteX9" fmla="*/ 33719 w 56007"/>
                  <a:gd name="connsiteY9" fmla="*/ 53531 h 53530"/>
                  <a:gd name="connsiteX10" fmla="*/ 33719 w 56007"/>
                  <a:gd name="connsiteY10" fmla="*/ 51149 h 53530"/>
                  <a:gd name="connsiteX11" fmla="*/ 39529 w 56007"/>
                  <a:gd name="connsiteY11" fmla="*/ 46482 h 53530"/>
                  <a:gd name="connsiteX12" fmla="*/ 34004 w 56007"/>
                  <a:gd name="connsiteY12" fmla="*/ 32385 h 53530"/>
                  <a:gd name="connsiteX13" fmla="*/ 17335 w 56007"/>
                  <a:gd name="connsiteY13" fmla="*/ 32385 h 53530"/>
                  <a:gd name="connsiteX14" fmla="*/ 12478 w 56007"/>
                  <a:gd name="connsiteY14" fmla="*/ 46006 h 53530"/>
                  <a:gd name="connsiteX15" fmla="*/ 19241 w 56007"/>
                  <a:gd name="connsiteY15" fmla="*/ 51054 h 53530"/>
                  <a:gd name="connsiteX16" fmla="*/ 19241 w 56007"/>
                  <a:gd name="connsiteY16" fmla="*/ 53435 h 53530"/>
                  <a:gd name="connsiteX17" fmla="*/ 18288 w 56007"/>
                  <a:gd name="connsiteY17" fmla="*/ 29528 h 53530"/>
                  <a:gd name="connsiteX18" fmla="*/ 32766 w 56007"/>
                  <a:gd name="connsiteY18" fmla="*/ 29528 h 53530"/>
                  <a:gd name="connsiteX19" fmla="*/ 25241 w 56007"/>
                  <a:gd name="connsiteY19" fmla="*/ 10478 h 53530"/>
                  <a:gd name="connsiteX20" fmla="*/ 18288 w 56007"/>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007" h="53530">
                    <a:moveTo>
                      <a:pt x="19145" y="53531"/>
                    </a:moveTo>
                    <a:lnTo>
                      <a:pt x="0" y="53531"/>
                    </a:lnTo>
                    <a:lnTo>
                      <a:pt x="0" y="51149"/>
                    </a:lnTo>
                    <a:cubicBezTo>
                      <a:pt x="5048" y="51149"/>
                      <a:pt x="7334" y="50482"/>
                      <a:pt x="8953" y="46196"/>
                    </a:cubicBezTo>
                    <a:lnTo>
                      <a:pt x="26289" y="0"/>
                    </a:lnTo>
                    <a:lnTo>
                      <a:pt x="31147" y="0"/>
                    </a:lnTo>
                    <a:lnTo>
                      <a:pt x="49816" y="46482"/>
                    </a:lnTo>
                    <a:cubicBezTo>
                      <a:pt x="51435" y="50578"/>
                      <a:pt x="52292" y="51149"/>
                      <a:pt x="56007" y="51149"/>
                    </a:cubicBezTo>
                    <a:lnTo>
                      <a:pt x="56007" y="53531"/>
                    </a:lnTo>
                    <a:lnTo>
                      <a:pt x="33719" y="53531"/>
                    </a:lnTo>
                    <a:lnTo>
                      <a:pt x="33719" y="51149"/>
                    </a:lnTo>
                    <a:cubicBezTo>
                      <a:pt x="40576" y="51149"/>
                      <a:pt x="41148" y="50578"/>
                      <a:pt x="39529" y="46482"/>
                    </a:cubicBezTo>
                    <a:lnTo>
                      <a:pt x="34004" y="32385"/>
                    </a:lnTo>
                    <a:lnTo>
                      <a:pt x="17335" y="32385"/>
                    </a:lnTo>
                    <a:lnTo>
                      <a:pt x="12478" y="46006"/>
                    </a:lnTo>
                    <a:cubicBezTo>
                      <a:pt x="10858" y="50197"/>
                      <a:pt x="13335" y="51054"/>
                      <a:pt x="19241" y="51054"/>
                    </a:cubicBezTo>
                    <a:lnTo>
                      <a:pt x="19241" y="53435"/>
                    </a:lnTo>
                    <a:close/>
                    <a:moveTo>
                      <a:pt x="18288" y="29528"/>
                    </a:moveTo>
                    <a:lnTo>
                      <a:pt x="32766" y="29528"/>
                    </a:lnTo>
                    <a:lnTo>
                      <a:pt x="25241" y="10478"/>
                    </a:lnTo>
                    <a:lnTo>
                      <a:pt x="18288" y="29528"/>
                    </a:lnTo>
                    <a:close/>
                  </a:path>
                </a:pathLst>
              </a:custGeom>
              <a:solidFill>
                <a:srgbClr val="333333"/>
              </a:solidFill>
              <a:ln w="9525" cap="flat">
                <a:noFill/>
                <a:prstDash val="solid"/>
                <a:miter/>
              </a:ln>
            </p:spPr>
            <p:txBody>
              <a:bodyPr rtlCol="0" anchor="ctr"/>
              <a:lstStyle/>
              <a:p>
                <a:endParaRPr lang="en-IN"/>
              </a:p>
            </p:txBody>
          </p:sp>
          <p:sp>
            <p:nvSpPr>
              <p:cNvPr id="82" name="Freeform: Shape 81"/>
              <p:cNvSpPr/>
              <p:nvPr/>
            </p:nvSpPr>
            <p:spPr>
              <a:xfrm>
                <a:off x="5279992" y="3269075"/>
                <a:ext cx="57245" cy="54006"/>
              </a:xfrm>
              <a:custGeom>
                <a:avLst/>
                <a:gdLst>
                  <a:gd name="connsiteX0" fmla="*/ 48768 w 57245"/>
                  <a:gd name="connsiteY0" fmla="*/ 54007 h 54006"/>
                  <a:gd name="connsiteX1" fmla="*/ 12478 w 57245"/>
                  <a:gd name="connsiteY1" fmla="*/ 8953 h 54006"/>
                  <a:gd name="connsiteX2" fmla="*/ 12478 w 57245"/>
                  <a:gd name="connsiteY2" fmla="*/ 45815 h 54006"/>
                  <a:gd name="connsiteX3" fmla="*/ 20479 w 57245"/>
                  <a:gd name="connsiteY3" fmla="*/ 50673 h 54006"/>
                  <a:gd name="connsiteX4" fmla="*/ 20479 w 57245"/>
                  <a:gd name="connsiteY4" fmla="*/ 53054 h 54006"/>
                  <a:gd name="connsiteX5" fmla="*/ 1619 w 57245"/>
                  <a:gd name="connsiteY5" fmla="*/ 53054 h 54006"/>
                  <a:gd name="connsiteX6" fmla="*/ 1619 w 57245"/>
                  <a:gd name="connsiteY6" fmla="*/ 50673 h 54006"/>
                  <a:gd name="connsiteX7" fmla="*/ 8953 w 57245"/>
                  <a:gd name="connsiteY7" fmla="*/ 45815 h 54006"/>
                  <a:gd name="connsiteX8" fmla="*/ 8953 w 57245"/>
                  <a:gd name="connsiteY8" fmla="*/ 5048 h 54006"/>
                  <a:gd name="connsiteX9" fmla="*/ 0 w 57245"/>
                  <a:gd name="connsiteY9" fmla="*/ 2381 h 54006"/>
                  <a:gd name="connsiteX10" fmla="*/ 0 w 57245"/>
                  <a:gd name="connsiteY10" fmla="*/ 0 h 54006"/>
                  <a:gd name="connsiteX11" fmla="*/ 18193 w 57245"/>
                  <a:gd name="connsiteY11" fmla="*/ 0 h 54006"/>
                  <a:gd name="connsiteX12" fmla="*/ 46006 w 57245"/>
                  <a:gd name="connsiteY12" fmla="*/ 35814 h 54006"/>
                  <a:gd name="connsiteX13" fmla="*/ 46006 w 57245"/>
                  <a:gd name="connsiteY13" fmla="*/ 7239 h 54006"/>
                  <a:gd name="connsiteX14" fmla="*/ 38005 w 57245"/>
                  <a:gd name="connsiteY14" fmla="*/ 2381 h 54006"/>
                  <a:gd name="connsiteX15" fmla="*/ 38005 w 57245"/>
                  <a:gd name="connsiteY15" fmla="*/ 0 h 54006"/>
                  <a:gd name="connsiteX16" fmla="*/ 57245 w 57245"/>
                  <a:gd name="connsiteY16" fmla="*/ 0 h 54006"/>
                  <a:gd name="connsiteX17" fmla="*/ 57245 w 57245"/>
                  <a:gd name="connsiteY17" fmla="*/ 2381 h 54006"/>
                  <a:gd name="connsiteX18" fmla="*/ 49435 w 57245"/>
                  <a:gd name="connsiteY18" fmla="*/ 7239 h 54006"/>
                  <a:gd name="connsiteX19" fmla="*/ 49435 w 57245"/>
                  <a:gd name="connsiteY19" fmla="*/ 53912 h 54006"/>
                  <a:gd name="connsiteX20" fmla="*/ 48577 w 57245"/>
                  <a:gd name="connsiteY20" fmla="*/ 53912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7245" h="54006">
                    <a:moveTo>
                      <a:pt x="48768" y="54007"/>
                    </a:moveTo>
                    <a:lnTo>
                      <a:pt x="12478" y="8953"/>
                    </a:lnTo>
                    <a:lnTo>
                      <a:pt x="12478" y="45815"/>
                    </a:lnTo>
                    <a:cubicBezTo>
                      <a:pt x="12478" y="50101"/>
                      <a:pt x="15430" y="50673"/>
                      <a:pt x="20479" y="50673"/>
                    </a:cubicBezTo>
                    <a:lnTo>
                      <a:pt x="20479" y="53054"/>
                    </a:lnTo>
                    <a:lnTo>
                      <a:pt x="1619" y="53054"/>
                    </a:lnTo>
                    <a:lnTo>
                      <a:pt x="1619" y="50673"/>
                    </a:lnTo>
                    <a:cubicBezTo>
                      <a:pt x="6286" y="50673"/>
                      <a:pt x="8953" y="50101"/>
                      <a:pt x="8953" y="45815"/>
                    </a:cubicBezTo>
                    <a:lnTo>
                      <a:pt x="8953" y="5048"/>
                    </a:lnTo>
                    <a:cubicBezTo>
                      <a:pt x="6286" y="2572"/>
                      <a:pt x="4286" y="2381"/>
                      <a:pt x="0" y="2381"/>
                    </a:cubicBezTo>
                    <a:lnTo>
                      <a:pt x="0" y="0"/>
                    </a:lnTo>
                    <a:lnTo>
                      <a:pt x="18193" y="0"/>
                    </a:lnTo>
                    <a:lnTo>
                      <a:pt x="46006" y="35814"/>
                    </a:lnTo>
                    <a:lnTo>
                      <a:pt x="46006" y="7239"/>
                    </a:lnTo>
                    <a:cubicBezTo>
                      <a:pt x="46006" y="2953"/>
                      <a:pt x="43053" y="2381"/>
                      <a:pt x="38005" y="2381"/>
                    </a:cubicBezTo>
                    <a:lnTo>
                      <a:pt x="38005" y="0"/>
                    </a:lnTo>
                    <a:lnTo>
                      <a:pt x="57245" y="0"/>
                    </a:lnTo>
                    <a:lnTo>
                      <a:pt x="57245" y="2381"/>
                    </a:lnTo>
                    <a:cubicBezTo>
                      <a:pt x="52292" y="2381"/>
                      <a:pt x="49435" y="2953"/>
                      <a:pt x="49435" y="7239"/>
                    </a:cubicBezTo>
                    <a:lnTo>
                      <a:pt x="49435" y="53912"/>
                    </a:lnTo>
                    <a:lnTo>
                      <a:pt x="48577" y="53912"/>
                    </a:lnTo>
                    <a:close/>
                  </a:path>
                </a:pathLst>
              </a:custGeom>
              <a:solidFill>
                <a:srgbClr val="333333"/>
              </a:solidFill>
              <a:ln w="9525" cap="flat">
                <a:noFill/>
                <a:prstDash val="solid"/>
                <a:miter/>
              </a:ln>
            </p:spPr>
            <p:txBody>
              <a:bodyPr rtlCol="0" anchor="ctr"/>
              <a:lstStyle/>
              <a:p>
                <a:endParaRPr lang="en-IN"/>
              </a:p>
            </p:txBody>
          </p:sp>
          <p:sp>
            <p:nvSpPr>
              <p:cNvPr id="83" name="Freeform: Shape 82"/>
              <p:cNvSpPr/>
              <p:nvPr/>
            </p:nvSpPr>
            <p:spPr>
              <a:xfrm>
                <a:off x="5340285" y="3268313"/>
                <a:ext cx="46005" cy="54768"/>
              </a:xfrm>
              <a:custGeom>
                <a:avLst/>
                <a:gdLst>
                  <a:gd name="connsiteX0" fmla="*/ 42196 w 46005"/>
                  <a:gd name="connsiteY0" fmla="*/ 762 h 54768"/>
                  <a:gd name="connsiteX1" fmla="*/ 43529 w 46005"/>
                  <a:gd name="connsiteY1" fmla="*/ 762 h 54768"/>
                  <a:gd name="connsiteX2" fmla="*/ 44291 w 46005"/>
                  <a:gd name="connsiteY2" fmla="*/ 16574 h 54768"/>
                  <a:gd name="connsiteX3" fmla="*/ 42291 w 46005"/>
                  <a:gd name="connsiteY3" fmla="*/ 16574 h 54768"/>
                  <a:gd name="connsiteX4" fmla="*/ 27337 w 46005"/>
                  <a:gd name="connsiteY4" fmla="*/ 2858 h 54768"/>
                  <a:gd name="connsiteX5" fmla="*/ 10001 w 46005"/>
                  <a:gd name="connsiteY5" fmla="*/ 24194 h 54768"/>
                  <a:gd name="connsiteX6" fmla="*/ 31337 w 46005"/>
                  <a:gd name="connsiteY6" fmla="*/ 50101 h 54768"/>
                  <a:gd name="connsiteX7" fmla="*/ 44482 w 46005"/>
                  <a:gd name="connsiteY7" fmla="*/ 44291 h 54768"/>
                  <a:gd name="connsiteX8" fmla="*/ 46006 w 46005"/>
                  <a:gd name="connsiteY8" fmla="*/ 45911 h 54768"/>
                  <a:gd name="connsiteX9" fmla="*/ 26956 w 46005"/>
                  <a:gd name="connsiteY9" fmla="*/ 54769 h 54768"/>
                  <a:gd name="connsiteX10" fmla="*/ 0 w 46005"/>
                  <a:gd name="connsiteY10" fmla="*/ 27813 h 54768"/>
                  <a:gd name="connsiteX11" fmla="*/ 27337 w 46005"/>
                  <a:gd name="connsiteY11" fmla="*/ 0 h 54768"/>
                  <a:gd name="connsiteX12" fmla="*/ 40100 w 46005"/>
                  <a:gd name="connsiteY12" fmla="*/ 3048 h 54768"/>
                  <a:gd name="connsiteX13" fmla="*/ 42291 w 46005"/>
                  <a:gd name="connsiteY13" fmla="*/ 762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005" h="54768">
                    <a:moveTo>
                      <a:pt x="42196" y="762"/>
                    </a:moveTo>
                    <a:lnTo>
                      <a:pt x="43529" y="762"/>
                    </a:lnTo>
                    <a:lnTo>
                      <a:pt x="44291" y="16574"/>
                    </a:lnTo>
                    <a:lnTo>
                      <a:pt x="42291" y="16574"/>
                    </a:lnTo>
                    <a:cubicBezTo>
                      <a:pt x="40957" y="7525"/>
                      <a:pt x="36195" y="2858"/>
                      <a:pt x="27337" y="2858"/>
                    </a:cubicBezTo>
                    <a:cubicBezTo>
                      <a:pt x="17526" y="2858"/>
                      <a:pt x="10001" y="11239"/>
                      <a:pt x="10001" y="24194"/>
                    </a:cubicBezTo>
                    <a:cubicBezTo>
                      <a:pt x="10001" y="40767"/>
                      <a:pt x="20383" y="50101"/>
                      <a:pt x="31337" y="50101"/>
                    </a:cubicBezTo>
                    <a:cubicBezTo>
                      <a:pt x="36100" y="50101"/>
                      <a:pt x="40386" y="48768"/>
                      <a:pt x="44482" y="44291"/>
                    </a:cubicBezTo>
                    <a:lnTo>
                      <a:pt x="46006" y="45911"/>
                    </a:lnTo>
                    <a:cubicBezTo>
                      <a:pt x="42577" y="50768"/>
                      <a:pt x="35909" y="54769"/>
                      <a:pt x="26956" y="54769"/>
                    </a:cubicBezTo>
                    <a:cubicBezTo>
                      <a:pt x="13526" y="54769"/>
                      <a:pt x="0" y="44672"/>
                      <a:pt x="0" y="27813"/>
                    </a:cubicBezTo>
                    <a:cubicBezTo>
                      <a:pt x="0" y="10954"/>
                      <a:pt x="12382" y="0"/>
                      <a:pt x="27337" y="0"/>
                    </a:cubicBezTo>
                    <a:cubicBezTo>
                      <a:pt x="34385" y="0"/>
                      <a:pt x="38195" y="3048"/>
                      <a:pt x="40100" y="3048"/>
                    </a:cubicBezTo>
                    <a:cubicBezTo>
                      <a:pt x="41148" y="3048"/>
                      <a:pt x="41720" y="2286"/>
                      <a:pt x="42291" y="762"/>
                    </a:cubicBezTo>
                    <a:close/>
                  </a:path>
                </a:pathLst>
              </a:custGeom>
              <a:solidFill>
                <a:srgbClr val="333333"/>
              </a:solidFill>
              <a:ln w="9525" cap="flat">
                <a:noFill/>
                <a:prstDash val="solid"/>
                <a:miter/>
              </a:ln>
            </p:spPr>
            <p:txBody>
              <a:bodyPr rtlCol="0" anchor="ctr"/>
              <a:lstStyle/>
              <a:p>
                <a:endParaRPr lang="en-IN"/>
              </a:p>
            </p:txBody>
          </p:sp>
          <p:sp>
            <p:nvSpPr>
              <p:cNvPr id="84" name="Freeform: Shape 83"/>
              <p:cNvSpPr/>
              <p:nvPr/>
            </p:nvSpPr>
            <p:spPr>
              <a:xfrm>
                <a:off x="5390673" y="3269075"/>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85" name="Freeform: Shape 84"/>
              <p:cNvSpPr/>
              <p:nvPr/>
            </p:nvSpPr>
            <p:spPr>
              <a:xfrm>
                <a:off x="5417057" y="3268694"/>
                <a:ext cx="54673" cy="53530"/>
              </a:xfrm>
              <a:custGeom>
                <a:avLst/>
                <a:gdLst>
                  <a:gd name="connsiteX0" fmla="*/ 17907 w 54673"/>
                  <a:gd name="connsiteY0" fmla="*/ 53531 h 53530"/>
                  <a:gd name="connsiteX1" fmla="*/ 0 w 54673"/>
                  <a:gd name="connsiteY1" fmla="*/ 53531 h 53530"/>
                  <a:gd name="connsiteX2" fmla="*/ 0 w 54673"/>
                  <a:gd name="connsiteY2" fmla="*/ 51149 h 53530"/>
                  <a:gd name="connsiteX3" fmla="*/ 7620 w 54673"/>
                  <a:gd name="connsiteY3" fmla="*/ 46196 h 53530"/>
                  <a:gd name="connsiteX4" fmla="*/ 24955 w 54673"/>
                  <a:gd name="connsiteY4" fmla="*/ 0 h 53530"/>
                  <a:gd name="connsiteX5" fmla="*/ 29813 w 54673"/>
                  <a:gd name="connsiteY5" fmla="*/ 0 h 53530"/>
                  <a:gd name="connsiteX6" fmla="*/ 48482 w 54673"/>
                  <a:gd name="connsiteY6" fmla="*/ 46482 h 53530"/>
                  <a:gd name="connsiteX7" fmla="*/ 54673 w 54673"/>
                  <a:gd name="connsiteY7" fmla="*/ 51149 h 53530"/>
                  <a:gd name="connsiteX8" fmla="*/ 54673 w 54673"/>
                  <a:gd name="connsiteY8" fmla="*/ 53531 h 53530"/>
                  <a:gd name="connsiteX9" fmla="*/ 32385 w 54673"/>
                  <a:gd name="connsiteY9" fmla="*/ 53531 h 53530"/>
                  <a:gd name="connsiteX10" fmla="*/ 32385 w 54673"/>
                  <a:gd name="connsiteY10" fmla="*/ 51149 h 53530"/>
                  <a:gd name="connsiteX11" fmla="*/ 38195 w 54673"/>
                  <a:gd name="connsiteY11" fmla="*/ 46482 h 53530"/>
                  <a:gd name="connsiteX12" fmla="*/ 32671 w 54673"/>
                  <a:gd name="connsiteY12" fmla="*/ 32385 h 53530"/>
                  <a:gd name="connsiteX13" fmla="*/ 16002 w 54673"/>
                  <a:gd name="connsiteY13" fmla="*/ 32385 h 53530"/>
                  <a:gd name="connsiteX14" fmla="*/ 11144 w 54673"/>
                  <a:gd name="connsiteY14" fmla="*/ 46006 h 53530"/>
                  <a:gd name="connsiteX15" fmla="*/ 17907 w 54673"/>
                  <a:gd name="connsiteY15" fmla="*/ 51054 h 53530"/>
                  <a:gd name="connsiteX16" fmla="*/ 17907 w 54673"/>
                  <a:gd name="connsiteY16" fmla="*/ 53435 h 53530"/>
                  <a:gd name="connsiteX17" fmla="*/ 17145 w 54673"/>
                  <a:gd name="connsiteY17" fmla="*/ 29528 h 53530"/>
                  <a:gd name="connsiteX18" fmla="*/ 31623 w 54673"/>
                  <a:gd name="connsiteY18" fmla="*/ 29528 h 53530"/>
                  <a:gd name="connsiteX19" fmla="*/ 24098 w 54673"/>
                  <a:gd name="connsiteY19" fmla="*/ 10478 h 53530"/>
                  <a:gd name="connsiteX20" fmla="*/ 17145 w 54673"/>
                  <a:gd name="connsiteY20" fmla="*/ 29528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4673" h="53530">
                    <a:moveTo>
                      <a:pt x="17907" y="53531"/>
                    </a:moveTo>
                    <a:lnTo>
                      <a:pt x="0" y="53531"/>
                    </a:lnTo>
                    <a:lnTo>
                      <a:pt x="0" y="51149"/>
                    </a:lnTo>
                    <a:cubicBezTo>
                      <a:pt x="3905" y="51149"/>
                      <a:pt x="6001" y="50482"/>
                      <a:pt x="7620" y="46196"/>
                    </a:cubicBezTo>
                    <a:lnTo>
                      <a:pt x="24955" y="0"/>
                    </a:lnTo>
                    <a:lnTo>
                      <a:pt x="29813" y="0"/>
                    </a:lnTo>
                    <a:lnTo>
                      <a:pt x="48482" y="46482"/>
                    </a:lnTo>
                    <a:cubicBezTo>
                      <a:pt x="50102" y="50578"/>
                      <a:pt x="50959" y="51149"/>
                      <a:pt x="54673" y="51149"/>
                    </a:cubicBezTo>
                    <a:lnTo>
                      <a:pt x="54673" y="53531"/>
                    </a:lnTo>
                    <a:lnTo>
                      <a:pt x="32385" y="53531"/>
                    </a:lnTo>
                    <a:lnTo>
                      <a:pt x="32385" y="51149"/>
                    </a:lnTo>
                    <a:cubicBezTo>
                      <a:pt x="39243" y="51149"/>
                      <a:pt x="39815" y="50578"/>
                      <a:pt x="38195" y="46482"/>
                    </a:cubicBezTo>
                    <a:lnTo>
                      <a:pt x="32671" y="32385"/>
                    </a:lnTo>
                    <a:lnTo>
                      <a:pt x="16002" y="32385"/>
                    </a:lnTo>
                    <a:lnTo>
                      <a:pt x="11144" y="46006"/>
                    </a:lnTo>
                    <a:cubicBezTo>
                      <a:pt x="9525" y="50197"/>
                      <a:pt x="12002" y="51054"/>
                      <a:pt x="17907" y="51054"/>
                    </a:cubicBezTo>
                    <a:lnTo>
                      <a:pt x="17907" y="53435"/>
                    </a:lnTo>
                    <a:close/>
                    <a:moveTo>
                      <a:pt x="17145" y="29528"/>
                    </a:moveTo>
                    <a:lnTo>
                      <a:pt x="31623" y="29528"/>
                    </a:lnTo>
                    <a:lnTo>
                      <a:pt x="24098" y="10478"/>
                    </a:lnTo>
                    <a:lnTo>
                      <a:pt x="17145" y="29528"/>
                    </a:lnTo>
                    <a:close/>
                  </a:path>
                </a:pathLst>
              </a:custGeom>
              <a:solidFill>
                <a:srgbClr val="333333"/>
              </a:solidFill>
              <a:ln w="9525" cap="flat">
                <a:noFill/>
                <a:prstDash val="solid"/>
                <a:miter/>
              </a:ln>
            </p:spPr>
            <p:txBody>
              <a:bodyPr rtlCol="0" anchor="ctr"/>
              <a:lstStyle/>
              <a:p>
                <a:endParaRPr lang="en-IN"/>
              </a:p>
            </p:txBody>
          </p:sp>
          <p:sp>
            <p:nvSpPr>
              <p:cNvPr id="86" name="Freeform: Shape 85"/>
              <p:cNvSpPr/>
              <p:nvPr/>
            </p:nvSpPr>
            <p:spPr>
              <a:xfrm>
                <a:off x="5475445" y="3269075"/>
                <a:ext cx="42005" cy="53149"/>
              </a:xfrm>
              <a:custGeom>
                <a:avLst/>
                <a:gdLst>
                  <a:gd name="connsiteX0" fmla="*/ 0 w 42005"/>
                  <a:gd name="connsiteY0" fmla="*/ 53150 h 53149"/>
                  <a:gd name="connsiteX1" fmla="*/ 0 w 42005"/>
                  <a:gd name="connsiteY1" fmla="*/ 50768 h 53149"/>
                  <a:gd name="connsiteX2" fmla="*/ 6477 w 42005"/>
                  <a:gd name="connsiteY2" fmla="*/ 46101 h 53149"/>
                  <a:gd name="connsiteX3" fmla="*/ 6477 w 42005"/>
                  <a:gd name="connsiteY3" fmla="*/ 7048 h 53149"/>
                  <a:gd name="connsiteX4" fmla="*/ 0 w 42005"/>
                  <a:gd name="connsiteY4" fmla="*/ 2381 h 53149"/>
                  <a:gd name="connsiteX5" fmla="*/ 0 w 42005"/>
                  <a:gd name="connsiteY5" fmla="*/ 0 h 53149"/>
                  <a:gd name="connsiteX6" fmla="*/ 22670 w 42005"/>
                  <a:gd name="connsiteY6" fmla="*/ 0 h 53149"/>
                  <a:gd name="connsiteX7" fmla="*/ 22670 w 42005"/>
                  <a:gd name="connsiteY7" fmla="*/ 2381 h 53149"/>
                  <a:gd name="connsiteX8" fmla="*/ 16288 w 42005"/>
                  <a:gd name="connsiteY8" fmla="*/ 7048 h 53149"/>
                  <a:gd name="connsiteX9" fmla="*/ 16288 w 42005"/>
                  <a:gd name="connsiteY9" fmla="*/ 46482 h 53149"/>
                  <a:gd name="connsiteX10" fmla="*/ 20955 w 42005"/>
                  <a:gd name="connsiteY10" fmla="*/ 50387 h 53149"/>
                  <a:gd name="connsiteX11" fmla="*/ 23717 w 42005"/>
                  <a:gd name="connsiteY11" fmla="*/ 50387 h 53149"/>
                  <a:gd name="connsiteX12" fmla="*/ 40100 w 42005"/>
                  <a:gd name="connsiteY12" fmla="*/ 37148 h 53149"/>
                  <a:gd name="connsiteX13" fmla="*/ 42005 w 42005"/>
                  <a:gd name="connsiteY13" fmla="*/ 37433 h 53149"/>
                  <a:gd name="connsiteX14" fmla="*/ 40386 w 42005"/>
                  <a:gd name="connsiteY14" fmla="*/ 53150 h 53149"/>
                  <a:gd name="connsiteX15" fmla="*/ 95 w 42005"/>
                  <a:gd name="connsiteY15"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005" h="53149">
                    <a:moveTo>
                      <a:pt x="0" y="53150"/>
                    </a:moveTo>
                    <a:lnTo>
                      <a:pt x="0" y="50768"/>
                    </a:lnTo>
                    <a:cubicBezTo>
                      <a:pt x="4858" y="50768"/>
                      <a:pt x="6477" y="50292"/>
                      <a:pt x="6477" y="46101"/>
                    </a:cubicBezTo>
                    <a:lnTo>
                      <a:pt x="6477" y="7048"/>
                    </a:lnTo>
                    <a:cubicBezTo>
                      <a:pt x="6477" y="2858"/>
                      <a:pt x="4858" y="2381"/>
                      <a:pt x="0" y="2381"/>
                    </a:cubicBezTo>
                    <a:lnTo>
                      <a:pt x="0" y="0"/>
                    </a:lnTo>
                    <a:lnTo>
                      <a:pt x="22670" y="0"/>
                    </a:lnTo>
                    <a:lnTo>
                      <a:pt x="22670" y="2381"/>
                    </a:lnTo>
                    <a:cubicBezTo>
                      <a:pt x="17812" y="2381"/>
                      <a:pt x="16288" y="2858"/>
                      <a:pt x="16288" y="7048"/>
                    </a:cubicBezTo>
                    <a:lnTo>
                      <a:pt x="16288" y="46482"/>
                    </a:lnTo>
                    <a:cubicBezTo>
                      <a:pt x="16288" y="50006"/>
                      <a:pt x="18002" y="50387"/>
                      <a:pt x="20955" y="50387"/>
                    </a:cubicBezTo>
                    <a:lnTo>
                      <a:pt x="23717" y="50387"/>
                    </a:lnTo>
                    <a:cubicBezTo>
                      <a:pt x="34004" y="50387"/>
                      <a:pt x="37338" y="48863"/>
                      <a:pt x="40100" y="37148"/>
                    </a:cubicBezTo>
                    <a:lnTo>
                      <a:pt x="42005" y="37433"/>
                    </a:lnTo>
                    <a:lnTo>
                      <a:pt x="40386" y="53150"/>
                    </a:lnTo>
                    <a:lnTo>
                      <a:pt x="95" y="53150"/>
                    </a:lnTo>
                    <a:close/>
                  </a:path>
                </a:pathLst>
              </a:custGeom>
              <a:solidFill>
                <a:srgbClr val="333333"/>
              </a:solidFill>
              <a:ln w="9525" cap="flat">
                <a:noFill/>
                <a:prstDash val="solid"/>
                <a:miter/>
              </a:ln>
            </p:spPr>
            <p:txBody>
              <a:bodyPr rtlCol="0" anchor="ctr"/>
              <a:lstStyle/>
              <a:p>
                <a:endParaRPr lang="en-IN"/>
              </a:p>
            </p:txBody>
          </p:sp>
        </p:grpSp>
        <p:grpSp>
          <p:nvGrpSpPr>
            <p:cNvPr id="20" name="Graphic 3"/>
            <p:cNvGrpSpPr/>
            <p:nvPr/>
          </p:nvGrpSpPr>
          <p:grpSpPr>
            <a:xfrm>
              <a:off x="5095398" y="3348608"/>
              <a:ext cx="237172" cy="54864"/>
              <a:chOff x="5095398" y="3348608"/>
              <a:chExt cx="237172" cy="54864"/>
            </a:xfrm>
            <a:solidFill>
              <a:srgbClr val="333333"/>
            </a:solidFill>
          </p:grpSpPr>
          <p:sp>
            <p:nvSpPr>
              <p:cNvPr id="73" name="Freeform: Shape 72"/>
              <p:cNvSpPr/>
              <p:nvPr/>
            </p:nvSpPr>
            <p:spPr>
              <a:xfrm>
                <a:off x="5095398" y="3348990"/>
                <a:ext cx="48386" cy="53530"/>
              </a:xfrm>
              <a:custGeom>
                <a:avLst/>
                <a:gdLst>
                  <a:gd name="connsiteX0" fmla="*/ 48101 w 48386"/>
                  <a:gd name="connsiteY0" fmla="*/ 0 h 53530"/>
                  <a:gd name="connsiteX1" fmla="*/ 48387 w 48386"/>
                  <a:gd name="connsiteY1" fmla="*/ 15811 h 53530"/>
                  <a:gd name="connsiteX2" fmla="*/ 46387 w 48386"/>
                  <a:gd name="connsiteY2" fmla="*/ 15811 h 53530"/>
                  <a:gd name="connsiteX3" fmla="*/ 32385 w 48386"/>
                  <a:gd name="connsiteY3" fmla="*/ 3048 h 53530"/>
                  <a:gd name="connsiteX4" fmla="*/ 29146 w 48386"/>
                  <a:gd name="connsiteY4" fmla="*/ 3048 h 53530"/>
                  <a:gd name="connsiteX5" fmla="*/ 29146 w 48386"/>
                  <a:gd name="connsiteY5" fmla="*/ 46387 h 53530"/>
                  <a:gd name="connsiteX6" fmla="*/ 37243 w 48386"/>
                  <a:gd name="connsiteY6" fmla="*/ 51149 h 53530"/>
                  <a:gd name="connsiteX7" fmla="*/ 37243 w 48386"/>
                  <a:gd name="connsiteY7" fmla="*/ 53530 h 53530"/>
                  <a:gd name="connsiteX8" fmla="*/ 11049 w 48386"/>
                  <a:gd name="connsiteY8" fmla="*/ 53530 h 53530"/>
                  <a:gd name="connsiteX9" fmla="*/ 11049 w 48386"/>
                  <a:gd name="connsiteY9" fmla="*/ 51149 h 53530"/>
                  <a:gd name="connsiteX10" fmla="*/ 19241 w 48386"/>
                  <a:gd name="connsiteY10" fmla="*/ 46387 h 53530"/>
                  <a:gd name="connsiteX11" fmla="*/ 19241 w 48386"/>
                  <a:gd name="connsiteY11" fmla="*/ 3048 h 53530"/>
                  <a:gd name="connsiteX12" fmla="*/ 16002 w 48386"/>
                  <a:gd name="connsiteY12" fmla="*/ 3048 h 53530"/>
                  <a:gd name="connsiteX13" fmla="*/ 2000 w 48386"/>
                  <a:gd name="connsiteY13" fmla="*/ 15811 h 53530"/>
                  <a:gd name="connsiteX14" fmla="*/ 0 w 48386"/>
                  <a:gd name="connsiteY14" fmla="*/ 15811 h 53530"/>
                  <a:gd name="connsiteX15" fmla="*/ 286 w 48386"/>
                  <a:gd name="connsiteY15" fmla="*/ 0 h 53530"/>
                  <a:gd name="connsiteX16" fmla="*/ 7715 w 48386"/>
                  <a:gd name="connsiteY16" fmla="*/ 476 h 53530"/>
                  <a:gd name="connsiteX17" fmla="*/ 40672 w 48386"/>
                  <a:gd name="connsiteY17" fmla="*/ 476 h 53530"/>
                  <a:gd name="connsiteX18" fmla="*/ 48101 w 48386"/>
                  <a:gd name="connsiteY18" fmla="*/ 0 h 53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8386" h="53530">
                    <a:moveTo>
                      <a:pt x="48101" y="0"/>
                    </a:moveTo>
                    <a:lnTo>
                      <a:pt x="48387" y="15811"/>
                    </a:lnTo>
                    <a:lnTo>
                      <a:pt x="46387" y="15811"/>
                    </a:lnTo>
                    <a:cubicBezTo>
                      <a:pt x="45244" y="4381"/>
                      <a:pt x="42577" y="3048"/>
                      <a:pt x="32385" y="3048"/>
                    </a:cubicBezTo>
                    <a:lnTo>
                      <a:pt x="29146" y="3048"/>
                    </a:lnTo>
                    <a:lnTo>
                      <a:pt x="29146" y="46387"/>
                    </a:lnTo>
                    <a:cubicBezTo>
                      <a:pt x="29146" y="50482"/>
                      <a:pt x="30766" y="51149"/>
                      <a:pt x="37243" y="51149"/>
                    </a:cubicBezTo>
                    <a:lnTo>
                      <a:pt x="37243" y="53530"/>
                    </a:lnTo>
                    <a:lnTo>
                      <a:pt x="11049" y="53530"/>
                    </a:lnTo>
                    <a:lnTo>
                      <a:pt x="11049" y="51149"/>
                    </a:lnTo>
                    <a:cubicBezTo>
                      <a:pt x="17621" y="51149"/>
                      <a:pt x="19241" y="50578"/>
                      <a:pt x="19241" y="46387"/>
                    </a:cubicBezTo>
                    <a:lnTo>
                      <a:pt x="19241" y="3048"/>
                    </a:lnTo>
                    <a:lnTo>
                      <a:pt x="16002" y="3048"/>
                    </a:lnTo>
                    <a:cubicBezTo>
                      <a:pt x="5810" y="3048"/>
                      <a:pt x="3143" y="4477"/>
                      <a:pt x="2000" y="15811"/>
                    </a:cubicBezTo>
                    <a:lnTo>
                      <a:pt x="0" y="15811"/>
                    </a:lnTo>
                    <a:lnTo>
                      <a:pt x="286" y="0"/>
                    </a:lnTo>
                    <a:cubicBezTo>
                      <a:pt x="1715" y="286"/>
                      <a:pt x="3239" y="476"/>
                      <a:pt x="7715" y="476"/>
                    </a:cubicBezTo>
                    <a:lnTo>
                      <a:pt x="40672" y="476"/>
                    </a:lnTo>
                    <a:cubicBezTo>
                      <a:pt x="45148" y="476"/>
                      <a:pt x="46672" y="286"/>
                      <a:pt x="48101" y="0"/>
                    </a:cubicBezTo>
                    <a:close/>
                  </a:path>
                </a:pathLst>
              </a:custGeom>
              <a:solidFill>
                <a:srgbClr val="333333"/>
              </a:solidFill>
              <a:ln w="9525" cap="flat">
                <a:noFill/>
                <a:prstDash val="solid"/>
                <a:miter/>
              </a:ln>
            </p:spPr>
            <p:txBody>
              <a:bodyPr rtlCol="0" anchor="ctr"/>
              <a:lstStyle/>
              <a:p>
                <a:endParaRPr lang="en-IN"/>
              </a:p>
            </p:txBody>
          </p:sp>
          <p:sp>
            <p:nvSpPr>
              <p:cNvPr id="74" name="Freeform: Shape 73"/>
              <p:cNvSpPr/>
              <p:nvPr/>
            </p:nvSpPr>
            <p:spPr>
              <a:xfrm>
                <a:off x="5148738" y="3349370"/>
                <a:ext cx="22764" cy="53149"/>
              </a:xfrm>
              <a:custGeom>
                <a:avLst/>
                <a:gdLst>
                  <a:gd name="connsiteX0" fmla="*/ 0 w 22764"/>
                  <a:gd name="connsiteY0" fmla="*/ 53150 h 53149"/>
                  <a:gd name="connsiteX1" fmla="*/ 0 w 22764"/>
                  <a:gd name="connsiteY1" fmla="*/ 50768 h 53149"/>
                  <a:gd name="connsiteX2" fmla="*/ 6477 w 22764"/>
                  <a:gd name="connsiteY2" fmla="*/ 46101 h 53149"/>
                  <a:gd name="connsiteX3" fmla="*/ 6477 w 22764"/>
                  <a:gd name="connsiteY3" fmla="*/ 7048 h 53149"/>
                  <a:gd name="connsiteX4" fmla="*/ 0 w 22764"/>
                  <a:gd name="connsiteY4" fmla="*/ 2381 h 53149"/>
                  <a:gd name="connsiteX5" fmla="*/ 0 w 22764"/>
                  <a:gd name="connsiteY5" fmla="*/ 0 h 53149"/>
                  <a:gd name="connsiteX6" fmla="*/ 22765 w 22764"/>
                  <a:gd name="connsiteY6" fmla="*/ 0 h 53149"/>
                  <a:gd name="connsiteX7" fmla="*/ 22765 w 22764"/>
                  <a:gd name="connsiteY7" fmla="*/ 2381 h 53149"/>
                  <a:gd name="connsiteX8" fmla="*/ 16288 w 22764"/>
                  <a:gd name="connsiteY8" fmla="*/ 7048 h 53149"/>
                  <a:gd name="connsiteX9" fmla="*/ 16288 w 22764"/>
                  <a:gd name="connsiteY9" fmla="*/ 46101 h 53149"/>
                  <a:gd name="connsiteX10" fmla="*/ 22765 w 22764"/>
                  <a:gd name="connsiteY10" fmla="*/ 50768 h 53149"/>
                  <a:gd name="connsiteX11" fmla="*/ 22765 w 22764"/>
                  <a:gd name="connsiteY11" fmla="*/ 53150 h 53149"/>
                  <a:gd name="connsiteX12" fmla="*/ 0 w 22764"/>
                  <a:gd name="connsiteY12" fmla="*/ 53150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64" h="53149">
                    <a:moveTo>
                      <a:pt x="0" y="53150"/>
                    </a:moveTo>
                    <a:lnTo>
                      <a:pt x="0" y="50768"/>
                    </a:lnTo>
                    <a:cubicBezTo>
                      <a:pt x="4858" y="50768"/>
                      <a:pt x="6477" y="50292"/>
                      <a:pt x="6477" y="46101"/>
                    </a:cubicBezTo>
                    <a:lnTo>
                      <a:pt x="6477" y="7048"/>
                    </a:lnTo>
                    <a:cubicBezTo>
                      <a:pt x="6477" y="2858"/>
                      <a:pt x="4858" y="2381"/>
                      <a:pt x="0" y="2381"/>
                    </a:cubicBezTo>
                    <a:lnTo>
                      <a:pt x="0" y="0"/>
                    </a:lnTo>
                    <a:lnTo>
                      <a:pt x="22765" y="0"/>
                    </a:lnTo>
                    <a:lnTo>
                      <a:pt x="22765" y="2381"/>
                    </a:lnTo>
                    <a:cubicBezTo>
                      <a:pt x="17907" y="2381"/>
                      <a:pt x="16288" y="2858"/>
                      <a:pt x="16288" y="7048"/>
                    </a:cubicBezTo>
                    <a:lnTo>
                      <a:pt x="16288" y="46101"/>
                    </a:lnTo>
                    <a:cubicBezTo>
                      <a:pt x="16288" y="50292"/>
                      <a:pt x="17907" y="50768"/>
                      <a:pt x="22765" y="50768"/>
                    </a:cubicBezTo>
                    <a:lnTo>
                      <a:pt x="22765" y="53150"/>
                    </a:lnTo>
                    <a:lnTo>
                      <a:pt x="0" y="53150"/>
                    </a:lnTo>
                    <a:close/>
                  </a:path>
                </a:pathLst>
              </a:custGeom>
              <a:solidFill>
                <a:srgbClr val="333333"/>
              </a:solidFill>
              <a:ln w="9525" cap="flat">
                <a:noFill/>
                <a:prstDash val="solid"/>
                <a:miter/>
              </a:ln>
            </p:spPr>
            <p:txBody>
              <a:bodyPr rtlCol="0" anchor="ctr"/>
              <a:lstStyle/>
              <a:p>
                <a:endParaRPr lang="en-IN"/>
              </a:p>
            </p:txBody>
          </p:sp>
          <p:sp>
            <p:nvSpPr>
              <p:cNvPr id="75" name="Freeform: Shape 74"/>
              <p:cNvSpPr/>
              <p:nvPr/>
            </p:nvSpPr>
            <p:spPr>
              <a:xfrm>
                <a:off x="5175313" y="3349466"/>
                <a:ext cx="69056" cy="54006"/>
              </a:xfrm>
              <a:custGeom>
                <a:avLst/>
                <a:gdLst>
                  <a:gd name="connsiteX0" fmla="*/ 64675 w 69056"/>
                  <a:gd name="connsiteY0" fmla="*/ 0 h 54006"/>
                  <a:gd name="connsiteX1" fmla="*/ 64675 w 69056"/>
                  <a:gd name="connsiteY1" fmla="*/ 2381 h 54006"/>
                  <a:gd name="connsiteX2" fmla="*/ 58198 w 69056"/>
                  <a:gd name="connsiteY2" fmla="*/ 6858 h 54006"/>
                  <a:gd name="connsiteX3" fmla="*/ 62294 w 69056"/>
                  <a:gd name="connsiteY3" fmla="*/ 46292 h 54006"/>
                  <a:gd name="connsiteX4" fmla="*/ 69056 w 69056"/>
                  <a:gd name="connsiteY4" fmla="*/ 50768 h 54006"/>
                  <a:gd name="connsiteX5" fmla="*/ 69056 w 69056"/>
                  <a:gd name="connsiteY5" fmla="*/ 53150 h 54006"/>
                  <a:gd name="connsiteX6" fmla="*/ 46387 w 69056"/>
                  <a:gd name="connsiteY6" fmla="*/ 53150 h 54006"/>
                  <a:gd name="connsiteX7" fmla="*/ 46387 w 69056"/>
                  <a:gd name="connsiteY7" fmla="*/ 50768 h 54006"/>
                  <a:gd name="connsiteX8" fmla="*/ 52388 w 69056"/>
                  <a:gd name="connsiteY8" fmla="*/ 46292 h 54006"/>
                  <a:gd name="connsiteX9" fmla="*/ 48101 w 69056"/>
                  <a:gd name="connsiteY9" fmla="*/ 4858 h 54006"/>
                  <a:gd name="connsiteX10" fmla="*/ 31337 w 69056"/>
                  <a:gd name="connsiteY10" fmla="*/ 54007 h 54006"/>
                  <a:gd name="connsiteX11" fmla="*/ 30671 w 69056"/>
                  <a:gd name="connsiteY11" fmla="*/ 54007 h 54006"/>
                  <a:gd name="connsiteX12" fmla="*/ 14478 w 69056"/>
                  <a:gd name="connsiteY12" fmla="*/ 4858 h 54006"/>
                  <a:gd name="connsiteX13" fmla="*/ 10477 w 69056"/>
                  <a:gd name="connsiteY13" fmla="*/ 46196 h 54006"/>
                  <a:gd name="connsiteX14" fmla="*/ 17717 w 69056"/>
                  <a:gd name="connsiteY14" fmla="*/ 50768 h 54006"/>
                  <a:gd name="connsiteX15" fmla="*/ 17717 w 69056"/>
                  <a:gd name="connsiteY15" fmla="*/ 53150 h 54006"/>
                  <a:gd name="connsiteX16" fmla="*/ 0 w 69056"/>
                  <a:gd name="connsiteY16" fmla="*/ 53150 h 54006"/>
                  <a:gd name="connsiteX17" fmla="*/ 0 w 69056"/>
                  <a:gd name="connsiteY17" fmla="*/ 50768 h 54006"/>
                  <a:gd name="connsiteX18" fmla="*/ 6858 w 69056"/>
                  <a:gd name="connsiteY18" fmla="*/ 46196 h 54006"/>
                  <a:gd name="connsiteX19" fmla="*/ 10858 w 69056"/>
                  <a:gd name="connsiteY19" fmla="*/ 6858 h 54006"/>
                  <a:gd name="connsiteX20" fmla="*/ 4381 w 69056"/>
                  <a:gd name="connsiteY20" fmla="*/ 2381 h 54006"/>
                  <a:gd name="connsiteX21" fmla="*/ 4381 w 69056"/>
                  <a:gd name="connsiteY21" fmla="*/ 0 h 54006"/>
                  <a:gd name="connsiteX22" fmla="*/ 23050 w 69056"/>
                  <a:gd name="connsiteY22" fmla="*/ 0 h 54006"/>
                  <a:gd name="connsiteX23" fmla="*/ 34290 w 69056"/>
                  <a:gd name="connsiteY23" fmla="*/ 36290 h 54006"/>
                  <a:gd name="connsiteX24" fmla="*/ 46387 w 69056"/>
                  <a:gd name="connsiteY24" fmla="*/ 0 h 54006"/>
                  <a:gd name="connsiteX25" fmla="*/ 64675 w 69056"/>
                  <a:gd name="connsiteY25" fmla="*/ 0 h 54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9056" h="54006">
                    <a:moveTo>
                      <a:pt x="64675" y="0"/>
                    </a:moveTo>
                    <a:lnTo>
                      <a:pt x="64675" y="2381"/>
                    </a:lnTo>
                    <a:cubicBezTo>
                      <a:pt x="59817" y="2381"/>
                      <a:pt x="57722" y="2667"/>
                      <a:pt x="58198" y="6858"/>
                    </a:cubicBezTo>
                    <a:lnTo>
                      <a:pt x="62294" y="46292"/>
                    </a:lnTo>
                    <a:cubicBezTo>
                      <a:pt x="62770" y="50292"/>
                      <a:pt x="64294" y="50768"/>
                      <a:pt x="69056" y="50768"/>
                    </a:cubicBezTo>
                    <a:lnTo>
                      <a:pt x="69056" y="53150"/>
                    </a:lnTo>
                    <a:lnTo>
                      <a:pt x="46387" y="53150"/>
                    </a:lnTo>
                    <a:lnTo>
                      <a:pt x="46387" y="50768"/>
                    </a:lnTo>
                    <a:cubicBezTo>
                      <a:pt x="51149" y="50768"/>
                      <a:pt x="52769" y="50292"/>
                      <a:pt x="52388" y="46292"/>
                    </a:cubicBezTo>
                    <a:lnTo>
                      <a:pt x="48101" y="4858"/>
                    </a:lnTo>
                    <a:lnTo>
                      <a:pt x="31337" y="54007"/>
                    </a:lnTo>
                    <a:lnTo>
                      <a:pt x="30671" y="54007"/>
                    </a:lnTo>
                    <a:lnTo>
                      <a:pt x="14478" y="4858"/>
                    </a:lnTo>
                    <a:lnTo>
                      <a:pt x="10477" y="46196"/>
                    </a:lnTo>
                    <a:cubicBezTo>
                      <a:pt x="10001" y="50387"/>
                      <a:pt x="12954" y="50768"/>
                      <a:pt x="17717" y="50768"/>
                    </a:cubicBezTo>
                    <a:lnTo>
                      <a:pt x="17717" y="53150"/>
                    </a:lnTo>
                    <a:lnTo>
                      <a:pt x="0" y="53150"/>
                    </a:lnTo>
                    <a:lnTo>
                      <a:pt x="0" y="50768"/>
                    </a:lnTo>
                    <a:cubicBezTo>
                      <a:pt x="4858" y="50768"/>
                      <a:pt x="6477" y="50006"/>
                      <a:pt x="6858" y="46196"/>
                    </a:cubicBezTo>
                    <a:lnTo>
                      <a:pt x="10858" y="6858"/>
                    </a:lnTo>
                    <a:cubicBezTo>
                      <a:pt x="11335" y="2667"/>
                      <a:pt x="9239" y="2381"/>
                      <a:pt x="4381" y="2381"/>
                    </a:cubicBezTo>
                    <a:lnTo>
                      <a:pt x="4381" y="0"/>
                    </a:lnTo>
                    <a:lnTo>
                      <a:pt x="23050" y="0"/>
                    </a:lnTo>
                    <a:lnTo>
                      <a:pt x="34290" y="36290"/>
                    </a:lnTo>
                    <a:lnTo>
                      <a:pt x="46387" y="0"/>
                    </a:lnTo>
                    <a:lnTo>
                      <a:pt x="64675" y="0"/>
                    </a:lnTo>
                    <a:close/>
                  </a:path>
                </a:pathLst>
              </a:custGeom>
              <a:solidFill>
                <a:srgbClr val="333333"/>
              </a:solidFill>
              <a:ln w="9525" cap="flat">
                <a:noFill/>
                <a:prstDash val="solid"/>
                <a:miter/>
              </a:ln>
            </p:spPr>
            <p:txBody>
              <a:bodyPr rtlCol="0" anchor="ctr"/>
              <a:lstStyle/>
              <a:p>
                <a:endParaRPr lang="en-IN"/>
              </a:p>
            </p:txBody>
          </p:sp>
          <p:sp>
            <p:nvSpPr>
              <p:cNvPr id="76" name="Freeform: Shape 75"/>
              <p:cNvSpPr/>
              <p:nvPr/>
            </p:nvSpPr>
            <p:spPr>
              <a:xfrm>
                <a:off x="5248179" y="3349370"/>
                <a:ext cx="43624" cy="53149"/>
              </a:xfrm>
              <a:custGeom>
                <a:avLst/>
                <a:gdLst>
                  <a:gd name="connsiteX0" fmla="*/ 34195 w 43624"/>
                  <a:gd name="connsiteY0" fmla="*/ 33719 h 53149"/>
                  <a:gd name="connsiteX1" fmla="*/ 32290 w 43624"/>
                  <a:gd name="connsiteY1" fmla="*/ 33719 h 53149"/>
                  <a:gd name="connsiteX2" fmla="*/ 24384 w 43624"/>
                  <a:gd name="connsiteY2" fmla="*/ 27242 h 53149"/>
                  <a:gd name="connsiteX3" fmla="*/ 16288 w 43624"/>
                  <a:gd name="connsiteY3" fmla="*/ 27242 h 53149"/>
                  <a:gd name="connsiteX4" fmla="*/ 16288 w 43624"/>
                  <a:gd name="connsiteY4" fmla="*/ 46482 h 53149"/>
                  <a:gd name="connsiteX5" fmla="*/ 20955 w 43624"/>
                  <a:gd name="connsiteY5" fmla="*/ 50387 h 53149"/>
                  <a:gd name="connsiteX6" fmla="*/ 25336 w 43624"/>
                  <a:gd name="connsiteY6" fmla="*/ 50387 h 53149"/>
                  <a:gd name="connsiteX7" fmla="*/ 41719 w 43624"/>
                  <a:gd name="connsiteY7" fmla="*/ 37148 h 53149"/>
                  <a:gd name="connsiteX8" fmla="*/ 43624 w 43624"/>
                  <a:gd name="connsiteY8" fmla="*/ 37433 h 53149"/>
                  <a:gd name="connsiteX9" fmla="*/ 41815 w 43624"/>
                  <a:gd name="connsiteY9" fmla="*/ 53150 h 53149"/>
                  <a:gd name="connsiteX10" fmla="*/ 0 w 43624"/>
                  <a:gd name="connsiteY10" fmla="*/ 53150 h 53149"/>
                  <a:gd name="connsiteX11" fmla="*/ 0 w 43624"/>
                  <a:gd name="connsiteY11" fmla="*/ 50768 h 53149"/>
                  <a:gd name="connsiteX12" fmla="*/ 6477 w 43624"/>
                  <a:gd name="connsiteY12" fmla="*/ 46101 h 53149"/>
                  <a:gd name="connsiteX13" fmla="*/ 6477 w 43624"/>
                  <a:gd name="connsiteY13" fmla="*/ 7048 h 53149"/>
                  <a:gd name="connsiteX14" fmla="*/ 0 w 43624"/>
                  <a:gd name="connsiteY14" fmla="*/ 2381 h 53149"/>
                  <a:gd name="connsiteX15" fmla="*/ 0 w 43624"/>
                  <a:gd name="connsiteY15" fmla="*/ 0 h 53149"/>
                  <a:gd name="connsiteX16" fmla="*/ 40100 w 43624"/>
                  <a:gd name="connsiteY16" fmla="*/ 0 h 53149"/>
                  <a:gd name="connsiteX17" fmla="*/ 40291 w 43624"/>
                  <a:gd name="connsiteY17" fmla="*/ 13240 h 53149"/>
                  <a:gd name="connsiteX18" fmla="*/ 38290 w 43624"/>
                  <a:gd name="connsiteY18" fmla="*/ 13240 h 53149"/>
                  <a:gd name="connsiteX19" fmla="*/ 24193 w 43624"/>
                  <a:gd name="connsiteY19" fmla="*/ 2762 h 53149"/>
                  <a:gd name="connsiteX20" fmla="*/ 16288 w 43624"/>
                  <a:gd name="connsiteY20" fmla="*/ 2762 h 53149"/>
                  <a:gd name="connsiteX21" fmla="*/ 16288 w 43624"/>
                  <a:gd name="connsiteY21" fmla="*/ 24384 h 53149"/>
                  <a:gd name="connsiteX22" fmla="*/ 24384 w 43624"/>
                  <a:gd name="connsiteY22" fmla="*/ 24384 h 53149"/>
                  <a:gd name="connsiteX23" fmla="*/ 32290 w 43624"/>
                  <a:gd name="connsiteY23" fmla="*/ 17812 h 53149"/>
                  <a:gd name="connsiteX24" fmla="*/ 34195 w 43624"/>
                  <a:gd name="connsiteY24" fmla="*/ 17812 h 53149"/>
                  <a:gd name="connsiteX25" fmla="*/ 34195 w 43624"/>
                  <a:gd name="connsiteY25" fmla="*/ 33623 h 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3624" h="53149">
                    <a:moveTo>
                      <a:pt x="34195" y="33719"/>
                    </a:moveTo>
                    <a:lnTo>
                      <a:pt x="32290" y="33719"/>
                    </a:lnTo>
                    <a:cubicBezTo>
                      <a:pt x="31814" y="28289"/>
                      <a:pt x="31337" y="27242"/>
                      <a:pt x="24384" y="27242"/>
                    </a:cubicBezTo>
                    <a:lnTo>
                      <a:pt x="16288" y="27242"/>
                    </a:lnTo>
                    <a:lnTo>
                      <a:pt x="16288" y="46482"/>
                    </a:lnTo>
                    <a:cubicBezTo>
                      <a:pt x="16288" y="50006"/>
                      <a:pt x="18002" y="50387"/>
                      <a:pt x="20955" y="50387"/>
                    </a:cubicBezTo>
                    <a:lnTo>
                      <a:pt x="25336" y="50387"/>
                    </a:lnTo>
                    <a:cubicBezTo>
                      <a:pt x="35623" y="50387"/>
                      <a:pt x="38957" y="48863"/>
                      <a:pt x="41719" y="37148"/>
                    </a:cubicBezTo>
                    <a:lnTo>
                      <a:pt x="43624" y="37433"/>
                    </a:lnTo>
                    <a:lnTo>
                      <a:pt x="41815" y="53150"/>
                    </a:lnTo>
                    <a:lnTo>
                      <a:pt x="0" y="53150"/>
                    </a:lnTo>
                    <a:lnTo>
                      <a:pt x="0" y="50768"/>
                    </a:lnTo>
                    <a:cubicBezTo>
                      <a:pt x="4858" y="50768"/>
                      <a:pt x="6477" y="50292"/>
                      <a:pt x="6477" y="46101"/>
                    </a:cubicBezTo>
                    <a:lnTo>
                      <a:pt x="6477" y="7048"/>
                    </a:lnTo>
                    <a:cubicBezTo>
                      <a:pt x="6477" y="2858"/>
                      <a:pt x="4858" y="2381"/>
                      <a:pt x="0" y="2381"/>
                    </a:cubicBezTo>
                    <a:lnTo>
                      <a:pt x="0" y="0"/>
                    </a:lnTo>
                    <a:lnTo>
                      <a:pt x="40100" y="0"/>
                    </a:lnTo>
                    <a:lnTo>
                      <a:pt x="40291" y="13240"/>
                    </a:lnTo>
                    <a:lnTo>
                      <a:pt x="38290" y="13240"/>
                    </a:lnTo>
                    <a:cubicBezTo>
                      <a:pt x="37052" y="3905"/>
                      <a:pt x="34671" y="2762"/>
                      <a:pt x="24193" y="2762"/>
                    </a:cubicBezTo>
                    <a:lnTo>
                      <a:pt x="16288" y="2762"/>
                    </a:lnTo>
                    <a:lnTo>
                      <a:pt x="16288" y="24384"/>
                    </a:lnTo>
                    <a:lnTo>
                      <a:pt x="24384" y="24384"/>
                    </a:lnTo>
                    <a:cubicBezTo>
                      <a:pt x="31337" y="24384"/>
                      <a:pt x="31718" y="23241"/>
                      <a:pt x="32290" y="17812"/>
                    </a:cubicBezTo>
                    <a:lnTo>
                      <a:pt x="34195" y="17812"/>
                    </a:lnTo>
                    <a:lnTo>
                      <a:pt x="34195" y="33623"/>
                    </a:lnTo>
                    <a:close/>
                  </a:path>
                </a:pathLst>
              </a:custGeom>
              <a:solidFill>
                <a:srgbClr val="333333"/>
              </a:solidFill>
              <a:ln w="9525" cap="flat">
                <a:noFill/>
                <a:prstDash val="solid"/>
                <a:miter/>
              </a:ln>
            </p:spPr>
            <p:txBody>
              <a:bodyPr rtlCol="0" anchor="ctr"/>
              <a:lstStyle/>
              <a:p>
                <a:endParaRPr lang="en-IN"/>
              </a:p>
            </p:txBody>
          </p:sp>
          <p:sp>
            <p:nvSpPr>
              <p:cNvPr id="77" name="Freeform: Shape 76"/>
              <p:cNvSpPr/>
              <p:nvPr/>
            </p:nvSpPr>
            <p:spPr>
              <a:xfrm>
                <a:off x="5296947" y="3348608"/>
                <a:ext cx="35623" cy="54768"/>
              </a:xfrm>
              <a:custGeom>
                <a:avLst/>
                <a:gdLst>
                  <a:gd name="connsiteX0" fmla="*/ 27622 w 35623"/>
                  <a:gd name="connsiteY0" fmla="*/ 42958 h 54768"/>
                  <a:gd name="connsiteX1" fmla="*/ 19336 w 35623"/>
                  <a:gd name="connsiteY1" fmla="*/ 32766 h 54768"/>
                  <a:gd name="connsiteX2" fmla="*/ 10954 w 35623"/>
                  <a:gd name="connsiteY2" fmla="*/ 28385 h 54768"/>
                  <a:gd name="connsiteX3" fmla="*/ 857 w 35623"/>
                  <a:gd name="connsiteY3" fmla="*/ 14669 h 54768"/>
                  <a:gd name="connsiteX4" fmla="*/ 17240 w 35623"/>
                  <a:gd name="connsiteY4" fmla="*/ 0 h 54768"/>
                  <a:gd name="connsiteX5" fmla="*/ 28670 w 35623"/>
                  <a:gd name="connsiteY5" fmla="*/ 3048 h 54768"/>
                  <a:gd name="connsiteX6" fmla="*/ 30956 w 35623"/>
                  <a:gd name="connsiteY6" fmla="*/ 762 h 54768"/>
                  <a:gd name="connsiteX7" fmla="*/ 32480 w 35623"/>
                  <a:gd name="connsiteY7" fmla="*/ 762 h 54768"/>
                  <a:gd name="connsiteX8" fmla="*/ 33242 w 35623"/>
                  <a:gd name="connsiteY8" fmla="*/ 15621 h 54768"/>
                  <a:gd name="connsiteX9" fmla="*/ 31337 w 35623"/>
                  <a:gd name="connsiteY9" fmla="*/ 15621 h 54768"/>
                  <a:gd name="connsiteX10" fmla="*/ 17812 w 35623"/>
                  <a:gd name="connsiteY10" fmla="*/ 2953 h 54768"/>
                  <a:gd name="connsiteX11" fmla="*/ 8668 w 35623"/>
                  <a:gd name="connsiteY11" fmla="*/ 10859 h 54768"/>
                  <a:gd name="connsiteX12" fmla="*/ 16764 w 35623"/>
                  <a:gd name="connsiteY12" fmla="*/ 20288 h 54768"/>
                  <a:gd name="connsiteX13" fmla="*/ 24003 w 35623"/>
                  <a:gd name="connsiteY13" fmla="*/ 24098 h 54768"/>
                  <a:gd name="connsiteX14" fmla="*/ 35623 w 35623"/>
                  <a:gd name="connsiteY14" fmla="*/ 38672 h 54768"/>
                  <a:gd name="connsiteX15" fmla="*/ 17431 w 35623"/>
                  <a:gd name="connsiteY15" fmla="*/ 54769 h 54768"/>
                  <a:gd name="connsiteX16" fmla="*/ 4953 w 35623"/>
                  <a:gd name="connsiteY16" fmla="*/ 51340 h 54768"/>
                  <a:gd name="connsiteX17" fmla="*/ 2572 w 35623"/>
                  <a:gd name="connsiteY17" fmla="*/ 54102 h 54768"/>
                  <a:gd name="connsiteX18" fmla="*/ 1048 w 35623"/>
                  <a:gd name="connsiteY18" fmla="*/ 54102 h 54768"/>
                  <a:gd name="connsiteX19" fmla="*/ 0 w 35623"/>
                  <a:gd name="connsiteY19" fmla="*/ 38291 h 54768"/>
                  <a:gd name="connsiteX20" fmla="*/ 1905 w 35623"/>
                  <a:gd name="connsiteY20" fmla="*/ 38005 h 54768"/>
                  <a:gd name="connsiteX21" fmla="*/ 17050 w 35623"/>
                  <a:gd name="connsiteY21" fmla="*/ 51911 h 54768"/>
                  <a:gd name="connsiteX22" fmla="*/ 27527 w 35623"/>
                  <a:gd name="connsiteY22" fmla="*/ 42958 h 54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623" h="54768">
                    <a:moveTo>
                      <a:pt x="27622" y="42958"/>
                    </a:moveTo>
                    <a:cubicBezTo>
                      <a:pt x="27622" y="38100"/>
                      <a:pt x="24574" y="35719"/>
                      <a:pt x="19336" y="32766"/>
                    </a:cubicBezTo>
                    <a:lnTo>
                      <a:pt x="10954" y="28385"/>
                    </a:lnTo>
                    <a:cubicBezTo>
                      <a:pt x="4667" y="24956"/>
                      <a:pt x="857" y="21336"/>
                      <a:pt x="857" y="14669"/>
                    </a:cubicBezTo>
                    <a:cubicBezTo>
                      <a:pt x="857" y="6382"/>
                      <a:pt x="7906" y="0"/>
                      <a:pt x="17240" y="0"/>
                    </a:cubicBezTo>
                    <a:cubicBezTo>
                      <a:pt x="23622" y="0"/>
                      <a:pt x="26860" y="3048"/>
                      <a:pt x="28670" y="3048"/>
                    </a:cubicBezTo>
                    <a:cubicBezTo>
                      <a:pt x="29908" y="3048"/>
                      <a:pt x="30385" y="2286"/>
                      <a:pt x="30956" y="762"/>
                    </a:cubicBezTo>
                    <a:lnTo>
                      <a:pt x="32480" y="762"/>
                    </a:lnTo>
                    <a:lnTo>
                      <a:pt x="33242" y="15621"/>
                    </a:lnTo>
                    <a:lnTo>
                      <a:pt x="31337" y="15621"/>
                    </a:lnTo>
                    <a:cubicBezTo>
                      <a:pt x="30290" y="8572"/>
                      <a:pt x="25146" y="2953"/>
                      <a:pt x="17812" y="2953"/>
                    </a:cubicBezTo>
                    <a:cubicBezTo>
                      <a:pt x="12382" y="2953"/>
                      <a:pt x="8668" y="6191"/>
                      <a:pt x="8668" y="10859"/>
                    </a:cubicBezTo>
                    <a:cubicBezTo>
                      <a:pt x="8668" y="15907"/>
                      <a:pt x="12478" y="17907"/>
                      <a:pt x="16764" y="20288"/>
                    </a:cubicBezTo>
                    <a:lnTo>
                      <a:pt x="24003" y="24098"/>
                    </a:lnTo>
                    <a:cubicBezTo>
                      <a:pt x="30861" y="27813"/>
                      <a:pt x="35623" y="31528"/>
                      <a:pt x="35623" y="38672"/>
                    </a:cubicBezTo>
                    <a:cubicBezTo>
                      <a:pt x="35623" y="48006"/>
                      <a:pt x="27527" y="54769"/>
                      <a:pt x="17431" y="54769"/>
                    </a:cubicBezTo>
                    <a:cubicBezTo>
                      <a:pt x="10382" y="54769"/>
                      <a:pt x="6858" y="51340"/>
                      <a:pt x="4953" y="51340"/>
                    </a:cubicBezTo>
                    <a:cubicBezTo>
                      <a:pt x="3715" y="51340"/>
                      <a:pt x="3143" y="52388"/>
                      <a:pt x="2572" y="54102"/>
                    </a:cubicBezTo>
                    <a:lnTo>
                      <a:pt x="1048" y="54102"/>
                    </a:lnTo>
                    <a:lnTo>
                      <a:pt x="0" y="38291"/>
                    </a:lnTo>
                    <a:lnTo>
                      <a:pt x="1905" y="38005"/>
                    </a:lnTo>
                    <a:cubicBezTo>
                      <a:pt x="3429" y="47816"/>
                      <a:pt x="10192" y="51911"/>
                      <a:pt x="17050" y="51911"/>
                    </a:cubicBezTo>
                    <a:cubicBezTo>
                      <a:pt x="22765" y="51911"/>
                      <a:pt x="27527" y="49340"/>
                      <a:pt x="27527" y="42958"/>
                    </a:cubicBezTo>
                    <a:close/>
                  </a:path>
                </a:pathLst>
              </a:custGeom>
              <a:solidFill>
                <a:srgbClr val="333333"/>
              </a:solidFill>
              <a:ln w="9525" cap="flat">
                <a:noFill/>
                <a:prstDash val="solid"/>
                <a:miter/>
              </a:ln>
            </p:spPr>
            <p:txBody>
              <a:bodyPr rtlCol="0" anchor="ctr"/>
              <a:lstStyle/>
              <a:p>
                <a:endParaRPr lang="en-IN"/>
              </a:p>
            </p:txBody>
          </p:sp>
        </p:grpSp>
        <p:sp>
          <p:nvSpPr>
            <p:cNvPr id="21" name="Freeform: Shape 20"/>
            <p:cNvSpPr/>
            <p:nvPr/>
          </p:nvSpPr>
          <p:spPr>
            <a:xfrm>
              <a:off x="4876799"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8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19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6" y="11621"/>
                    <a:pt x="15145" y="13526"/>
                    <a:pt x="15145" y="17145"/>
                  </a:cubicBezTo>
                  <a:cubicBezTo>
                    <a:pt x="15145" y="27908"/>
                    <a:pt x="42005" y="32290"/>
                    <a:pt x="42005" y="52769"/>
                  </a:cubicBezTo>
                  <a:cubicBezTo>
                    <a:pt x="42005" y="65056"/>
                    <a:pt x="33528" y="71342"/>
                    <a:pt x="21908" y="71342"/>
                  </a:cubicBezTo>
                  <a:cubicBezTo>
                    <a:pt x="9334" y="71342"/>
                    <a:pt x="2191" y="64199"/>
                    <a:pt x="0" y="52102"/>
                  </a:cubicBezTo>
                  <a:lnTo>
                    <a:pt x="12573" y="48673"/>
                  </a:lnTo>
                  <a:cubicBezTo>
                    <a:pt x="13430" y="54388"/>
                    <a:pt x="15526" y="59531"/>
                    <a:pt x="22003" y="59531"/>
                  </a:cubicBezTo>
                  <a:cubicBezTo>
                    <a:pt x="25717" y="59531"/>
                    <a:pt x="28384" y="57341"/>
                    <a:pt x="28384" y="53530"/>
                  </a:cubicBezTo>
                  <a:cubicBezTo>
                    <a:pt x="28384" y="41624"/>
                    <a:pt x="1524" y="37148"/>
                    <a:pt x="1524" y="18383"/>
                  </a:cubicBezTo>
                  <a:cubicBezTo>
                    <a:pt x="1524" y="7525"/>
                    <a:pt x="10001" y="0"/>
                    <a:pt x="20765" y="0"/>
                  </a:cubicBezTo>
                  <a:cubicBezTo>
                    <a:pt x="31528" y="0"/>
                    <a:pt x="39529" y="7525"/>
                    <a:pt x="41719"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2" name="Freeform: Shape 21"/>
            <p:cNvSpPr/>
            <p:nvPr/>
          </p:nvSpPr>
          <p:spPr>
            <a:xfrm>
              <a:off x="4924424"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3" name="Freeform: Shape 22"/>
            <p:cNvSpPr/>
            <p:nvPr/>
          </p:nvSpPr>
          <p:spPr>
            <a:xfrm>
              <a:off x="4963095"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9" y="0"/>
                    <a:pt x="44958" y="6191"/>
                    <a:pt x="44958" y="18669"/>
                  </a:cubicBezTo>
                  <a:lnTo>
                    <a:pt x="44958" y="62865"/>
                  </a:lnTo>
                  <a:cubicBezTo>
                    <a:pt x="44958" y="65056"/>
                    <a:pt x="45434" y="67818"/>
                    <a:pt x="45815" y="70199"/>
                  </a:cubicBezTo>
                  <a:lnTo>
                    <a:pt x="32099" y="70199"/>
                  </a:lnTo>
                  <a:cubicBezTo>
                    <a:pt x="32004" y="68294"/>
                    <a:pt x="31433" y="66484"/>
                    <a:pt x="31337" y="64865"/>
                  </a:cubicBezTo>
                  <a:cubicBezTo>
                    <a:pt x="25908" y="69247"/>
                    <a:pt x="21527"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6"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4" name="Freeform: Shape 23"/>
            <p:cNvSpPr/>
            <p:nvPr/>
          </p:nvSpPr>
          <p:spPr>
            <a:xfrm>
              <a:off x="5016817"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5" name="Freeform: Shape 24"/>
            <p:cNvSpPr/>
            <p:nvPr/>
          </p:nvSpPr>
          <p:spPr>
            <a:xfrm>
              <a:off x="5058155" y="3524631"/>
              <a:ext cx="14287" cy="87630"/>
            </a:xfrm>
            <a:custGeom>
              <a:avLst/>
              <a:gdLst>
                <a:gd name="connsiteX0" fmla="*/ 0 w 14287"/>
                <a:gd name="connsiteY0" fmla="*/ 0 h 87630"/>
                <a:gd name="connsiteX1" fmla="*/ 14288 w 14287"/>
                <a:gd name="connsiteY1" fmla="*/ 0 h 87630"/>
                <a:gd name="connsiteX2" fmla="*/ 14288 w 14287"/>
                <a:gd name="connsiteY2" fmla="*/ 13049 h 87630"/>
                <a:gd name="connsiteX3" fmla="*/ 0 w 14287"/>
                <a:gd name="connsiteY3" fmla="*/ 13049 h 87630"/>
                <a:gd name="connsiteX4" fmla="*/ 0 w 14287"/>
                <a:gd name="connsiteY4" fmla="*/ 0 h 87630"/>
                <a:gd name="connsiteX5" fmla="*/ 0 w 14287"/>
                <a:gd name="connsiteY5" fmla="*/ 18764 h 87630"/>
                <a:gd name="connsiteX6" fmla="*/ 14288 w 14287"/>
                <a:gd name="connsiteY6" fmla="*/ 18764 h 87630"/>
                <a:gd name="connsiteX7" fmla="*/ 14288 w 14287"/>
                <a:gd name="connsiteY7" fmla="*/ 87630 h 87630"/>
                <a:gd name="connsiteX8" fmla="*/ 0 w 14287"/>
                <a:gd name="connsiteY8" fmla="*/ 87630 h 87630"/>
                <a:gd name="connsiteX9" fmla="*/ 0 w 14287"/>
                <a:gd name="connsiteY9" fmla="*/ 1876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87" h="87630">
                  <a:moveTo>
                    <a:pt x="0" y="0"/>
                  </a:moveTo>
                  <a:lnTo>
                    <a:pt x="14288" y="0"/>
                  </a:lnTo>
                  <a:lnTo>
                    <a:pt x="14288" y="13049"/>
                  </a:lnTo>
                  <a:lnTo>
                    <a:pt x="0" y="13049"/>
                  </a:lnTo>
                  <a:lnTo>
                    <a:pt x="0" y="0"/>
                  </a:lnTo>
                  <a:close/>
                  <a:moveTo>
                    <a:pt x="0" y="18764"/>
                  </a:moveTo>
                  <a:lnTo>
                    <a:pt x="14288" y="18764"/>
                  </a:lnTo>
                  <a:lnTo>
                    <a:pt x="14288" y="87630"/>
                  </a:lnTo>
                  <a:lnTo>
                    <a:pt x="0" y="87630"/>
                  </a:lnTo>
                  <a:lnTo>
                    <a:pt x="0" y="18764"/>
                  </a:lnTo>
                  <a:close/>
                </a:path>
              </a:pathLst>
            </a:custGeom>
            <a:solidFill>
              <a:srgbClr val="112A41"/>
            </a:solidFill>
            <a:ln w="9525" cap="flat">
              <a:noFill/>
              <a:prstDash val="solid"/>
              <a:miter/>
            </a:ln>
          </p:spPr>
          <p:txBody>
            <a:bodyPr rtlCol="0" anchor="ctr"/>
            <a:lstStyle/>
            <a:p>
              <a:endParaRPr lang="en-IN"/>
            </a:p>
          </p:txBody>
        </p:sp>
        <p:sp>
          <p:nvSpPr>
            <p:cNvPr id="26" name="Freeform: Shape 25"/>
            <p:cNvSpPr/>
            <p:nvPr/>
          </p:nvSpPr>
          <p:spPr>
            <a:xfrm>
              <a:off x="5082920" y="3542252"/>
              <a:ext cx="42005" cy="71342"/>
            </a:xfrm>
            <a:custGeom>
              <a:avLst/>
              <a:gdLst>
                <a:gd name="connsiteX0" fmla="*/ 29623 w 42005"/>
                <a:gd name="connsiteY0" fmla="*/ 20193 h 71342"/>
                <a:gd name="connsiteX1" fmla="*/ 21431 w 42005"/>
                <a:gd name="connsiteY1" fmla="*/ 11621 h 71342"/>
                <a:gd name="connsiteX2" fmla="*/ 15145 w 42005"/>
                <a:gd name="connsiteY2" fmla="*/ 17145 h 71342"/>
                <a:gd name="connsiteX3" fmla="*/ 42005 w 42005"/>
                <a:gd name="connsiteY3" fmla="*/ 52769 h 71342"/>
                <a:gd name="connsiteX4" fmla="*/ 21907 w 42005"/>
                <a:gd name="connsiteY4" fmla="*/ 71342 h 71342"/>
                <a:gd name="connsiteX5" fmla="*/ 0 w 42005"/>
                <a:gd name="connsiteY5" fmla="*/ 52102 h 71342"/>
                <a:gd name="connsiteX6" fmla="*/ 12573 w 42005"/>
                <a:gd name="connsiteY6" fmla="*/ 48673 h 71342"/>
                <a:gd name="connsiteX7" fmla="*/ 22003 w 42005"/>
                <a:gd name="connsiteY7" fmla="*/ 59531 h 71342"/>
                <a:gd name="connsiteX8" fmla="*/ 28384 w 42005"/>
                <a:gd name="connsiteY8" fmla="*/ 53530 h 71342"/>
                <a:gd name="connsiteX9" fmla="*/ 1524 w 42005"/>
                <a:gd name="connsiteY9" fmla="*/ 18383 h 71342"/>
                <a:gd name="connsiteX10" fmla="*/ 20765 w 42005"/>
                <a:gd name="connsiteY10" fmla="*/ 0 h 71342"/>
                <a:gd name="connsiteX11" fmla="*/ 41720 w 42005"/>
                <a:gd name="connsiteY11" fmla="*/ 18288 h 71342"/>
                <a:gd name="connsiteX12" fmla="*/ 29528 w 42005"/>
                <a:gd name="connsiteY12" fmla="*/ 20288 h 71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2005" h="71342">
                  <a:moveTo>
                    <a:pt x="29623" y="20193"/>
                  </a:moveTo>
                  <a:cubicBezTo>
                    <a:pt x="28575" y="14669"/>
                    <a:pt x="26003" y="11621"/>
                    <a:pt x="21431" y="11621"/>
                  </a:cubicBezTo>
                  <a:cubicBezTo>
                    <a:pt x="17717" y="11621"/>
                    <a:pt x="15145" y="13526"/>
                    <a:pt x="15145" y="17145"/>
                  </a:cubicBezTo>
                  <a:cubicBezTo>
                    <a:pt x="15145" y="27908"/>
                    <a:pt x="42005" y="32290"/>
                    <a:pt x="42005" y="52769"/>
                  </a:cubicBezTo>
                  <a:cubicBezTo>
                    <a:pt x="42005" y="65056"/>
                    <a:pt x="33528" y="71342"/>
                    <a:pt x="21907" y="71342"/>
                  </a:cubicBezTo>
                  <a:cubicBezTo>
                    <a:pt x="9334" y="71342"/>
                    <a:pt x="2191" y="64199"/>
                    <a:pt x="0" y="52102"/>
                  </a:cubicBezTo>
                  <a:lnTo>
                    <a:pt x="12573" y="48673"/>
                  </a:lnTo>
                  <a:cubicBezTo>
                    <a:pt x="13526" y="54388"/>
                    <a:pt x="15526" y="59531"/>
                    <a:pt x="22003" y="59531"/>
                  </a:cubicBezTo>
                  <a:cubicBezTo>
                    <a:pt x="25718" y="59531"/>
                    <a:pt x="28384" y="57341"/>
                    <a:pt x="28384" y="53530"/>
                  </a:cubicBezTo>
                  <a:cubicBezTo>
                    <a:pt x="28384" y="41624"/>
                    <a:pt x="1524" y="37148"/>
                    <a:pt x="1524" y="18383"/>
                  </a:cubicBezTo>
                  <a:cubicBezTo>
                    <a:pt x="1524" y="7525"/>
                    <a:pt x="10001" y="0"/>
                    <a:pt x="20765" y="0"/>
                  </a:cubicBezTo>
                  <a:cubicBezTo>
                    <a:pt x="31528" y="0"/>
                    <a:pt x="39529" y="7525"/>
                    <a:pt x="41720" y="18288"/>
                  </a:cubicBezTo>
                  <a:lnTo>
                    <a:pt x="29528" y="20288"/>
                  </a:lnTo>
                  <a:close/>
                </a:path>
              </a:pathLst>
            </a:custGeom>
            <a:solidFill>
              <a:srgbClr val="112A41"/>
            </a:solidFill>
            <a:ln w="9525" cap="flat">
              <a:noFill/>
              <a:prstDash val="solid"/>
              <a:miter/>
            </a:ln>
          </p:spPr>
          <p:txBody>
            <a:bodyPr rtlCol="0" anchor="ctr"/>
            <a:lstStyle/>
            <a:p>
              <a:endParaRPr lang="en-IN"/>
            </a:p>
          </p:txBody>
        </p:sp>
        <p:sp>
          <p:nvSpPr>
            <p:cNvPr id="27" name="Freeform: Shape 26"/>
            <p:cNvSpPr/>
            <p:nvPr/>
          </p:nvSpPr>
          <p:spPr>
            <a:xfrm>
              <a:off x="5130640" y="3524821"/>
              <a:ext cx="31813" cy="88677"/>
            </a:xfrm>
            <a:custGeom>
              <a:avLst/>
              <a:gdLst>
                <a:gd name="connsiteX0" fmla="*/ 0 w 31813"/>
                <a:gd name="connsiteY0" fmla="*/ 30385 h 88677"/>
                <a:gd name="connsiteX1" fmla="*/ 0 w 31813"/>
                <a:gd name="connsiteY1" fmla="*/ 18574 h 88677"/>
                <a:gd name="connsiteX2" fmla="*/ 7906 w 31813"/>
                <a:gd name="connsiteY2" fmla="*/ 18574 h 88677"/>
                <a:gd name="connsiteX3" fmla="*/ 7906 w 31813"/>
                <a:gd name="connsiteY3" fmla="*/ 0 h 88677"/>
                <a:gd name="connsiteX4" fmla="*/ 22193 w 31813"/>
                <a:gd name="connsiteY4" fmla="*/ 0 h 88677"/>
                <a:gd name="connsiteX5" fmla="*/ 22193 w 31813"/>
                <a:gd name="connsiteY5" fmla="*/ 18574 h 88677"/>
                <a:gd name="connsiteX6" fmla="*/ 31814 w 31813"/>
                <a:gd name="connsiteY6" fmla="*/ 18574 h 88677"/>
                <a:gd name="connsiteX7" fmla="*/ 31814 w 31813"/>
                <a:gd name="connsiteY7" fmla="*/ 30385 h 88677"/>
                <a:gd name="connsiteX8" fmla="*/ 22193 w 31813"/>
                <a:gd name="connsiteY8" fmla="*/ 30385 h 88677"/>
                <a:gd name="connsiteX9" fmla="*/ 22193 w 31813"/>
                <a:gd name="connsiteY9" fmla="*/ 70009 h 88677"/>
                <a:gd name="connsiteX10" fmla="*/ 27051 w 31813"/>
                <a:gd name="connsiteY10" fmla="*/ 75628 h 88677"/>
                <a:gd name="connsiteX11" fmla="*/ 31814 w 31813"/>
                <a:gd name="connsiteY11" fmla="*/ 75628 h 88677"/>
                <a:gd name="connsiteX12" fmla="*/ 31814 w 31813"/>
                <a:gd name="connsiteY12" fmla="*/ 87916 h 88677"/>
                <a:gd name="connsiteX13" fmla="*/ 24670 w 31813"/>
                <a:gd name="connsiteY13" fmla="*/ 88678 h 88677"/>
                <a:gd name="connsiteX14" fmla="*/ 7906 w 31813"/>
                <a:gd name="connsiteY14" fmla="*/ 73152 h 88677"/>
                <a:gd name="connsiteX15" fmla="*/ 7906 w 31813"/>
                <a:gd name="connsiteY15" fmla="*/ 30290 h 88677"/>
                <a:gd name="connsiteX16" fmla="*/ 0 w 31813"/>
                <a:gd name="connsiteY16" fmla="*/ 30290 h 88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1813" h="88677">
                  <a:moveTo>
                    <a:pt x="0" y="30385"/>
                  </a:moveTo>
                  <a:lnTo>
                    <a:pt x="0" y="18574"/>
                  </a:lnTo>
                  <a:lnTo>
                    <a:pt x="7906" y="18574"/>
                  </a:lnTo>
                  <a:lnTo>
                    <a:pt x="7906" y="0"/>
                  </a:lnTo>
                  <a:lnTo>
                    <a:pt x="22193" y="0"/>
                  </a:lnTo>
                  <a:lnTo>
                    <a:pt x="22193" y="18574"/>
                  </a:lnTo>
                  <a:lnTo>
                    <a:pt x="31814" y="18574"/>
                  </a:lnTo>
                  <a:lnTo>
                    <a:pt x="31814" y="30385"/>
                  </a:lnTo>
                  <a:lnTo>
                    <a:pt x="22193" y="30385"/>
                  </a:lnTo>
                  <a:lnTo>
                    <a:pt x="22193" y="70009"/>
                  </a:lnTo>
                  <a:cubicBezTo>
                    <a:pt x="22193" y="73628"/>
                    <a:pt x="23717" y="75628"/>
                    <a:pt x="27051" y="75628"/>
                  </a:cubicBezTo>
                  <a:lnTo>
                    <a:pt x="31814" y="75628"/>
                  </a:lnTo>
                  <a:lnTo>
                    <a:pt x="31814" y="87916"/>
                  </a:lnTo>
                  <a:cubicBezTo>
                    <a:pt x="29908" y="88392"/>
                    <a:pt x="28194" y="88678"/>
                    <a:pt x="24670" y="88678"/>
                  </a:cubicBezTo>
                  <a:cubicBezTo>
                    <a:pt x="13906" y="88678"/>
                    <a:pt x="7906" y="83725"/>
                    <a:pt x="7906" y="73152"/>
                  </a:cubicBezTo>
                  <a:lnTo>
                    <a:pt x="7906" y="30290"/>
                  </a:lnTo>
                  <a:lnTo>
                    <a:pt x="0" y="30290"/>
                  </a:lnTo>
                  <a:close/>
                </a:path>
              </a:pathLst>
            </a:custGeom>
            <a:solidFill>
              <a:srgbClr val="112A41"/>
            </a:solidFill>
            <a:ln w="9525" cap="flat">
              <a:noFill/>
              <a:prstDash val="solid"/>
              <a:miter/>
            </a:ln>
          </p:spPr>
          <p:txBody>
            <a:bodyPr rtlCol="0" anchor="ctr"/>
            <a:lstStyle/>
            <a:p>
              <a:endParaRPr lang="en-IN"/>
            </a:p>
          </p:txBody>
        </p:sp>
        <p:sp>
          <p:nvSpPr>
            <p:cNvPr id="28" name="Freeform: Shape 27"/>
            <p:cNvSpPr/>
            <p:nvPr/>
          </p:nvSpPr>
          <p:spPr>
            <a:xfrm>
              <a:off x="5169217" y="3542061"/>
              <a:ext cx="45815" cy="71532"/>
            </a:xfrm>
            <a:custGeom>
              <a:avLst/>
              <a:gdLst>
                <a:gd name="connsiteX0" fmla="*/ 1048 w 45815"/>
                <a:gd name="connsiteY0" fmla="*/ 21527 h 71532"/>
                <a:gd name="connsiteX1" fmla="*/ 24098 w 45815"/>
                <a:gd name="connsiteY1" fmla="*/ 0 h 71532"/>
                <a:gd name="connsiteX2" fmla="*/ 44958 w 45815"/>
                <a:gd name="connsiteY2" fmla="*/ 18669 h 71532"/>
                <a:gd name="connsiteX3" fmla="*/ 44958 w 45815"/>
                <a:gd name="connsiteY3" fmla="*/ 62865 h 71532"/>
                <a:gd name="connsiteX4" fmla="*/ 45815 w 45815"/>
                <a:gd name="connsiteY4" fmla="*/ 70199 h 71532"/>
                <a:gd name="connsiteX5" fmla="*/ 32099 w 45815"/>
                <a:gd name="connsiteY5" fmla="*/ 70199 h 71532"/>
                <a:gd name="connsiteX6" fmla="*/ 31337 w 45815"/>
                <a:gd name="connsiteY6" fmla="*/ 64865 h 71532"/>
                <a:gd name="connsiteX7" fmla="*/ 14573 w 45815"/>
                <a:gd name="connsiteY7" fmla="*/ 71533 h 71532"/>
                <a:gd name="connsiteX8" fmla="*/ 0 w 45815"/>
                <a:gd name="connsiteY8" fmla="*/ 56007 h 71532"/>
                <a:gd name="connsiteX9" fmla="*/ 30575 w 45815"/>
                <a:gd name="connsiteY9" fmla="*/ 24765 h 71532"/>
                <a:gd name="connsiteX10" fmla="*/ 30575 w 45815"/>
                <a:gd name="connsiteY10" fmla="*/ 20669 h 71532"/>
                <a:gd name="connsiteX11" fmla="*/ 23527 w 45815"/>
                <a:gd name="connsiteY11" fmla="*/ 11811 h 71532"/>
                <a:gd name="connsiteX12" fmla="*/ 15335 w 45815"/>
                <a:gd name="connsiteY12" fmla="*/ 21527 h 71532"/>
                <a:gd name="connsiteX13" fmla="*/ 1048 w 45815"/>
                <a:gd name="connsiteY13" fmla="*/ 21527 h 71532"/>
                <a:gd name="connsiteX14" fmla="*/ 30575 w 45815"/>
                <a:gd name="connsiteY14" fmla="*/ 35243 h 71532"/>
                <a:gd name="connsiteX15" fmla="*/ 14288 w 45815"/>
                <a:gd name="connsiteY15" fmla="*/ 53435 h 71532"/>
                <a:gd name="connsiteX16" fmla="*/ 20955 w 45815"/>
                <a:gd name="connsiteY16" fmla="*/ 59722 h 71532"/>
                <a:gd name="connsiteX17" fmla="*/ 30575 w 45815"/>
                <a:gd name="connsiteY17" fmla="*/ 53340 h 71532"/>
                <a:gd name="connsiteX18" fmla="*/ 30575 w 45815"/>
                <a:gd name="connsiteY18" fmla="*/ 35338 h 71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815" h="71532">
                  <a:moveTo>
                    <a:pt x="1048" y="21527"/>
                  </a:moveTo>
                  <a:cubicBezTo>
                    <a:pt x="1810" y="7620"/>
                    <a:pt x="10668" y="0"/>
                    <a:pt x="24098" y="0"/>
                  </a:cubicBezTo>
                  <a:cubicBezTo>
                    <a:pt x="37528" y="0"/>
                    <a:pt x="44958" y="6191"/>
                    <a:pt x="44958" y="18669"/>
                  </a:cubicBezTo>
                  <a:lnTo>
                    <a:pt x="44958" y="62865"/>
                  </a:lnTo>
                  <a:cubicBezTo>
                    <a:pt x="44958" y="65056"/>
                    <a:pt x="45434" y="67818"/>
                    <a:pt x="45815" y="70199"/>
                  </a:cubicBezTo>
                  <a:lnTo>
                    <a:pt x="32099" y="70199"/>
                  </a:lnTo>
                  <a:cubicBezTo>
                    <a:pt x="32004" y="68294"/>
                    <a:pt x="31432" y="66484"/>
                    <a:pt x="31337" y="64865"/>
                  </a:cubicBezTo>
                  <a:cubicBezTo>
                    <a:pt x="25908" y="69247"/>
                    <a:pt x="21526" y="71533"/>
                    <a:pt x="14573" y="71533"/>
                  </a:cubicBezTo>
                  <a:cubicBezTo>
                    <a:pt x="4858" y="71533"/>
                    <a:pt x="0" y="64865"/>
                    <a:pt x="0" y="56007"/>
                  </a:cubicBezTo>
                  <a:cubicBezTo>
                    <a:pt x="0" y="40862"/>
                    <a:pt x="10001" y="32576"/>
                    <a:pt x="30575" y="24765"/>
                  </a:cubicBezTo>
                  <a:lnTo>
                    <a:pt x="30575" y="20669"/>
                  </a:lnTo>
                  <a:cubicBezTo>
                    <a:pt x="30575" y="14954"/>
                    <a:pt x="28289" y="11811"/>
                    <a:pt x="23527" y="11811"/>
                  </a:cubicBezTo>
                  <a:cubicBezTo>
                    <a:pt x="17050" y="11811"/>
                    <a:pt x="15621" y="15621"/>
                    <a:pt x="15335" y="21527"/>
                  </a:cubicBezTo>
                  <a:lnTo>
                    <a:pt x="1048" y="21527"/>
                  </a:lnTo>
                  <a:close/>
                  <a:moveTo>
                    <a:pt x="30575" y="35243"/>
                  </a:moveTo>
                  <a:cubicBezTo>
                    <a:pt x="17526" y="42672"/>
                    <a:pt x="14288" y="47434"/>
                    <a:pt x="14288" y="53435"/>
                  </a:cubicBezTo>
                  <a:cubicBezTo>
                    <a:pt x="14288" y="57912"/>
                    <a:pt x="16573" y="59722"/>
                    <a:pt x="20955" y="59722"/>
                  </a:cubicBezTo>
                  <a:cubicBezTo>
                    <a:pt x="24955" y="59722"/>
                    <a:pt x="28099" y="56769"/>
                    <a:pt x="30575" y="53340"/>
                  </a:cubicBezTo>
                  <a:lnTo>
                    <a:pt x="30575" y="35338"/>
                  </a:lnTo>
                  <a:close/>
                </a:path>
              </a:pathLst>
            </a:custGeom>
            <a:solidFill>
              <a:srgbClr val="112A41"/>
            </a:solidFill>
            <a:ln w="9525" cap="flat">
              <a:noFill/>
              <a:prstDash val="solid"/>
              <a:miter/>
            </a:ln>
          </p:spPr>
          <p:txBody>
            <a:bodyPr rtlCol="0" anchor="ctr"/>
            <a:lstStyle/>
            <a:p>
              <a:endParaRPr lang="en-IN"/>
            </a:p>
          </p:txBody>
        </p:sp>
        <p:sp>
          <p:nvSpPr>
            <p:cNvPr id="29" name="Freeform: Shape 28"/>
            <p:cNvSpPr/>
            <p:nvPr/>
          </p:nvSpPr>
          <p:spPr>
            <a:xfrm>
              <a:off x="5241892" y="3524726"/>
              <a:ext cx="88963" cy="88868"/>
            </a:xfrm>
            <a:custGeom>
              <a:avLst/>
              <a:gdLst>
                <a:gd name="connsiteX0" fmla="*/ 85725 w 88963"/>
                <a:gd name="connsiteY0" fmla="*/ 0 h 88868"/>
                <a:gd name="connsiteX1" fmla="*/ 3143 w 88963"/>
                <a:gd name="connsiteY1" fmla="*/ 0 h 88868"/>
                <a:gd name="connsiteX2" fmla="*/ 0 w 88963"/>
                <a:gd name="connsiteY2" fmla="*/ 3143 h 88868"/>
                <a:gd name="connsiteX3" fmla="*/ 0 w 88963"/>
                <a:gd name="connsiteY3" fmla="*/ 59436 h 88868"/>
                <a:gd name="connsiteX4" fmla="*/ 476 w 88963"/>
                <a:gd name="connsiteY4" fmla="*/ 59436 h 88868"/>
                <a:gd name="connsiteX5" fmla="*/ 19621 w 88963"/>
                <a:gd name="connsiteY5" fmla="*/ 56198 h 88868"/>
                <a:gd name="connsiteX6" fmla="*/ 32004 w 88963"/>
                <a:gd name="connsiteY6" fmla="*/ 44863 h 88868"/>
                <a:gd name="connsiteX7" fmla="*/ 35338 w 88963"/>
                <a:gd name="connsiteY7" fmla="*/ 40100 h 88868"/>
                <a:gd name="connsiteX8" fmla="*/ 36385 w 88963"/>
                <a:gd name="connsiteY8" fmla="*/ 38576 h 88868"/>
                <a:gd name="connsiteX9" fmla="*/ 37433 w 88963"/>
                <a:gd name="connsiteY9" fmla="*/ 37148 h 88868"/>
                <a:gd name="connsiteX10" fmla="*/ 40481 w 88963"/>
                <a:gd name="connsiteY10" fmla="*/ 32766 h 88868"/>
                <a:gd name="connsiteX11" fmla="*/ 59912 w 88963"/>
                <a:gd name="connsiteY11" fmla="*/ 15240 h 88868"/>
                <a:gd name="connsiteX12" fmla="*/ 88678 w 88963"/>
                <a:gd name="connsiteY12" fmla="*/ 9525 h 88868"/>
                <a:gd name="connsiteX13" fmla="*/ 88963 w 88963"/>
                <a:gd name="connsiteY13" fmla="*/ 9525 h 88868"/>
                <a:gd name="connsiteX14" fmla="*/ 88963 w 88963"/>
                <a:gd name="connsiteY14" fmla="*/ 3143 h 88868"/>
                <a:gd name="connsiteX15" fmla="*/ 85820 w 88963"/>
                <a:gd name="connsiteY15" fmla="*/ 0 h 88868"/>
                <a:gd name="connsiteX16" fmla="*/ 68961 w 88963"/>
                <a:gd name="connsiteY16" fmla="*/ 32671 h 88868"/>
                <a:gd name="connsiteX17" fmla="*/ 56578 w 88963"/>
                <a:gd name="connsiteY17" fmla="*/ 44005 h 88868"/>
                <a:gd name="connsiteX18" fmla="*/ 53245 w 88963"/>
                <a:gd name="connsiteY18" fmla="*/ 48768 h 88868"/>
                <a:gd name="connsiteX19" fmla="*/ 52197 w 88963"/>
                <a:gd name="connsiteY19" fmla="*/ 50292 h 88868"/>
                <a:gd name="connsiteX20" fmla="*/ 51149 w 88963"/>
                <a:gd name="connsiteY20" fmla="*/ 51721 h 88868"/>
                <a:gd name="connsiteX21" fmla="*/ 48101 w 88963"/>
                <a:gd name="connsiteY21" fmla="*/ 56102 h 88868"/>
                <a:gd name="connsiteX22" fmla="*/ 28670 w 88963"/>
                <a:gd name="connsiteY22" fmla="*/ 73628 h 88868"/>
                <a:gd name="connsiteX23" fmla="*/ 0 w 88963"/>
                <a:gd name="connsiteY23" fmla="*/ 79343 h 88868"/>
                <a:gd name="connsiteX24" fmla="*/ 0 w 88963"/>
                <a:gd name="connsiteY24" fmla="*/ 85725 h 88868"/>
                <a:gd name="connsiteX25" fmla="*/ 3143 w 88963"/>
                <a:gd name="connsiteY25" fmla="*/ 88868 h 88868"/>
                <a:gd name="connsiteX26" fmla="*/ 85725 w 88963"/>
                <a:gd name="connsiteY26" fmla="*/ 88868 h 88868"/>
                <a:gd name="connsiteX27" fmla="*/ 88868 w 88963"/>
                <a:gd name="connsiteY27" fmla="*/ 85725 h 88868"/>
                <a:gd name="connsiteX28" fmla="*/ 88868 w 88963"/>
                <a:gd name="connsiteY28" fmla="*/ 29432 h 88868"/>
                <a:gd name="connsiteX29" fmla="*/ 88106 w 88963"/>
                <a:gd name="connsiteY29" fmla="*/ 29432 h 88868"/>
                <a:gd name="connsiteX30" fmla="*/ 68961 w 88963"/>
                <a:gd name="connsiteY30" fmla="*/ 32671 h 88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8963" h="88868">
                  <a:moveTo>
                    <a:pt x="85725" y="0"/>
                  </a:moveTo>
                  <a:lnTo>
                    <a:pt x="3143" y="0"/>
                  </a:lnTo>
                  <a:cubicBezTo>
                    <a:pt x="1429" y="0"/>
                    <a:pt x="0" y="1429"/>
                    <a:pt x="0" y="3143"/>
                  </a:cubicBezTo>
                  <a:lnTo>
                    <a:pt x="0" y="59436"/>
                  </a:lnTo>
                  <a:cubicBezTo>
                    <a:pt x="0" y="59436"/>
                    <a:pt x="286" y="59436"/>
                    <a:pt x="476" y="59436"/>
                  </a:cubicBezTo>
                  <a:cubicBezTo>
                    <a:pt x="476" y="59436"/>
                    <a:pt x="13811" y="59150"/>
                    <a:pt x="19621" y="56198"/>
                  </a:cubicBezTo>
                  <a:cubicBezTo>
                    <a:pt x="26670" y="52483"/>
                    <a:pt x="32004" y="44863"/>
                    <a:pt x="32004" y="44863"/>
                  </a:cubicBezTo>
                  <a:cubicBezTo>
                    <a:pt x="33338" y="42958"/>
                    <a:pt x="34862" y="40767"/>
                    <a:pt x="35338" y="40100"/>
                  </a:cubicBezTo>
                  <a:cubicBezTo>
                    <a:pt x="35814" y="39433"/>
                    <a:pt x="36290" y="38767"/>
                    <a:pt x="36385" y="38576"/>
                  </a:cubicBezTo>
                  <a:cubicBezTo>
                    <a:pt x="36481" y="38386"/>
                    <a:pt x="37052" y="37624"/>
                    <a:pt x="37433" y="37148"/>
                  </a:cubicBezTo>
                  <a:cubicBezTo>
                    <a:pt x="37719" y="36671"/>
                    <a:pt x="39148" y="34671"/>
                    <a:pt x="40481" y="32766"/>
                  </a:cubicBezTo>
                  <a:cubicBezTo>
                    <a:pt x="40481" y="32766"/>
                    <a:pt x="48577" y="21146"/>
                    <a:pt x="59912" y="15240"/>
                  </a:cubicBezTo>
                  <a:cubicBezTo>
                    <a:pt x="72295" y="8858"/>
                    <a:pt x="88678" y="9525"/>
                    <a:pt x="88678" y="9525"/>
                  </a:cubicBezTo>
                  <a:cubicBezTo>
                    <a:pt x="88678" y="9525"/>
                    <a:pt x="88868" y="9525"/>
                    <a:pt x="88963" y="9525"/>
                  </a:cubicBezTo>
                  <a:lnTo>
                    <a:pt x="88963" y="3143"/>
                  </a:lnTo>
                  <a:cubicBezTo>
                    <a:pt x="88963" y="1429"/>
                    <a:pt x="87535" y="0"/>
                    <a:pt x="85820" y="0"/>
                  </a:cubicBezTo>
                  <a:moveTo>
                    <a:pt x="68961" y="32671"/>
                  </a:moveTo>
                  <a:cubicBezTo>
                    <a:pt x="61913" y="36385"/>
                    <a:pt x="56578" y="44005"/>
                    <a:pt x="56578" y="44005"/>
                  </a:cubicBezTo>
                  <a:cubicBezTo>
                    <a:pt x="55245" y="45910"/>
                    <a:pt x="53721" y="48101"/>
                    <a:pt x="53245" y="48768"/>
                  </a:cubicBezTo>
                  <a:cubicBezTo>
                    <a:pt x="52768" y="49435"/>
                    <a:pt x="52292" y="50102"/>
                    <a:pt x="52197" y="50292"/>
                  </a:cubicBezTo>
                  <a:cubicBezTo>
                    <a:pt x="52102" y="50482"/>
                    <a:pt x="51530" y="51245"/>
                    <a:pt x="51149" y="51721"/>
                  </a:cubicBezTo>
                  <a:cubicBezTo>
                    <a:pt x="50863" y="52197"/>
                    <a:pt x="49435" y="54197"/>
                    <a:pt x="48101" y="56102"/>
                  </a:cubicBezTo>
                  <a:cubicBezTo>
                    <a:pt x="48101" y="56102"/>
                    <a:pt x="40005" y="67723"/>
                    <a:pt x="28670" y="73628"/>
                  </a:cubicBezTo>
                  <a:cubicBezTo>
                    <a:pt x="16859" y="79820"/>
                    <a:pt x="1333" y="79343"/>
                    <a:pt x="0" y="79343"/>
                  </a:cubicBezTo>
                  <a:lnTo>
                    <a:pt x="0" y="85725"/>
                  </a:lnTo>
                  <a:cubicBezTo>
                    <a:pt x="0" y="87440"/>
                    <a:pt x="1429" y="88868"/>
                    <a:pt x="3143" y="88868"/>
                  </a:cubicBezTo>
                  <a:lnTo>
                    <a:pt x="85725" y="88868"/>
                  </a:lnTo>
                  <a:cubicBezTo>
                    <a:pt x="87439" y="88868"/>
                    <a:pt x="88868" y="87440"/>
                    <a:pt x="88868" y="85725"/>
                  </a:cubicBezTo>
                  <a:lnTo>
                    <a:pt x="88868" y="29432"/>
                  </a:lnTo>
                  <a:cubicBezTo>
                    <a:pt x="88868" y="29432"/>
                    <a:pt x="88297" y="29432"/>
                    <a:pt x="88106" y="29432"/>
                  </a:cubicBezTo>
                  <a:cubicBezTo>
                    <a:pt x="88106" y="29432"/>
                    <a:pt x="74771" y="29718"/>
                    <a:pt x="68961" y="32671"/>
                  </a:cubicBezTo>
                </a:path>
              </a:pathLst>
            </a:custGeom>
            <a:solidFill>
              <a:srgbClr val="112A41"/>
            </a:solidFill>
            <a:ln w="9525" cap="flat">
              <a:noFill/>
              <a:prstDash val="solid"/>
              <a:miter/>
            </a:ln>
          </p:spPr>
          <p:txBody>
            <a:bodyPr rtlCol="0" anchor="ctr"/>
            <a:lstStyle/>
            <a:p>
              <a:endParaRPr lang="en-IN"/>
            </a:p>
          </p:txBody>
        </p:sp>
        <p:sp>
          <p:nvSpPr>
            <p:cNvPr id="30" name="Freeform: Shape 29"/>
            <p:cNvSpPr/>
            <p:nvPr/>
          </p:nvSpPr>
          <p:spPr>
            <a:xfrm>
              <a:off x="5691663" y="3243548"/>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4"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31" name="Freeform: Shape 30"/>
            <p:cNvSpPr/>
            <p:nvPr/>
          </p:nvSpPr>
          <p:spPr>
            <a:xfrm>
              <a:off x="5786627" y="3243548"/>
              <a:ext cx="78962" cy="94107"/>
            </a:xfrm>
            <a:custGeom>
              <a:avLst/>
              <a:gdLst>
                <a:gd name="connsiteX0" fmla="*/ 19622 w 78962"/>
                <a:gd name="connsiteY0" fmla="*/ 40481 h 94107"/>
                <a:gd name="connsiteX1" fmla="*/ 54007 w 78962"/>
                <a:gd name="connsiteY1" fmla="*/ 0 h 94107"/>
                <a:gd name="connsiteX2" fmla="*/ 77629 w 78962"/>
                <a:gd name="connsiteY2" fmla="*/ 0 h 94107"/>
                <a:gd name="connsiteX3" fmla="*/ 38481 w 78962"/>
                <a:gd name="connsiteY3" fmla="*/ 45053 h 94107"/>
                <a:gd name="connsiteX4" fmla="*/ 78962 w 78962"/>
                <a:gd name="connsiteY4" fmla="*/ 94107 h 94107"/>
                <a:gd name="connsiteX5" fmla="*/ 54864 w 78962"/>
                <a:gd name="connsiteY5" fmla="*/ 94107 h 94107"/>
                <a:gd name="connsiteX6" fmla="*/ 19622 w 78962"/>
                <a:gd name="connsiteY6" fmla="*/ 51435 h 94107"/>
                <a:gd name="connsiteX7" fmla="*/ 19622 w 78962"/>
                <a:gd name="connsiteY7" fmla="*/ 94107 h 94107"/>
                <a:gd name="connsiteX8" fmla="*/ 0 w 78962"/>
                <a:gd name="connsiteY8" fmla="*/ 94107 h 94107"/>
                <a:gd name="connsiteX9" fmla="*/ 0 w 78962"/>
                <a:gd name="connsiteY9" fmla="*/ 0 h 94107"/>
                <a:gd name="connsiteX10" fmla="*/ 19622 w 78962"/>
                <a:gd name="connsiteY10" fmla="*/ 0 h 94107"/>
                <a:gd name="connsiteX11" fmla="*/ 19622 w 78962"/>
                <a:gd name="connsiteY11" fmla="*/ 40481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8962" h="94107">
                  <a:moveTo>
                    <a:pt x="19622" y="40481"/>
                  </a:moveTo>
                  <a:lnTo>
                    <a:pt x="54007" y="0"/>
                  </a:lnTo>
                  <a:lnTo>
                    <a:pt x="77629" y="0"/>
                  </a:lnTo>
                  <a:lnTo>
                    <a:pt x="38481" y="45053"/>
                  </a:lnTo>
                  <a:lnTo>
                    <a:pt x="78962" y="94107"/>
                  </a:lnTo>
                  <a:lnTo>
                    <a:pt x="54864" y="94107"/>
                  </a:lnTo>
                  <a:lnTo>
                    <a:pt x="19622" y="51435"/>
                  </a:lnTo>
                  <a:lnTo>
                    <a:pt x="19622" y="94107"/>
                  </a:lnTo>
                  <a:lnTo>
                    <a:pt x="0" y="94107"/>
                  </a:lnTo>
                  <a:lnTo>
                    <a:pt x="0" y="0"/>
                  </a:lnTo>
                  <a:lnTo>
                    <a:pt x="19622" y="0"/>
                  </a:lnTo>
                  <a:lnTo>
                    <a:pt x="19622" y="40481"/>
                  </a:lnTo>
                  <a:close/>
                </a:path>
              </a:pathLst>
            </a:custGeom>
            <a:solidFill>
              <a:srgbClr val="333333"/>
            </a:solidFill>
            <a:ln w="9525" cap="flat">
              <a:noFill/>
              <a:prstDash val="solid"/>
              <a:miter/>
            </a:ln>
          </p:spPr>
          <p:txBody>
            <a:bodyPr rtlCol="0" anchor="ctr"/>
            <a:lstStyle/>
            <a:p>
              <a:endParaRPr lang="en-IN"/>
            </a:p>
          </p:txBody>
        </p:sp>
        <p:sp>
          <p:nvSpPr>
            <p:cNvPr id="32" name="Freeform: Shape 31"/>
            <p:cNvSpPr/>
            <p:nvPr/>
          </p:nvSpPr>
          <p:spPr>
            <a:xfrm>
              <a:off x="5869209" y="3242024"/>
              <a:ext cx="25622" cy="39624"/>
            </a:xfrm>
            <a:custGeom>
              <a:avLst/>
              <a:gdLst>
                <a:gd name="connsiteX0" fmla="*/ 10858 w 25622"/>
                <a:gd name="connsiteY0" fmla="*/ 22670 h 39624"/>
                <a:gd name="connsiteX1" fmla="*/ 1524 w 25622"/>
                <a:gd name="connsiteY1" fmla="*/ 11621 h 39624"/>
                <a:gd name="connsiteX2" fmla="*/ 13525 w 25622"/>
                <a:gd name="connsiteY2" fmla="*/ 0 h 39624"/>
                <a:gd name="connsiteX3" fmla="*/ 25622 w 25622"/>
                <a:gd name="connsiteY3" fmla="*/ 13049 h 39624"/>
                <a:gd name="connsiteX4" fmla="*/ 20574 w 25622"/>
                <a:gd name="connsiteY4" fmla="*/ 26860 h 39624"/>
                <a:gd name="connsiteX5" fmla="*/ 12097 w 25622"/>
                <a:gd name="connsiteY5" fmla="*/ 39624 h 39624"/>
                <a:gd name="connsiteX6" fmla="*/ 0 w 25622"/>
                <a:gd name="connsiteY6" fmla="*/ 39624 h 39624"/>
                <a:gd name="connsiteX7" fmla="*/ 10858 w 25622"/>
                <a:gd name="connsiteY7" fmla="*/ 22765 h 39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22" h="39624">
                  <a:moveTo>
                    <a:pt x="10858" y="22670"/>
                  </a:moveTo>
                  <a:cubicBezTo>
                    <a:pt x="5620" y="21717"/>
                    <a:pt x="1524" y="17812"/>
                    <a:pt x="1524" y="11621"/>
                  </a:cubicBezTo>
                  <a:cubicBezTo>
                    <a:pt x="1524" y="4858"/>
                    <a:pt x="6763" y="0"/>
                    <a:pt x="13525" y="0"/>
                  </a:cubicBezTo>
                  <a:cubicBezTo>
                    <a:pt x="20288" y="0"/>
                    <a:pt x="25622" y="4572"/>
                    <a:pt x="25622" y="13049"/>
                  </a:cubicBezTo>
                  <a:cubicBezTo>
                    <a:pt x="25622" y="17621"/>
                    <a:pt x="23336" y="22670"/>
                    <a:pt x="20574" y="26860"/>
                  </a:cubicBezTo>
                  <a:lnTo>
                    <a:pt x="12097" y="39624"/>
                  </a:lnTo>
                  <a:lnTo>
                    <a:pt x="0" y="39624"/>
                  </a:lnTo>
                  <a:lnTo>
                    <a:pt x="10858" y="22765"/>
                  </a:lnTo>
                  <a:close/>
                </a:path>
              </a:pathLst>
            </a:custGeom>
            <a:solidFill>
              <a:srgbClr val="333333"/>
            </a:solidFill>
            <a:ln w="9525" cap="flat">
              <a:noFill/>
              <a:prstDash val="solid"/>
              <a:miter/>
            </a:ln>
          </p:spPr>
          <p:txBody>
            <a:bodyPr rtlCol="0" anchor="ctr"/>
            <a:lstStyle/>
            <a:p>
              <a:endParaRPr lang="en-IN"/>
            </a:p>
          </p:txBody>
        </p:sp>
        <p:sp>
          <p:nvSpPr>
            <p:cNvPr id="33" name="Freeform: Shape 32"/>
            <p:cNvSpPr/>
            <p:nvPr/>
          </p:nvSpPr>
          <p:spPr>
            <a:xfrm>
              <a:off x="5901594" y="3242024"/>
              <a:ext cx="67246" cy="97154"/>
            </a:xfrm>
            <a:custGeom>
              <a:avLst/>
              <a:gdLst>
                <a:gd name="connsiteX0" fmla="*/ 1238 w 67246"/>
                <a:gd name="connsiteY0" fmla="*/ 69913 h 97154"/>
                <a:gd name="connsiteX1" fmla="*/ 31337 w 67246"/>
                <a:gd name="connsiteY1" fmla="*/ 80296 h 97154"/>
                <a:gd name="connsiteX2" fmla="*/ 48006 w 67246"/>
                <a:gd name="connsiteY2" fmla="*/ 70009 h 97154"/>
                <a:gd name="connsiteX3" fmla="*/ 36957 w 67246"/>
                <a:gd name="connsiteY3" fmla="*/ 58960 h 97154"/>
                <a:gd name="connsiteX4" fmla="*/ 23146 w 67246"/>
                <a:gd name="connsiteY4" fmla="*/ 54388 h 97154"/>
                <a:gd name="connsiteX5" fmla="*/ 0 w 67246"/>
                <a:gd name="connsiteY5" fmla="*/ 26956 h 97154"/>
                <a:gd name="connsiteX6" fmla="*/ 33433 w 67246"/>
                <a:gd name="connsiteY6" fmla="*/ 0 h 97154"/>
                <a:gd name="connsiteX7" fmla="*/ 61913 w 67246"/>
                <a:gd name="connsiteY7" fmla="*/ 7334 h 97154"/>
                <a:gd name="connsiteX8" fmla="*/ 61913 w 67246"/>
                <a:gd name="connsiteY8" fmla="*/ 26479 h 97154"/>
                <a:gd name="connsiteX9" fmla="*/ 34004 w 67246"/>
                <a:gd name="connsiteY9" fmla="*/ 16669 h 97154"/>
                <a:gd name="connsiteX10" fmla="*/ 19145 w 67246"/>
                <a:gd name="connsiteY10" fmla="*/ 26003 h 97154"/>
                <a:gd name="connsiteX11" fmla="*/ 29528 w 67246"/>
                <a:gd name="connsiteY11" fmla="*/ 36290 h 97154"/>
                <a:gd name="connsiteX12" fmla="*/ 44291 w 67246"/>
                <a:gd name="connsiteY12" fmla="*/ 41338 h 97154"/>
                <a:gd name="connsiteX13" fmla="*/ 67247 w 67246"/>
                <a:gd name="connsiteY13" fmla="*/ 69247 h 97154"/>
                <a:gd name="connsiteX14" fmla="*/ 31528 w 67246"/>
                <a:gd name="connsiteY14" fmla="*/ 97155 h 97154"/>
                <a:gd name="connsiteX15" fmla="*/ 1143 w 67246"/>
                <a:gd name="connsiteY15" fmla="*/ 89154 h 97154"/>
                <a:gd name="connsiteX16" fmla="*/ 1143 w 67246"/>
                <a:gd name="connsiteY16" fmla="*/ 69818 h 9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4">
                  <a:moveTo>
                    <a:pt x="1238" y="69913"/>
                  </a:moveTo>
                  <a:cubicBezTo>
                    <a:pt x="9716" y="76200"/>
                    <a:pt x="20384"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79"/>
                  </a:lnTo>
                  <a:cubicBezTo>
                    <a:pt x="53816" y="20479"/>
                    <a:pt x="44863" y="16669"/>
                    <a:pt x="34004" y="16669"/>
                  </a:cubicBezTo>
                  <a:cubicBezTo>
                    <a:pt x="25527" y="16669"/>
                    <a:pt x="19145" y="19622"/>
                    <a:pt x="19145" y="26003"/>
                  </a:cubicBezTo>
                  <a:cubicBezTo>
                    <a:pt x="19145" y="31814"/>
                    <a:pt x="22955" y="34100"/>
                    <a:pt x="29528" y="36290"/>
                  </a:cubicBezTo>
                  <a:lnTo>
                    <a:pt x="44291" y="41338"/>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34" name="Freeform: Shape 33"/>
            <p:cNvSpPr/>
            <p:nvPr/>
          </p:nvSpPr>
          <p:spPr>
            <a:xfrm>
              <a:off x="6015132" y="3243548"/>
              <a:ext cx="63436" cy="94107"/>
            </a:xfrm>
            <a:custGeom>
              <a:avLst/>
              <a:gdLst>
                <a:gd name="connsiteX0" fmla="*/ 0 w 63436"/>
                <a:gd name="connsiteY0" fmla="*/ 0 h 94107"/>
                <a:gd name="connsiteX1" fmla="*/ 19622 w 63436"/>
                <a:gd name="connsiteY1" fmla="*/ 0 h 94107"/>
                <a:gd name="connsiteX2" fmla="*/ 19622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2" y="0"/>
                  </a:lnTo>
                  <a:lnTo>
                    <a:pt x="19622"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35" name="Freeform: Shape 34"/>
            <p:cNvSpPr/>
            <p:nvPr/>
          </p:nvSpPr>
          <p:spPr>
            <a:xfrm>
              <a:off x="6092856" y="3243548"/>
              <a:ext cx="63912" cy="94107"/>
            </a:xfrm>
            <a:custGeom>
              <a:avLst/>
              <a:gdLst>
                <a:gd name="connsiteX0" fmla="*/ 63913 w 63912"/>
                <a:gd name="connsiteY0" fmla="*/ 0 h 94107"/>
                <a:gd name="connsiteX1" fmla="*/ 63913 w 63912"/>
                <a:gd name="connsiteY1" fmla="*/ 17145 h 94107"/>
                <a:gd name="connsiteX2" fmla="*/ 19336 w 63912"/>
                <a:gd name="connsiteY2" fmla="*/ 17145 h 94107"/>
                <a:gd name="connsiteX3" fmla="*/ 19336 w 63912"/>
                <a:gd name="connsiteY3" fmla="*/ 37719 h 94107"/>
                <a:gd name="connsiteX4" fmla="*/ 59817 w 63912"/>
                <a:gd name="connsiteY4" fmla="*/ 37719 h 94107"/>
                <a:gd name="connsiteX5" fmla="*/ 59817 w 63912"/>
                <a:gd name="connsiteY5" fmla="*/ 54388 h 94107"/>
                <a:gd name="connsiteX6" fmla="*/ 19336 w 63912"/>
                <a:gd name="connsiteY6" fmla="*/ 54388 h 94107"/>
                <a:gd name="connsiteX7" fmla="*/ 19336 w 63912"/>
                <a:gd name="connsiteY7" fmla="*/ 76772 h 94107"/>
                <a:gd name="connsiteX8" fmla="*/ 63913 w 63912"/>
                <a:gd name="connsiteY8" fmla="*/ 76772 h 94107"/>
                <a:gd name="connsiteX9" fmla="*/ 63913 w 63912"/>
                <a:gd name="connsiteY9" fmla="*/ 94107 h 94107"/>
                <a:gd name="connsiteX10" fmla="*/ 0 w 63912"/>
                <a:gd name="connsiteY10" fmla="*/ 94107 h 94107"/>
                <a:gd name="connsiteX11" fmla="*/ 0 w 63912"/>
                <a:gd name="connsiteY11" fmla="*/ 0 h 94107"/>
                <a:gd name="connsiteX12" fmla="*/ 63913 w 63912"/>
                <a:gd name="connsiteY12"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7">
                  <a:moveTo>
                    <a:pt x="63913" y="0"/>
                  </a:moveTo>
                  <a:lnTo>
                    <a:pt x="63913" y="17145"/>
                  </a:lnTo>
                  <a:lnTo>
                    <a:pt x="19336" y="17145"/>
                  </a:lnTo>
                  <a:lnTo>
                    <a:pt x="19336" y="37719"/>
                  </a:lnTo>
                  <a:lnTo>
                    <a:pt x="59817" y="37719"/>
                  </a:lnTo>
                  <a:lnTo>
                    <a:pt x="59817" y="54388"/>
                  </a:lnTo>
                  <a:lnTo>
                    <a:pt x="19336" y="54388"/>
                  </a:lnTo>
                  <a:lnTo>
                    <a:pt x="19336" y="76772"/>
                  </a:lnTo>
                  <a:lnTo>
                    <a:pt x="63913" y="76772"/>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36" name="Freeform: Shape 35"/>
            <p:cNvSpPr/>
            <p:nvPr/>
          </p:nvSpPr>
          <p:spPr>
            <a:xfrm>
              <a:off x="6165246" y="324354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959 h 94107"/>
                <a:gd name="connsiteX10" fmla="*/ 56959 w 91439"/>
                <a:gd name="connsiteY10" fmla="*/ 54959 h 94107"/>
                <a:gd name="connsiteX11" fmla="*/ 45434 w 91439"/>
                <a:gd name="connsiteY11" fmla="*/ 23717 h 94107"/>
                <a:gd name="connsiteX12" fmla="*/ 33909 w 91439"/>
                <a:gd name="connsiteY12" fmla="*/ 5495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959"/>
                  </a:moveTo>
                  <a:lnTo>
                    <a:pt x="56959" y="54959"/>
                  </a:lnTo>
                  <a:lnTo>
                    <a:pt x="45434" y="23717"/>
                  </a:lnTo>
                  <a:lnTo>
                    <a:pt x="33909" y="54959"/>
                  </a:lnTo>
                  <a:close/>
                </a:path>
              </a:pathLst>
            </a:custGeom>
            <a:solidFill>
              <a:srgbClr val="333333"/>
            </a:solidFill>
            <a:ln w="9525" cap="flat">
              <a:noFill/>
              <a:prstDash val="solid"/>
              <a:miter/>
            </a:ln>
          </p:spPr>
          <p:txBody>
            <a:bodyPr rtlCol="0" anchor="ctr"/>
            <a:lstStyle/>
            <a:p>
              <a:endParaRPr lang="en-IN"/>
            </a:p>
          </p:txBody>
        </p:sp>
        <p:sp>
          <p:nvSpPr>
            <p:cNvPr id="37" name="Freeform: Shape 36"/>
            <p:cNvSpPr/>
            <p:nvPr/>
          </p:nvSpPr>
          <p:spPr>
            <a:xfrm>
              <a:off x="6268116" y="3243548"/>
              <a:ext cx="79724" cy="94107"/>
            </a:xfrm>
            <a:custGeom>
              <a:avLst/>
              <a:gdLst>
                <a:gd name="connsiteX0" fmla="*/ 0 w 79724"/>
                <a:gd name="connsiteY0" fmla="*/ 0 h 94107"/>
                <a:gd name="connsiteX1" fmla="*/ 33242 w 79724"/>
                <a:gd name="connsiteY1" fmla="*/ 0 h 94107"/>
                <a:gd name="connsiteX2" fmla="*/ 79724 w 79724"/>
                <a:gd name="connsiteY2" fmla="*/ 47053 h 94107"/>
                <a:gd name="connsiteX3" fmla="*/ 33242 w 79724"/>
                <a:gd name="connsiteY3" fmla="*/ 94107 h 94107"/>
                <a:gd name="connsiteX4" fmla="*/ 0 w 79724"/>
                <a:gd name="connsiteY4" fmla="*/ 94107 h 94107"/>
                <a:gd name="connsiteX5" fmla="*/ 0 w 79724"/>
                <a:gd name="connsiteY5" fmla="*/ 0 h 94107"/>
                <a:gd name="connsiteX6" fmla="*/ 32480 w 79724"/>
                <a:gd name="connsiteY6" fmla="*/ 76867 h 94107"/>
                <a:gd name="connsiteX7" fmla="*/ 60198 w 79724"/>
                <a:gd name="connsiteY7" fmla="*/ 47149 h 94107"/>
                <a:gd name="connsiteX8" fmla="*/ 32480 w 79724"/>
                <a:gd name="connsiteY8" fmla="*/ 17240 h 94107"/>
                <a:gd name="connsiteX9" fmla="*/ 19431 w 79724"/>
                <a:gd name="connsiteY9" fmla="*/ 17240 h 94107"/>
                <a:gd name="connsiteX10" fmla="*/ 19431 w 79724"/>
                <a:gd name="connsiteY10" fmla="*/ 76867 h 94107"/>
                <a:gd name="connsiteX11" fmla="*/ 32480 w 79724"/>
                <a:gd name="connsiteY11" fmla="*/ 7686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9724" h="94107">
                  <a:moveTo>
                    <a:pt x="0" y="0"/>
                  </a:moveTo>
                  <a:lnTo>
                    <a:pt x="33242" y="0"/>
                  </a:lnTo>
                  <a:cubicBezTo>
                    <a:pt x="61722" y="0"/>
                    <a:pt x="79724" y="18383"/>
                    <a:pt x="79724" y="47053"/>
                  </a:cubicBezTo>
                  <a:cubicBezTo>
                    <a:pt x="79724" y="75724"/>
                    <a:pt x="61817" y="94107"/>
                    <a:pt x="33242" y="94107"/>
                  </a:cubicBezTo>
                  <a:lnTo>
                    <a:pt x="0" y="94107"/>
                  </a:lnTo>
                  <a:lnTo>
                    <a:pt x="0" y="0"/>
                  </a:lnTo>
                  <a:close/>
                  <a:moveTo>
                    <a:pt x="32480" y="76867"/>
                  </a:moveTo>
                  <a:cubicBezTo>
                    <a:pt x="50387" y="76867"/>
                    <a:pt x="60198" y="65341"/>
                    <a:pt x="60198" y="47149"/>
                  </a:cubicBezTo>
                  <a:cubicBezTo>
                    <a:pt x="60198" y="28956"/>
                    <a:pt x="50387" y="17240"/>
                    <a:pt x="32480" y="17240"/>
                  </a:cubicBezTo>
                  <a:lnTo>
                    <a:pt x="19431" y="17240"/>
                  </a:lnTo>
                  <a:lnTo>
                    <a:pt x="19431" y="76867"/>
                  </a:lnTo>
                  <a:lnTo>
                    <a:pt x="32480" y="76867"/>
                  </a:lnTo>
                  <a:close/>
                </a:path>
              </a:pathLst>
            </a:custGeom>
            <a:solidFill>
              <a:srgbClr val="333333"/>
            </a:solidFill>
            <a:ln w="9525" cap="flat">
              <a:noFill/>
              <a:prstDash val="solid"/>
              <a:miter/>
            </a:ln>
          </p:spPr>
          <p:txBody>
            <a:bodyPr rtlCol="0" anchor="ctr"/>
            <a:lstStyle/>
            <a:p>
              <a:endParaRPr lang="en-IN"/>
            </a:p>
          </p:txBody>
        </p:sp>
        <p:sp>
          <p:nvSpPr>
            <p:cNvPr id="38" name="Freeform: Shape 37"/>
            <p:cNvSpPr/>
            <p:nvPr/>
          </p:nvSpPr>
          <p:spPr>
            <a:xfrm>
              <a:off x="6361461" y="3243643"/>
              <a:ext cx="19621" cy="94107"/>
            </a:xfrm>
            <a:custGeom>
              <a:avLst/>
              <a:gdLst>
                <a:gd name="connsiteX0" fmla="*/ 19621 w 19621"/>
                <a:gd name="connsiteY0" fmla="*/ 94107 h 94107"/>
                <a:gd name="connsiteX1" fmla="*/ 0 w 19621"/>
                <a:gd name="connsiteY1" fmla="*/ 94107 h 94107"/>
                <a:gd name="connsiteX2" fmla="*/ 0 w 19621"/>
                <a:gd name="connsiteY2" fmla="*/ 0 h 94107"/>
                <a:gd name="connsiteX3" fmla="*/ 19621 w 19621"/>
                <a:gd name="connsiteY3" fmla="*/ 0 h 94107"/>
                <a:gd name="connsiteX4" fmla="*/ 19621 w 19621"/>
                <a:gd name="connsiteY4" fmla="*/ 94107 h 941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21" h="94107">
                  <a:moveTo>
                    <a:pt x="19621" y="94107"/>
                  </a:moveTo>
                  <a:lnTo>
                    <a:pt x="0" y="94107"/>
                  </a:lnTo>
                  <a:lnTo>
                    <a:pt x="0" y="0"/>
                  </a:lnTo>
                  <a:lnTo>
                    <a:pt x="19621" y="0"/>
                  </a:lnTo>
                  <a:lnTo>
                    <a:pt x="19621" y="94107"/>
                  </a:lnTo>
                  <a:close/>
                </a:path>
              </a:pathLst>
            </a:custGeom>
            <a:solidFill>
              <a:srgbClr val="333333"/>
            </a:solidFill>
            <a:ln w="9525" cap="flat">
              <a:noFill/>
              <a:prstDash val="solid"/>
              <a:miter/>
            </a:ln>
          </p:spPr>
          <p:txBody>
            <a:bodyPr rtlCol="0" anchor="ctr"/>
            <a:lstStyle/>
            <a:p>
              <a:endParaRPr lang="en-IN"/>
            </a:p>
          </p:txBody>
        </p:sp>
        <p:sp>
          <p:nvSpPr>
            <p:cNvPr id="39" name="Freeform: Shape 38"/>
            <p:cNvSpPr/>
            <p:nvPr/>
          </p:nvSpPr>
          <p:spPr>
            <a:xfrm>
              <a:off x="6398989" y="3243643"/>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0" name="Freeform: Shape 39"/>
            <p:cNvSpPr/>
            <p:nvPr/>
          </p:nvSpPr>
          <p:spPr>
            <a:xfrm>
              <a:off x="6491382" y="3242024"/>
              <a:ext cx="80486" cy="97250"/>
            </a:xfrm>
            <a:custGeom>
              <a:avLst/>
              <a:gdLst>
                <a:gd name="connsiteX0" fmla="*/ 62675 w 80486"/>
                <a:gd name="connsiteY0" fmla="*/ 74867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7"/>
                  </a:moveTo>
                  <a:lnTo>
                    <a:pt x="62675" y="60579"/>
                  </a:lnTo>
                  <a:lnTo>
                    <a:pt x="46768" y="60579"/>
                  </a:lnTo>
                  <a:lnTo>
                    <a:pt x="46768" y="44482"/>
                  </a:lnTo>
                  <a:lnTo>
                    <a:pt x="80486" y="44482"/>
                  </a:lnTo>
                  <a:lnTo>
                    <a:pt x="80486" y="83915"/>
                  </a:lnTo>
                  <a:cubicBezTo>
                    <a:pt x="71247" y="93250"/>
                    <a:pt x="58865"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1" name="Freeform: Shape 40"/>
            <p:cNvSpPr/>
            <p:nvPr/>
          </p:nvSpPr>
          <p:spPr>
            <a:xfrm>
              <a:off x="5693187"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3 w 93059"/>
                <a:gd name="connsiteY10" fmla="*/ 94107 h 94107"/>
                <a:gd name="connsiteX11" fmla="*/ 73723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3" y="94107"/>
                  </a:lnTo>
                  <a:lnTo>
                    <a:pt x="73723"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2" name="Freeform: Shape 41"/>
            <p:cNvSpPr/>
            <p:nvPr/>
          </p:nvSpPr>
          <p:spPr>
            <a:xfrm>
              <a:off x="5797486" y="3380803"/>
              <a:ext cx="91439" cy="94106"/>
            </a:xfrm>
            <a:custGeom>
              <a:avLst/>
              <a:gdLst>
                <a:gd name="connsiteX0" fmla="*/ 55435 w 91439"/>
                <a:gd name="connsiteY0" fmla="*/ 0 h 94106"/>
                <a:gd name="connsiteX1" fmla="*/ 91440 w 91439"/>
                <a:gd name="connsiteY1" fmla="*/ 94107 h 94106"/>
                <a:gd name="connsiteX2" fmla="*/ 71533 w 91439"/>
                <a:gd name="connsiteY2" fmla="*/ 94107 h 94106"/>
                <a:gd name="connsiteX3" fmla="*/ 63151 w 91439"/>
                <a:gd name="connsiteY3" fmla="*/ 71437 h 94106"/>
                <a:gd name="connsiteX4" fmla="*/ 27908 w 91439"/>
                <a:gd name="connsiteY4" fmla="*/ 71437 h 94106"/>
                <a:gd name="connsiteX5" fmla="*/ 19621 w 91439"/>
                <a:gd name="connsiteY5" fmla="*/ 94107 h 94106"/>
                <a:gd name="connsiteX6" fmla="*/ 0 w 91439"/>
                <a:gd name="connsiteY6" fmla="*/ 94107 h 94106"/>
                <a:gd name="connsiteX7" fmla="*/ 36004 w 91439"/>
                <a:gd name="connsiteY7" fmla="*/ 0 h 94106"/>
                <a:gd name="connsiteX8" fmla="*/ 55435 w 91439"/>
                <a:gd name="connsiteY8" fmla="*/ 0 h 94106"/>
                <a:gd name="connsiteX9" fmla="*/ 33909 w 91439"/>
                <a:gd name="connsiteY9" fmla="*/ 54864 h 94106"/>
                <a:gd name="connsiteX10" fmla="*/ 56864 w 91439"/>
                <a:gd name="connsiteY10" fmla="*/ 54864 h 94106"/>
                <a:gd name="connsiteX11" fmla="*/ 45339 w 91439"/>
                <a:gd name="connsiteY11" fmla="*/ 23622 h 94106"/>
                <a:gd name="connsiteX12" fmla="*/ 33814 w 91439"/>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6">
                  <a:moveTo>
                    <a:pt x="55435" y="0"/>
                  </a:moveTo>
                  <a:lnTo>
                    <a:pt x="91440" y="94107"/>
                  </a:lnTo>
                  <a:lnTo>
                    <a:pt x="71533" y="94107"/>
                  </a:lnTo>
                  <a:lnTo>
                    <a:pt x="63151" y="71437"/>
                  </a:lnTo>
                  <a:lnTo>
                    <a:pt x="27908" y="71437"/>
                  </a:lnTo>
                  <a:lnTo>
                    <a:pt x="19621" y="94107"/>
                  </a:lnTo>
                  <a:lnTo>
                    <a:pt x="0" y="94107"/>
                  </a:lnTo>
                  <a:lnTo>
                    <a:pt x="36004" y="0"/>
                  </a:lnTo>
                  <a:lnTo>
                    <a:pt x="55435" y="0"/>
                  </a:lnTo>
                  <a:close/>
                  <a:moveTo>
                    <a:pt x="33909" y="54864"/>
                  </a:moveTo>
                  <a:lnTo>
                    <a:pt x="56864" y="54864"/>
                  </a:lnTo>
                  <a:lnTo>
                    <a:pt x="45339" y="23622"/>
                  </a:lnTo>
                  <a:lnTo>
                    <a:pt x="33814" y="54864"/>
                  </a:lnTo>
                  <a:close/>
                </a:path>
              </a:pathLst>
            </a:custGeom>
            <a:solidFill>
              <a:srgbClr val="333333"/>
            </a:solidFill>
            <a:ln w="9525" cap="flat">
              <a:noFill/>
              <a:prstDash val="solid"/>
              <a:miter/>
            </a:ln>
          </p:spPr>
          <p:txBody>
            <a:bodyPr rtlCol="0" anchor="ctr"/>
            <a:lstStyle/>
            <a:p>
              <a:endParaRPr lang="en-IN"/>
            </a:p>
          </p:txBody>
        </p:sp>
        <p:sp>
          <p:nvSpPr>
            <p:cNvPr id="43" name="Freeform: Shape 42"/>
            <p:cNvSpPr/>
            <p:nvPr/>
          </p:nvSpPr>
          <p:spPr>
            <a:xfrm>
              <a:off x="5900165" y="3380898"/>
              <a:ext cx="78866" cy="94107"/>
            </a:xfrm>
            <a:custGeom>
              <a:avLst/>
              <a:gdLst>
                <a:gd name="connsiteX0" fmla="*/ 78867 w 78866"/>
                <a:gd name="connsiteY0" fmla="*/ 94107 h 94107"/>
                <a:gd name="connsiteX1" fmla="*/ 63341 w 78866"/>
                <a:gd name="connsiteY1" fmla="*/ 94107 h 94107"/>
                <a:gd name="connsiteX2" fmla="*/ 18859 w 78866"/>
                <a:gd name="connsiteY2" fmla="*/ 31432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2"/>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44" name="Freeform: Shape 43"/>
            <p:cNvSpPr/>
            <p:nvPr/>
          </p:nvSpPr>
          <p:spPr>
            <a:xfrm>
              <a:off x="5990462" y="3380803"/>
              <a:ext cx="91440" cy="94106"/>
            </a:xfrm>
            <a:custGeom>
              <a:avLst/>
              <a:gdLst>
                <a:gd name="connsiteX0" fmla="*/ 55436 w 91440"/>
                <a:gd name="connsiteY0" fmla="*/ 0 h 94106"/>
                <a:gd name="connsiteX1" fmla="*/ 91440 w 91440"/>
                <a:gd name="connsiteY1" fmla="*/ 94107 h 94106"/>
                <a:gd name="connsiteX2" fmla="*/ 71533 w 91440"/>
                <a:gd name="connsiteY2" fmla="*/ 94107 h 94106"/>
                <a:gd name="connsiteX3" fmla="*/ 63151 w 91440"/>
                <a:gd name="connsiteY3" fmla="*/ 71437 h 94106"/>
                <a:gd name="connsiteX4" fmla="*/ 27908 w 91440"/>
                <a:gd name="connsiteY4" fmla="*/ 71437 h 94106"/>
                <a:gd name="connsiteX5" fmla="*/ 19621 w 91440"/>
                <a:gd name="connsiteY5" fmla="*/ 94107 h 94106"/>
                <a:gd name="connsiteX6" fmla="*/ 0 w 91440"/>
                <a:gd name="connsiteY6" fmla="*/ 94107 h 94106"/>
                <a:gd name="connsiteX7" fmla="*/ 36004 w 91440"/>
                <a:gd name="connsiteY7" fmla="*/ 0 h 94106"/>
                <a:gd name="connsiteX8" fmla="*/ 55436 w 91440"/>
                <a:gd name="connsiteY8" fmla="*/ 0 h 94106"/>
                <a:gd name="connsiteX9" fmla="*/ 34004 w 91440"/>
                <a:gd name="connsiteY9" fmla="*/ 54864 h 94106"/>
                <a:gd name="connsiteX10" fmla="*/ 56959 w 91440"/>
                <a:gd name="connsiteY10" fmla="*/ 54864 h 94106"/>
                <a:gd name="connsiteX11" fmla="*/ 45434 w 91440"/>
                <a:gd name="connsiteY11" fmla="*/ 23622 h 94106"/>
                <a:gd name="connsiteX12" fmla="*/ 33909 w 91440"/>
                <a:gd name="connsiteY12" fmla="*/ 54864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40" h="94106">
                  <a:moveTo>
                    <a:pt x="55436" y="0"/>
                  </a:moveTo>
                  <a:lnTo>
                    <a:pt x="91440" y="94107"/>
                  </a:lnTo>
                  <a:lnTo>
                    <a:pt x="71533" y="94107"/>
                  </a:lnTo>
                  <a:lnTo>
                    <a:pt x="63151" y="71437"/>
                  </a:lnTo>
                  <a:lnTo>
                    <a:pt x="27908" y="71437"/>
                  </a:lnTo>
                  <a:lnTo>
                    <a:pt x="19621" y="94107"/>
                  </a:lnTo>
                  <a:lnTo>
                    <a:pt x="0" y="94107"/>
                  </a:lnTo>
                  <a:lnTo>
                    <a:pt x="36004" y="0"/>
                  </a:lnTo>
                  <a:lnTo>
                    <a:pt x="55436"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45" name="Freeform: Shape 44"/>
            <p:cNvSpPr/>
            <p:nvPr/>
          </p:nvSpPr>
          <p:spPr>
            <a:xfrm>
              <a:off x="6084283" y="3379279"/>
              <a:ext cx="80486" cy="97250"/>
            </a:xfrm>
            <a:custGeom>
              <a:avLst/>
              <a:gdLst>
                <a:gd name="connsiteX0" fmla="*/ 62675 w 80486"/>
                <a:gd name="connsiteY0" fmla="*/ 74866 h 97250"/>
                <a:gd name="connsiteX1" fmla="*/ 62675 w 80486"/>
                <a:gd name="connsiteY1" fmla="*/ 60579 h 97250"/>
                <a:gd name="connsiteX2" fmla="*/ 46768 w 80486"/>
                <a:gd name="connsiteY2" fmla="*/ 60579 h 97250"/>
                <a:gd name="connsiteX3" fmla="*/ 46768 w 80486"/>
                <a:gd name="connsiteY3" fmla="*/ 44482 h 97250"/>
                <a:gd name="connsiteX4" fmla="*/ 80486 w 80486"/>
                <a:gd name="connsiteY4" fmla="*/ 44482 h 97250"/>
                <a:gd name="connsiteX5" fmla="*/ 80486 w 80486"/>
                <a:gd name="connsiteY5" fmla="*/ 83915 h 97250"/>
                <a:gd name="connsiteX6" fmla="*/ 46482 w 80486"/>
                <a:gd name="connsiteY6" fmla="*/ 97250 h 97250"/>
                <a:gd name="connsiteX7" fmla="*/ 0 w 80486"/>
                <a:gd name="connsiteY7" fmla="*/ 48768 h 97250"/>
                <a:gd name="connsiteX8" fmla="*/ 48482 w 80486"/>
                <a:gd name="connsiteY8" fmla="*/ 0 h 97250"/>
                <a:gd name="connsiteX9" fmla="*/ 75438 w 80486"/>
                <a:gd name="connsiteY9" fmla="*/ 7810 h 97250"/>
                <a:gd name="connsiteX10" fmla="*/ 75438 w 80486"/>
                <a:gd name="connsiteY10" fmla="*/ 27432 h 97250"/>
                <a:gd name="connsiteX11" fmla="*/ 48482 w 80486"/>
                <a:gd name="connsiteY11" fmla="*/ 17907 h 97250"/>
                <a:gd name="connsiteX12" fmla="*/ 19812 w 80486"/>
                <a:gd name="connsiteY12" fmla="*/ 48768 h 97250"/>
                <a:gd name="connsiteX13" fmla="*/ 46958 w 80486"/>
                <a:gd name="connsiteY13" fmla="*/ 79724 h 97250"/>
                <a:gd name="connsiteX14" fmla="*/ 62770 w 80486"/>
                <a:gd name="connsiteY14" fmla="*/ 74771 h 9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0486" h="97250">
                  <a:moveTo>
                    <a:pt x="62675" y="74866"/>
                  </a:moveTo>
                  <a:lnTo>
                    <a:pt x="62675" y="60579"/>
                  </a:lnTo>
                  <a:lnTo>
                    <a:pt x="46768" y="60579"/>
                  </a:lnTo>
                  <a:lnTo>
                    <a:pt x="46768" y="44482"/>
                  </a:lnTo>
                  <a:lnTo>
                    <a:pt x="80486" y="44482"/>
                  </a:lnTo>
                  <a:lnTo>
                    <a:pt x="80486" y="83915"/>
                  </a:lnTo>
                  <a:cubicBezTo>
                    <a:pt x="71247" y="93250"/>
                    <a:pt x="58864" y="97250"/>
                    <a:pt x="46482" y="97250"/>
                  </a:cubicBezTo>
                  <a:cubicBezTo>
                    <a:pt x="18002" y="97250"/>
                    <a:pt x="0" y="77343"/>
                    <a:pt x="0" y="48768"/>
                  </a:cubicBezTo>
                  <a:cubicBezTo>
                    <a:pt x="0" y="20193"/>
                    <a:pt x="20193" y="0"/>
                    <a:pt x="48482" y="0"/>
                  </a:cubicBezTo>
                  <a:cubicBezTo>
                    <a:pt x="59246" y="0"/>
                    <a:pt x="68675" y="2953"/>
                    <a:pt x="75438" y="7810"/>
                  </a:cubicBezTo>
                  <a:lnTo>
                    <a:pt x="75438" y="27432"/>
                  </a:lnTo>
                  <a:cubicBezTo>
                    <a:pt x="67818" y="21336"/>
                    <a:pt x="59341" y="17907"/>
                    <a:pt x="48482" y="17907"/>
                  </a:cubicBezTo>
                  <a:cubicBezTo>
                    <a:pt x="31623" y="17907"/>
                    <a:pt x="19812" y="30194"/>
                    <a:pt x="19812" y="48768"/>
                  </a:cubicBezTo>
                  <a:cubicBezTo>
                    <a:pt x="19812" y="67342"/>
                    <a:pt x="30194" y="79724"/>
                    <a:pt x="46958" y="79724"/>
                  </a:cubicBezTo>
                  <a:cubicBezTo>
                    <a:pt x="53054" y="79724"/>
                    <a:pt x="58579" y="78200"/>
                    <a:pt x="62770" y="74771"/>
                  </a:cubicBezTo>
                  <a:close/>
                </a:path>
              </a:pathLst>
            </a:custGeom>
            <a:solidFill>
              <a:srgbClr val="333333"/>
            </a:solidFill>
            <a:ln w="9525" cap="flat">
              <a:noFill/>
              <a:prstDash val="solid"/>
              <a:miter/>
            </a:ln>
          </p:spPr>
          <p:txBody>
            <a:bodyPr rtlCol="0" anchor="ctr"/>
            <a:lstStyle/>
            <a:p>
              <a:endParaRPr lang="en-IN"/>
            </a:p>
          </p:txBody>
        </p:sp>
        <p:sp>
          <p:nvSpPr>
            <p:cNvPr id="46" name="Freeform: Shape 45"/>
            <p:cNvSpPr/>
            <p:nvPr/>
          </p:nvSpPr>
          <p:spPr>
            <a:xfrm>
              <a:off x="6180391"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7" name="Freeform: Shape 46"/>
            <p:cNvSpPr/>
            <p:nvPr/>
          </p:nvSpPr>
          <p:spPr>
            <a:xfrm>
              <a:off x="6259543" y="3380898"/>
              <a:ext cx="93059" cy="94107"/>
            </a:xfrm>
            <a:custGeom>
              <a:avLst/>
              <a:gdLst>
                <a:gd name="connsiteX0" fmla="*/ 46292 w 93059"/>
                <a:gd name="connsiteY0" fmla="*/ 73819 h 94107"/>
                <a:gd name="connsiteX1" fmla="*/ 19145 w 93059"/>
                <a:gd name="connsiteY1" fmla="*/ 33338 h 94107"/>
                <a:gd name="connsiteX2" fmla="*/ 19145 w 93059"/>
                <a:gd name="connsiteY2" fmla="*/ 94107 h 94107"/>
                <a:gd name="connsiteX3" fmla="*/ 0 w 93059"/>
                <a:gd name="connsiteY3" fmla="*/ 94107 h 94107"/>
                <a:gd name="connsiteX4" fmla="*/ 0 w 93059"/>
                <a:gd name="connsiteY4" fmla="*/ 0 h 94107"/>
                <a:gd name="connsiteX5" fmla="*/ 18288 w 93059"/>
                <a:gd name="connsiteY5" fmla="*/ 0 h 94107"/>
                <a:gd name="connsiteX6" fmla="*/ 46768 w 93059"/>
                <a:gd name="connsiteY6" fmla="*/ 44482 h 94107"/>
                <a:gd name="connsiteX7" fmla="*/ 75152 w 93059"/>
                <a:gd name="connsiteY7" fmla="*/ 0 h 94107"/>
                <a:gd name="connsiteX8" fmla="*/ 93059 w 93059"/>
                <a:gd name="connsiteY8" fmla="*/ 0 h 94107"/>
                <a:gd name="connsiteX9" fmla="*/ 93059 w 93059"/>
                <a:gd name="connsiteY9" fmla="*/ 94107 h 94107"/>
                <a:gd name="connsiteX10" fmla="*/ 73724 w 93059"/>
                <a:gd name="connsiteY10" fmla="*/ 94107 h 94107"/>
                <a:gd name="connsiteX11" fmla="*/ 73724 w 93059"/>
                <a:gd name="connsiteY11" fmla="*/ 33338 h 94107"/>
                <a:gd name="connsiteX12" fmla="*/ 46863 w 93059"/>
                <a:gd name="connsiteY12" fmla="*/ 73819 h 94107"/>
                <a:gd name="connsiteX13" fmla="*/ 46292 w 93059"/>
                <a:gd name="connsiteY13" fmla="*/ 73819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3059" h="94107">
                  <a:moveTo>
                    <a:pt x="46292" y="73819"/>
                  </a:moveTo>
                  <a:lnTo>
                    <a:pt x="19145" y="33338"/>
                  </a:lnTo>
                  <a:lnTo>
                    <a:pt x="19145" y="94107"/>
                  </a:lnTo>
                  <a:lnTo>
                    <a:pt x="0" y="94107"/>
                  </a:lnTo>
                  <a:lnTo>
                    <a:pt x="0" y="0"/>
                  </a:lnTo>
                  <a:lnTo>
                    <a:pt x="18288" y="0"/>
                  </a:lnTo>
                  <a:lnTo>
                    <a:pt x="46768" y="44482"/>
                  </a:lnTo>
                  <a:lnTo>
                    <a:pt x="75152" y="0"/>
                  </a:lnTo>
                  <a:lnTo>
                    <a:pt x="93059" y="0"/>
                  </a:lnTo>
                  <a:lnTo>
                    <a:pt x="93059" y="94107"/>
                  </a:lnTo>
                  <a:lnTo>
                    <a:pt x="73724" y="94107"/>
                  </a:lnTo>
                  <a:lnTo>
                    <a:pt x="73724" y="33338"/>
                  </a:lnTo>
                  <a:lnTo>
                    <a:pt x="46863" y="73819"/>
                  </a:lnTo>
                  <a:lnTo>
                    <a:pt x="46292" y="73819"/>
                  </a:lnTo>
                  <a:close/>
                </a:path>
              </a:pathLst>
            </a:custGeom>
            <a:solidFill>
              <a:srgbClr val="333333"/>
            </a:solidFill>
            <a:ln w="9525" cap="flat">
              <a:noFill/>
              <a:prstDash val="solid"/>
              <a:miter/>
            </a:ln>
          </p:spPr>
          <p:txBody>
            <a:bodyPr rtlCol="0" anchor="ctr"/>
            <a:lstStyle/>
            <a:p>
              <a:endParaRPr lang="en-IN"/>
            </a:p>
          </p:txBody>
        </p:sp>
        <p:sp>
          <p:nvSpPr>
            <p:cNvPr id="48" name="Freeform: Shape 47"/>
            <p:cNvSpPr/>
            <p:nvPr/>
          </p:nvSpPr>
          <p:spPr>
            <a:xfrm>
              <a:off x="6370510" y="3380803"/>
              <a:ext cx="63912" cy="94106"/>
            </a:xfrm>
            <a:custGeom>
              <a:avLst/>
              <a:gdLst>
                <a:gd name="connsiteX0" fmla="*/ 63913 w 63912"/>
                <a:gd name="connsiteY0" fmla="*/ 0 h 94106"/>
                <a:gd name="connsiteX1" fmla="*/ 63913 w 63912"/>
                <a:gd name="connsiteY1" fmla="*/ 17145 h 94106"/>
                <a:gd name="connsiteX2" fmla="*/ 19336 w 63912"/>
                <a:gd name="connsiteY2" fmla="*/ 17145 h 94106"/>
                <a:gd name="connsiteX3" fmla="*/ 19336 w 63912"/>
                <a:gd name="connsiteY3" fmla="*/ 37719 h 94106"/>
                <a:gd name="connsiteX4" fmla="*/ 59817 w 63912"/>
                <a:gd name="connsiteY4" fmla="*/ 37719 h 94106"/>
                <a:gd name="connsiteX5" fmla="*/ 59817 w 63912"/>
                <a:gd name="connsiteY5" fmla="*/ 54388 h 94106"/>
                <a:gd name="connsiteX6" fmla="*/ 19336 w 63912"/>
                <a:gd name="connsiteY6" fmla="*/ 54388 h 94106"/>
                <a:gd name="connsiteX7" fmla="*/ 19336 w 63912"/>
                <a:gd name="connsiteY7" fmla="*/ 76771 h 94106"/>
                <a:gd name="connsiteX8" fmla="*/ 63913 w 63912"/>
                <a:gd name="connsiteY8" fmla="*/ 76771 h 94106"/>
                <a:gd name="connsiteX9" fmla="*/ 63913 w 63912"/>
                <a:gd name="connsiteY9" fmla="*/ 94107 h 94106"/>
                <a:gd name="connsiteX10" fmla="*/ 0 w 63912"/>
                <a:gd name="connsiteY10" fmla="*/ 94107 h 94106"/>
                <a:gd name="connsiteX11" fmla="*/ 0 w 63912"/>
                <a:gd name="connsiteY11" fmla="*/ 0 h 94106"/>
                <a:gd name="connsiteX12" fmla="*/ 63913 w 63912"/>
                <a:gd name="connsiteY12"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912" h="94106">
                  <a:moveTo>
                    <a:pt x="63913" y="0"/>
                  </a:moveTo>
                  <a:lnTo>
                    <a:pt x="63913" y="17145"/>
                  </a:lnTo>
                  <a:lnTo>
                    <a:pt x="19336" y="17145"/>
                  </a:lnTo>
                  <a:lnTo>
                    <a:pt x="19336" y="37719"/>
                  </a:lnTo>
                  <a:lnTo>
                    <a:pt x="59817" y="37719"/>
                  </a:lnTo>
                  <a:lnTo>
                    <a:pt x="59817" y="54388"/>
                  </a:lnTo>
                  <a:lnTo>
                    <a:pt x="19336" y="54388"/>
                  </a:lnTo>
                  <a:lnTo>
                    <a:pt x="19336" y="76771"/>
                  </a:lnTo>
                  <a:lnTo>
                    <a:pt x="63913" y="76771"/>
                  </a:lnTo>
                  <a:lnTo>
                    <a:pt x="63913" y="94107"/>
                  </a:lnTo>
                  <a:lnTo>
                    <a:pt x="0" y="94107"/>
                  </a:lnTo>
                  <a:lnTo>
                    <a:pt x="0" y="0"/>
                  </a:lnTo>
                  <a:lnTo>
                    <a:pt x="63913" y="0"/>
                  </a:lnTo>
                  <a:close/>
                </a:path>
              </a:pathLst>
            </a:custGeom>
            <a:solidFill>
              <a:srgbClr val="333333"/>
            </a:solidFill>
            <a:ln w="9525" cap="flat">
              <a:noFill/>
              <a:prstDash val="solid"/>
              <a:miter/>
            </a:ln>
          </p:spPr>
          <p:txBody>
            <a:bodyPr rtlCol="0" anchor="ctr"/>
            <a:lstStyle/>
            <a:p>
              <a:endParaRPr lang="en-IN"/>
            </a:p>
          </p:txBody>
        </p:sp>
        <p:sp>
          <p:nvSpPr>
            <p:cNvPr id="49" name="Freeform: Shape 48"/>
            <p:cNvSpPr/>
            <p:nvPr/>
          </p:nvSpPr>
          <p:spPr>
            <a:xfrm>
              <a:off x="6449567" y="3380898"/>
              <a:ext cx="78866" cy="94107"/>
            </a:xfrm>
            <a:custGeom>
              <a:avLst/>
              <a:gdLst>
                <a:gd name="connsiteX0" fmla="*/ 78867 w 78866"/>
                <a:gd name="connsiteY0" fmla="*/ 94107 h 94107"/>
                <a:gd name="connsiteX1" fmla="*/ 63341 w 78866"/>
                <a:gd name="connsiteY1" fmla="*/ 94107 h 94107"/>
                <a:gd name="connsiteX2" fmla="*/ 18860 w 78866"/>
                <a:gd name="connsiteY2" fmla="*/ 31432 h 94107"/>
                <a:gd name="connsiteX3" fmla="*/ 18860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60" y="31432"/>
                  </a:lnTo>
                  <a:lnTo>
                    <a:pt x="18860"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0" name="Freeform: Shape 49"/>
            <p:cNvSpPr/>
            <p:nvPr/>
          </p:nvSpPr>
          <p:spPr>
            <a:xfrm>
              <a:off x="6541388" y="3380803"/>
              <a:ext cx="80391" cy="94106"/>
            </a:xfrm>
            <a:custGeom>
              <a:avLst/>
              <a:gdLst>
                <a:gd name="connsiteX0" fmla="*/ 95 w 80391"/>
                <a:gd name="connsiteY0" fmla="*/ 0 h 94106"/>
                <a:gd name="connsiteX1" fmla="*/ 80391 w 80391"/>
                <a:gd name="connsiteY1" fmla="*/ 0 h 94106"/>
                <a:gd name="connsiteX2" fmla="*/ 80391 w 80391"/>
                <a:gd name="connsiteY2" fmla="*/ 17145 h 94106"/>
                <a:gd name="connsiteX3" fmla="*/ 50006 w 80391"/>
                <a:gd name="connsiteY3" fmla="*/ 17145 h 94106"/>
                <a:gd name="connsiteX4" fmla="*/ 50006 w 80391"/>
                <a:gd name="connsiteY4" fmla="*/ 94107 h 94106"/>
                <a:gd name="connsiteX5" fmla="*/ 30194 w 80391"/>
                <a:gd name="connsiteY5" fmla="*/ 94107 h 94106"/>
                <a:gd name="connsiteX6" fmla="*/ 30194 w 80391"/>
                <a:gd name="connsiteY6" fmla="*/ 17145 h 94106"/>
                <a:gd name="connsiteX7" fmla="*/ 0 w 80391"/>
                <a:gd name="connsiteY7" fmla="*/ 17145 h 94106"/>
                <a:gd name="connsiteX8" fmla="*/ 0 w 80391"/>
                <a:gd name="connsiteY8" fmla="*/ 0 h 94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6">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1" name="Freeform: Shape 50"/>
            <p:cNvSpPr/>
            <p:nvPr/>
          </p:nvSpPr>
          <p:spPr>
            <a:xfrm>
              <a:off x="5688520" y="3516534"/>
              <a:ext cx="71342" cy="97155"/>
            </a:xfrm>
            <a:custGeom>
              <a:avLst/>
              <a:gdLst>
                <a:gd name="connsiteX0" fmla="*/ 46768 w 71342"/>
                <a:gd name="connsiteY0" fmla="*/ 0 h 97155"/>
                <a:gd name="connsiteX1" fmla="*/ 71342 w 71342"/>
                <a:gd name="connsiteY1" fmla="*/ 7334 h 97155"/>
                <a:gd name="connsiteX2" fmla="*/ 71342 w 71342"/>
                <a:gd name="connsiteY2" fmla="*/ 27146 h 97155"/>
                <a:gd name="connsiteX3" fmla="*/ 47720 w 71342"/>
                <a:gd name="connsiteY3" fmla="*/ 17907 h 97155"/>
                <a:gd name="connsiteX4" fmla="*/ 19812 w 71342"/>
                <a:gd name="connsiteY4" fmla="*/ 48578 h 97155"/>
                <a:gd name="connsiteX5" fmla="*/ 47720 w 71342"/>
                <a:gd name="connsiteY5" fmla="*/ 79058 h 97155"/>
                <a:gd name="connsiteX6" fmla="*/ 71342 w 71342"/>
                <a:gd name="connsiteY6" fmla="*/ 70009 h 97155"/>
                <a:gd name="connsiteX7" fmla="*/ 71342 w 71342"/>
                <a:gd name="connsiteY7" fmla="*/ 89821 h 97155"/>
                <a:gd name="connsiteX8" fmla="*/ 46768 w 71342"/>
                <a:gd name="connsiteY8" fmla="*/ 97155 h 97155"/>
                <a:gd name="connsiteX9" fmla="*/ 0 w 71342"/>
                <a:gd name="connsiteY9" fmla="*/ 48578 h 97155"/>
                <a:gd name="connsiteX10" fmla="*/ 46768 w 71342"/>
                <a:gd name="connsiteY10" fmla="*/ 0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342" h="97155">
                  <a:moveTo>
                    <a:pt x="46768" y="0"/>
                  </a:moveTo>
                  <a:cubicBezTo>
                    <a:pt x="57055" y="0"/>
                    <a:pt x="65151" y="2762"/>
                    <a:pt x="71342" y="7334"/>
                  </a:cubicBezTo>
                  <a:lnTo>
                    <a:pt x="71342" y="27146"/>
                  </a:lnTo>
                  <a:cubicBezTo>
                    <a:pt x="64103" y="20860"/>
                    <a:pt x="56674" y="17907"/>
                    <a:pt x="47720" y="17907"/>
                  </a:cubicBezTo>
                  <a:cubicBezTo>
                    <a:pt x="30861" y="17907"/>
                    <a:pt x="19812" y="30004"/>
                    <a:pt x="19812" y="48578"/>
                  </a:cubicBezTo>
                  <a:cubicBezTo>
                    <a:pt x="19812" y="67151"/>
                    <a:pt x="30861" y="79058"/>
                    <a:pt x="47720" y="79058"/>
                  </a:cubicBezTo>
                  <a:cubicBezTo>
                    <a:pt x="56579" y="79058"/>
                    <a:pt x="64103" y="76295"/>
                    <a:pt x="71342" y="70009"/>
                  </a:cubicBezTo>
                  <a:lnTo>
                    <a:pt x="71342" y="89821"/>
                  </a:lnTo>
                  <a:cubicBezTo>
                    <a:pt x="65246" y="94393"/>
                    <a:pt x="57055" y="97155"/>
                    <a:pt x="46768" y="97155"/>
                  </a:cubicBezTo>
                  <a:cubicBezTo>
                    <a:pt x="19431" y="97155"/>
                    <a:pt x="0" y="77724"/>
                    <a:pt x="0" y="48578"/>
                  </a:cubicBezTo>
                  <a:cubicBezTo>
                    <a:pt x="0" y="19431"/>
                    <a:pt x="19431" y="0"/>
                    <a:pt x="46768" y="0"/>
                  </a:cubicBezTo>
                  <a:close/>
                </a:path>
              </a:pathLst>
            </a:custGeom>
            <a:solidFill>
              <a:srgbClr val="333333"/>
            </a:solidFill>
            <a:ln w="9525" cap="flat">
              <a:noFill/>
              <a:prstDash val="solid"/>
              <a:miter/>
            </a:ln>
          </p:spPr>
          <p:txBody>
            <a:bodyPr rtlCol="0" anchor="ctr"/>
            <a:lstStyle/>
            <a:p>
              <a:endParaRPr lang="en-IN"/>
            </a:p>
          </p:txBody>
        </p:sp>
        <p:sp>
          <p:nvSpPr>
            <p:cNvPr id="52" name="Freeform: Shape 51"/>
            <p:cNvSpPr/>
            <p:nvPr/>
          </p:nvSpPr>
          <p:spPr>
            <a:xfrm>
              <a:off x="5766434" y="3516534"/>
              <a:ext cx="89058" cy="97155"/>
            </a:xfrm>
            <a:custGeom>
              <a:avLst/>
              <a:gdLst>
                <a:gd name="connsiteX0" fmla="*/ 44482 w 89058"/>
                <a:gd name="connsiteY0" fmla="*/ 97155 h 97155"/>
                <a:gd name="connsiteX1" fmla="*/ 0 w 89058"/>
                <a:gd name="connsiteY1" fmla="*/ 48578 h 97155"/>
                <a:gd name="connsiteX2" fmla="*/ 44482 w 89058"/>
                <a:gd name="connsiteY2" fmla="*/ 0 h 97155"/>
                <a:gd name="connsiteX3" fmla="*/ 89059 w 89058"/>
                <a:gd name="connsiteY3" fmla="*/ 48578 h 97155"/>
                <a:gd name="connsiteX4" fmla="*/ 44482 w 89058"/>
                <a:gd name="connsiteY4" fmla="*/ 97155 h 97155"/>
                <a:gd name="connsiteX5" fmla="*/ 44482 w 89058"/>
                <a:gd name="connsiteY5" fmla="*/ 17431 h 97155"/>
                <a:gd name="connsiteX6" fmla="*/ 19907 w 89058"/>
                <a:gd name="connsiteY6" fmla="*/ 48578 h 97155"/>
                <a:gd name="connsiteX7" fmla="*/ 44482 w 89058"/>
                <a:gd name="connsiteY7" fmla="*/ 79724 h 97155"/>
                <a:gd name="connsiteX8" fmla="*/ 69342 w 89058"/>
                <a:gd name="connsiteY8" fmla="*/ 48578 h 97155"/>
                <a:gd name="connsiteX9" fmla="*/ 44482 w 89058"/>
                <a:gd name="connsiteY9" fmla="*/ 17431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058" h="97155">
                  <a:moveTo>
                    <a:pt x="44482" y="97155"/>
                  </a:moveTo>
                  <a:cubicBezTo>
                    <a:pt x="18288" y="97155"/>
                    <a:pt x="0" y="76581"/>
                    <a:pt x="0" y="48578"/>
                  </a:cubicBezTo>
                  <a:cubicBezTo>
                    <a:pt x="0" y="20574"/>
                    <a:pt x="18288" y="0"/>
                    <a:pt x="44482" y="0"/>
                  </a:cubicBezTo>
                  <a:cubicBezTo>
                    <a:pt x="70675" y="0"/>
                    <a:pt x="89059" y="20384"/>
                    <a:pt x="89059" y="48578"/>
                  </a:cubicBezTo>
                  <a:cubicBezTo>
                    <a:pt x="89059" y="76772"/>
                    <a:pt x="70675" y="97155"/>
                    <a:pt x="44482" y="97155"/>
                  </a:cubicBezTo>
                  <a:close/>
                  <a:moveTo>
                    <a:pt x="44482" y="17431"/>
                  </a:moveTo>
                  <a:cubicBezTo>
                    <a:pt x="29623" y="17431"/>
                    <a:pt x="19907" y="30194"/>
                    <a:pt x="19907" y="48578"/>
                  </a:cubicBezTo>
                  <a:cubicBezTo>
                    <a:pt x="19907" y="66961"/>
                    <a:pt x="29527" y="79724"/>
                    <a:pt x="44482" y="79724"/>
                  </a:cubicBezTo>
                  <a:cubicBezTo>
                    <a:pt x="59436" y="79724"/>
                    <a:pt x="69342" y="66961"/>
                    <a:pt x="69342" y="48578"/>
                  </a:cubicBezTo>
                  <a:cubicBezTo>
                    <a:pt x="69342" y="30194"/>
                    <a:pt x="59531" y="17431"/>
                    <a:pt x="44482" y="17431"/>
                  </a:cubicBezTo>
                  <a:close/>
                </a:path>
              </a:pathLst>
            </a:custGeom>
            <a:solidFill>
              <a:srgbClr val="333333"/>
            </a:solidFill>
            <a:ln w="9525" cap="flat">
              <a:noFill/>
              <a:prstDash val="solid"/>
              <a:miter/>
            </a:ln>
          </p:spPr>
          <p:txBody>
            <a:bodyPr rtlCol="0" anchor="ctr"/>
            <a:lstStyle/>
            <a:p>
              <a:endParaRPr lang="en-IN"/>
            </a:p>
          </p:txBody>
        </p:sp>
        <p:sp>
          <p:nvSpPr>
            <p:cNvPr id="53" name="Freeform: Shape 52"/>
            <p:cNvSpPr/>
            <p:nvPr/>
          </p:nvSpPr>
          <p:spPr>
            <a:xfrm>
              <a:off x="5865113"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54" name="Freeform: Shape 53"/>
            <p:cNvSpPr/>
            <p:nvPr/>
          </p:nvSpPr>
          <p:spPr>
            <a:xfrm>
              <a:off x="5953600"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7 w 67246"/>
                <a:gd name="connsiteY11" fmla="*/ 36290 h 97155"/>
                <a:gd name="connsiteX12" fmla="*/ 44291 w 67246"/>
                <a:gd name="connsiteY12" fmla="*/ 41339 h 97155"/>
                <a:gd name="connsiteX13" fmla="*/ 67246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5" y="76200"/>
                    <a:pt x="20383" y="80296"/>
                    <a:pt x="31337" y="80296"/>
                  </a:cubicBezTo>
                  <a:cubicBezTo>
                    <a:pt x="40862" y="80296"/>
                    <a:pt x="48006" y="77343"/>
                    <a:pt x="48006" y="70009"/>
                  </a:cubicBezTo>
                  <a:cubicBezTo>
                    <a:pt x="48006" y="63913"/>
                    <a:pt x="44005" y="61532"/>
                    <a:pt x="36957" y="58960"/>
                  </a:cubicBezTo>
                  <a:lnTo>
                    <a:pt x="23146" y="54388"/>
                  </a:lnTo>
                  <a:cubicBezTo>
                    <a:pt x="9239" y="49816"/>
                    <a:pt x="0" y="42577"/>
                    <a:pt x="0" y="26956"/>
                  </a:cubicBezTo>
                  <a:cubicBezTo>
                    <a:pt x="0" y="9525"/>
                    <a:pt x="15049" y="0"/>
                    <a:pt x="33433" y="0"/>
                  </a:cubicBezTo>
                  <a:cubicBezTo>
                    <a:pt x="44958" y="0"/>
                    <a:pt x="54292" y="2762"/>
                    <a:pt x="61913" y="7334"/>
                  </a:cubicBezTo>
                  <a:lnTo>
                    <a:pt x="61913" y="26480"/>
                  </a:lnTo>
                  <a:cubicBezTo>
                    <a:pt x="53816" y="20479"/>
                    <a:pt x="44863" y="16669"/>
                    <a:pt x="34004" y="16669"/>
                  </a:cubicBezTo>
                  <a:cubicBezTo>
                    <a:pt x="25527" y="16669"/>
                    <a:pt x="19145" y="19622"/>
                    <a:pt x="19145" y="26003"/>
                  </a:cubicBezTo>
                  <a:cubicBezTo>
                    <a:pt x="19145" y="31814"/>
                    <a:pt x="22955" y="34100"/>
                    <a:pt x="29527" y="36290"/>
                  </a:cubicBezTo>
                  <a:lnTo>
                    <a:pt x="44291" y="41339"/>
                  </a:lnTo>
                  <a:cubicBezTo>
                    <a:pt x="60103" y="46673"/>
                    <a:pt x="67246" y="55245"/>
                    <a:pt x="67246" y="69247"/>
                  </a:cubicBezTo>
                  <a:cubicBezTo>
                    <a:pt x="67246"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55" name="Freeform: Shape 54"/>
            <p:cNvSpPr/>
            <p:nvPr/>
          </p:nvSpPr>
          <p:spPr>
            <a:xfrm>
              <a:off x="6029133" y="3517963"/>
              <a:ext cx="78200" cy="95726"/>
            </a:xfrm>
            <a:custGeom>
              <a:avLst/>
              <a:gdLst>
                <a:gd name="connsiteX0" fmla="*/ 95 w 78200"/>
                <a:gd name="connsiteY0" fmla="*/ 56293 h 95726"/>
                <a:gd name="connsiteX1" fmla="*/ 95 w 78200"/>
                <a:gd name="connsiteY1" fmla="*/ 0 h 95726"/>
                <a:gd name="connsiteX2" fmla="*/ 19717 w 78200"/>
                <a:gd name="connsiteY2" fmla="*/ 0 h 95726"/>
                <a:gd name="connsiteX3" fmla="*/ 19717 w 78200"/>
                <a:gd name="connsiteY3" fmla="*/ 54293 h 95726"/>
                <a:gd name="connsiteX4" fmla="*/ 39148 w 78200"/>
                <a:gd name="connsiteY4" fmla="*/ 78105 h 95726"/>
                <a:gd name="connsiteX5" fmla="*/ 58579 w 78200"/>
                <a:gd name="connsiteY5" fmla="*/ 54293 h 95726"/>
                <a:gd name="connsiteX6" fmla="*/ 58579 w 78200"/>
                <a:gd name="connsiteY6" fmla="*/ 0 h 95726"/>
                <a:gd name="connsiteX7" fmla="*/ 78200 w 78200"/>
                <a:gd name="connsiteY7" fmla="*/ 0 h 95726"/>
                <a:gd name="connsiteX8" fmla="*/ 78200 w 78200"/>
                <a:gd name="connsiteY8" fmla="*/ 56293 h 95726"/>
                <a:gd name="connsiteX9" fmla="*/ 39148 w 78200"/>
                <a:gd name="connsiteY9" fmla="*/ 95726 h 95726"/>
                <a:gd name="connsiteX10" fmla="*/ 0 w 78200"/>
                <a:gd name="connsiteY10" fmla="*/ 56293 h 95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200" h="95726">
                  <a:moveTo>
                    <a:pt x="95" y="56293"/>
                  </a:moveTo>
                  <a:lnTo>
                    <a:pt x="95" y="0"/>
                  </a:lnTo>
                  <a:lnTo>
                    <a:pt x="19717" y="0"/>
                  </a:lnTo>
                  <a:lnTo>
                    <a:pt x="19717" y="54293"/>
                  </a:lnTo>
                  <a:cubicBezTo>
                    <a:pt x="19717" y="70390"/>
                    <a:pt x="26765" y="78105"/>
                    <a:pt x="39148" y="78105"/>
                  </a:cubicBezTo>
                  <a:cubicBezTo>
                    <a:pt x="51530" y="78105"/>
                    <a:pt x="58579" y="70485"/>
                    <a:pt x="58579" y="54293"/>
                  </a:cubicBezTo>
                  <a:lnTo>
                    <a:pt x="58579" y="0"/>
                  </a:lnTo>
                  <a:lnTo>
                    <a:pt x="78200" y="0"/>
                  </a:lnTo>
                  <a:lnTo>
                    <a:pt x="78200" y="56293"/>
                  </a:lnTo>
                  <a:cubicBezTo>
                    <a:pt x="78200" y="82201"/>
                    <a:pt x="62675" y="95726"/>
                    <a:pt x="39148" y="95726"/>
                  </a:cubicBezTo>
                  <a:cubicBezTo>
                    <a:pt x="15621" y="95726"/>
                    <a:pt x="0" y="82201"/>
                    <a:pt x="0" y="56293"/>
                  </a:cubicBezTo>
                  <a:close/>
                </a:path>
              </a:pathLst>
            </a:custGeom>
            <a:solidFill>
              <a:srgbClr val="333333"/>
            </a:solidFill>
            <a:ln w="9525" cap="flat">
              <a:noFill/>
              <a:prstDash val="solid"/>
              <a:miter/>
            </a:ln>
          </p:spPr>
          <p:txBody>
            <a:bodyPr rtlCol="0" anchor="ctr"/>
            <a:lstStyle/>
            <a:p>
              <a:endParaRPr lang="en-IN"/>
            </a:p>
          </p:txBody>
        </p:sp>
        <p:sp>
          <p:nvSpPr>
            <p:cNvPr id="56" name="Freeform: Shape 55"/>
            <p:cNvSpPr/>
            <p:nvPr/>
          </p:nvSpPr>
          <p:spPr>
            <a:xfrm>
              <a:off x="6120097" y="3518058"/>
              <a:ext cx="63436" cy="94107"/>
            </a:xfrm>
            <a:custGeom>
              <a:avLst/>
              <a:gdLst>
                <a:gd name="connsiteX0" fmla="*/ 0 w 63436"/>
                <a:gd name="connsiteY0" fmla="*/ 0 h 94107"/>
                <a:gd name="connsiteX1" fmla="*/ 19621 w 63436"/>
                <a:gd name="connsiteY1" fmla="*/ 0 h 94107"/>
                <a:gd name="connsiteX2" fmla="*/ 19621 w 63436"/>
                <a:gd name="connsiteY2" fmla="*/ 76772 h 94107"/>
                <a:gd name="connsiteX3" fmla="*/ 63437 w 63436"/>
                <a:gd name="connsiteY3" fmla="*/ 76772 h 94107"/>
                <a:gd name="connsiteX4" fmla="*/ 63437 w 63436"/>
                <a:gd name="connsiteY4" fmla="*/ 94107 h 94107"/>
                <a:gd name="connsiteX5" fmla="*/ 0 w 63436"/>
                <a:gd name="connsiteY5" fmla="*/ 94107 h 94107"/>
                <a:gd name="connsiteX6" fmla="*/ 0 w 63436"/>
                <a:gd name="connsiteY6"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436" h="94107">
                  <a:moveTo>
                    <a:pt x="0" y="0"/>
                  </a:moveTo>
                  <a:lnTo>
                    <a:pt x="19621" y="0"/>
                  </a:lnTo>
                  <a:lnTo>
                    <a:pt x="19621" y="76772"/>
                  </a:lnTo>
                  <a:lnTo>
                    <a:pt x="63437" y="76772"/>
                  </a:lnTo>
                  <a:lnTo>
                    <a:pt x="63437" y="94107"/>
                  </a:lnTo>
                  <a:lnTo>
                    <a:pt x="0" y="94107"/>
                  </a:lnTo>
                  <a:lnTo>
                    <a:pt x="0" y="0"/>
                  </a:lnTo>
                  <a:close/>
                </a:path>
              </a:pathLst>
            </a:custGeom>
            <a:solidFill>
              <a:srgbClr val="333333"/>
            </a:solidFill>
            <a:ln w="9525" cap="flat">
              <a:noFill/>
              <a:prstDash val="solid"/>
              <a:miter/>
            </a:ln>
          </p:spPr>
          <p:txBody>
            <a:bodyPr rtlCol="0" anchor="ctr"/>
            <a:lstStyle/>
            <a:p>
              <a:endParaRPr lang="en-IN"/>
            </a:p>
          </p:txBody>
        </p:sp>
        <p:sp>
          <p:nvSpPr>
            <p:cNvPr id="57" name="Freeform: Shape 56"/>
            <p:cNvSpPr/>
            <p:nvPr/>
          </p:nvSpPr>
          <p:spPr>
            <a:xfrm>
              <a:off x="6174295"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58" name="Freeform: Shape 57"/>
            <p:cNvSpPr/>
            <p:nvPr/>
          </p:nvSpPr>
          <p:spPr>
            <a:xfrm>
              <a:off x="6247256" y="3518058"/>
              <a:ext cx="91439" cy="94107"/>
            </a:xfrm>
            <a:custGeom>
              <a:avLst/>
              <a:gdLst>
                <a:gd name="connsiteX0" fmla="*/ 55435 w 91439"/>
                <a:gd name="connsiteY0" fmla="*/ 0 h 94107"/>
                <a:gd name="connsiteX1" fmla="*/ 91440 w 91439"/>
                <a:gd name="connsiteY1" fmla="*/ 94107 h 94107"/>
                <a:gd name="connsiteX2" fmla="*/ 71533 w 91439"/>
                <a:gd name="connsiteY2" fmla="*/ 94107 h 94107"/>
                <a:gd name="connsiteX3" fmla="*/ 63151 w 91439"/>
                <a:gd name="connsiteY3" fmla="*/ 71438 h 94107"/>
                <a:gd name="connsiteX4" fmla="*/ 27908 w 91439"/>
                <a:gd name="connsiteY4" fmla="*/ 71438 h 94107"/>
                <a:gd name="connsiteX5" fmla="*/ 19621 w 91439"/>
                <a:gd name="connsiteY5" fmla="*/ 94107 h 94107"/>
                <a:gd name="connsiteX6" fmla="*/ 0 w 91439"/>
                <a:gd name="connsiteY6" fmla="*/ 94107 h 94107"/>
                <a:gd name="connsiteX7" fmla="*/ 36004 w 91439"/>
                <a:gd name="connsiteY7" fmla="*/ 0 h 94107"/>
                <a:gd name="connsiteX8" fmla="*/ 55435 w 91439"/>
                <a:gd name="connsiteY8" fmla="*/ 0 h 94107"/>
                <a:gd name="connsiteX9" fmla="*/ 34004 w 91439"/>
                <a:gd name="connsiteY9" fmla="*/ 54864 h 94107"/>
                <a:gd name="connsiteX10" fmla="*/ 56959 w 91439"/>
                <a:gd name="connsiteY10" fmla="*/ 54864 h 94107"/>
                <a:gd name="connsiteX11" fmla="*/ 45434 w 91439"/>
                <a:gd name="connsiteY11" fmla="*/ 23622 h 94107"/>
                <a:gd name="connsiteX12" fmla="*/ 33909 w 91439"/>
                <a:gd name="connsiteY12" fmla="*/ 54864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439" h="94107">
                  <a:moveTo>
                    <a:pt x="55435" y="0"/>
                  </a:moveTo>
                  <a:lnTo>
                    <a:pt x="91440" y="94107"/>
                  </a:lnTo>
                  <a:lnTo>
                    <a:pt x="71533" y="94107"/>
                  </a:lnTo>
                  <a:lnTo>
                    <a:pt x="63151" y="71438"/>
                  </a:lnTo>
                  <a:lnTo>
                    <a:pt x="27908" y="71438"/>
                  </a:lnTo>
                  <a:lnTo>
                    <a:pt x="19621" y="94107"/>
                  </a:lnTo>
                  <a:lnTo>
                    <a:pt x="0" y="94107"/>
                  </a:lnTo>
                  <a:lnTo>
                    <a:pt x="36004" y="0"/>
                  </a:lnTo>
                  <a:lnTo>
                    <a:pt x="55435" y="0"/>
                  </a:lnTo>
                  <a:close/>
                  <a:moveTo>
                    <a:pt x="34004" y="54864"/>
                  </a:moveTo>
                  <a:lnTo>
                    <a:pt x="56959" y="54864"/>
                  </a:lnTo>
                  <a:lnTo>
                    <a:pt x="45434" y="23622"/>
                  </a:lnTo>
                  <a:lnTo>
                    <a:pt x="33909" y="54864"/>
                  </a:lnTo>
                  <a:close/>
                </a:path>
              </a:pathLst>
            </a:custGeom>
            <a:solidFill>
              <a:srgbClr val="333333"/>
            </a:solidFill>
            <a:ln w="9525" cap="flat">
              <a:noFill/>
              <a:prstDash val="solid"/>
              <a:miter/>
            </a:ln>
          </p:spPr>
          <p:txBody>
            <a:bodyPr rtlCol="0" anchor="ctr"/>
            <a:lstStyle/>
            <a:p>
              <a:endParaRPr lang="en-IN"/>
            </a:p>
          </p:txBody>
        </p:sp>
        <p:sp>
          <p:nvSpPr>
            <p:cNvPr id="59" name="Freeform: Shape 58"/>
            <p:cNvSpPr/>
            <p:nvPr/>
          </p:nvSpPr>
          <p:spPr>
            <a:xfrm>
              <a:off x="6346030" y="3518058"/>
              <a:ext cx="78866" cy="94107"/>
            </a:xfrm>
            <a:custGeom>
              <a:avLst/>
              <a:gdLst>
                <a:gd name="connsiteX0" fmla="*/ 78867 w 78866"/>
                <a:gd name="connsiteY0" fmla="*/ 94107 h 94107"/>
                <a:gd name="connsiteX1" fmla="*/ 63341 w 78866"/>
                <a:gd name="connsiteY1" fmla="*/ 94107 h 94107"/>
                <a:gd name="connsiteX2" fmla="*/ 18859 w 78866"/>
                <a:gd name="connsiteY2" fmla="*/ 31433 h 94107"/>
                <a:gd name="connsiteX3" fmla="*/ 18859 w 78866"/>
                <a:gd name="connsiteY3" fmla="*/ 94107 h 94107"/>
                <a:gd name="connsiteX4" fmla="*/ 0 w 78866"/>
                <a:gd name="connsiteY4" fmla="*/ 94107 h 94107"/>
                <a:gd name="connsiteX5" fmla="*/ 0 w 78866"/>
                <a:gd name="connsiteY5" fmla="*/ 0 h 94107"/>
                <a:gd name="connsiteX6" fmla="*/ 18383 w 78866"/>
                <a:gd name="connsiteY6" fmla="*/ 0 h 94107"/>
                <a:gd name="connsiteX7" fmla="*/ 59912 w 78866"/>
                <a:gd name="connsiteY7" fmla="*/ 59531 h 94107"/>
                <a:gd name="connsiteX8" fmla="*/ 59912 w 78866"/>
                <a:gd name="connsiteY8" fmla="*/ 0 h 94107"/>
                <a:gd name="connsiteX9" fmla="*/ 78772 w 78866"/>
                <a:gd name="connsiteY9" fmla="*/ 0 h 94107"/>
                <a:gd name="connsiteX10" fmla="*/ 78772 w 78866"/>
                <a:gd name="connsiteY10" fmla="*/ 94107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8866" h="94107">
                  <a:moveTo>
                    <a:pt x="78867" y="94107"/>
                  </a:moveTo>
                  <a:lnTo>
                    <a:pt x="63341" y="94107"/>
                  </a:lnTo>
                  <a:lnTo>
                    <a:pt x="18859" y="31433"/>
                  </a:lnTo>
                  <a:lnTo>
                    <a:pt x="18859" y="94107"/>
                  </a:lnTo>
                  <a:lnTo>
                    <a:pt x="0" y="94107"/>
                  </a:lnTo>
                  <a:lnTo>
                    <a:pt x="0" y="0"/>
                  </a:lnTo>
                  <a:lnTo>
                    <a:pt x="18383" y="0"/>
                  </a:lnTo>
                  <a:lnTo>
                    <a:pt x="59912" y="59531"/>
                  </a:lnTo>
                  <a:lnTo>
                    <a:pt x="59912" y="0"/>
                  </a:lnTo>
                  <a:lnTo>
                    <a:pt x="78772" y="0"/>
                  </a:lnTo>
                  <a:lnTo>
                    <a:pt x="78772" y="94107"/>
                  </a:lnTo>
                  <a:close/>
                </a:path>
              </a:pathLst>
            </a:custGeom>
            <a:solidFill>
              <a:srgbClr val="333333"/>
            </a:solidFill>
            <a:ln w="9525" cap="flat">
              <a:noFill/>
              <a:prstDash val="solid"/>
              <a:miter/>
            </a:ln>
          </p:spPr>
          <p:txBody>
            <a:bodyPr rtlCol="0" anchor="ctr"/>
            <a:lstStyle/>
            <a:p>
              <a:endParaRPr lang="en-IN"/>
            </a:p>
          </p:txBody>
        </p:sp>
        <p:sp>
          <p:nvSpPr>
            <p:cNvPr id="60" name="Freeform: Shape 59"/>
            <p:cNvSpPr/>
            <p:nvPr/>
          </p:nvSpPr>
          <p:spPr>
            <a:xfrm>
              <a:off x="6433851" y="3518058"/>
              <a:ext cx="80391" cy="94107"/>
            </a:xfrm>
            <a:custGeom>
              <a:avLst/>
              <a:gdLst>
                <a:gd name="connsiteX0" fmla="*/ 95 w 80391"/>
                <a:gd name="connsiteY0" fmla="*/ 0 h 94107"/>
                <a:gd name="connsiteX1" fmla="*/ 80391 w 80391"/>
                <a:gd name="connsiteY1" fmla="*/ 0 h 94107"/>
                <a:gd name="connsiteX2" fmla="*/ 80391 w 80391"/>
                <a:gd name="connsiteY2" fmla="*/ 17145 h 94107"/>
                <a:gd name="connsiteX3" fmla="*/ 50006 w 80391"/>
                <a:gd name="connsiteY3" fmla="*/ 17145 h 94107"/>
                <a:gd name="connsiteX4" fmla="*/ 50006 w 80391"/>
                <a:gd name="connsiteY4" fmla="*/ 94107 h 94107"/>
                <a:gd name="connsiteX5" fmla="*/ 30194 w 80391"/>
                <a:gd name="connsiteY5" fmla="*/ 94107 h 94107"/>
                <a:gd name="connsiteX6" fmla="*/ 30194 w 80391"/>
                <a:gd name="connsiteY6" fmla="*/ 17145 h 94107"/>
                <a:gd name="connsiteX7" fmla="*/ 0 w 80391"/>
                <a:gd name="connsiteY7" fmla="*/ 17145 h 94107"/>
                <a:gd name="connsiteX8" fmla="*/ 0 w 80391"/>
                <a:gd name="connsiteY8" fmla="*/ 0 h 94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91" h="94107">
                  <a:moveTo>
                    <a:pt x="95" y="0"/>
                  </a:moveTo>
                  <a:lnTo>
                    <a:pt x="80391" y="0"/>
                  </a:lnTo>
                  <a:lnTo>
                    <a:pt x="80391" y="17145"/>
                  </a:lnTo>
                  <a:lnTo>
                    <a:pt x="50006" y="17145"/>
                  </a:lnTo>
                  <a:lnTo>
                    <a:pt x="50006" y="94107"/>
                  </a:lnTo>
                  <a:lnTo>
                    <a:pt x="30194" y="94107"/>
                  </a:lnTo>
                  <a:lnTo>
                    <a:pt x="30194" y="17145"/>
                  </a:lnTo>
                  <a:lnTo>
                    <a:pt x="0" y="17145"/>
                  </a:lnTo>
                  <a:lnTo>
                    <a:pt x="0" y="0"/>
                  </a:lnTo>
                  <a:close/>
                </a:path>
              </a:pathLst>
            </a:custGeom>
            <a:solidFill>
              <a:srgbClr val="333333"/>
            </a:solidFill>
            <a:ln w="9525" cap="flat">
              <a:noFill/>
              <a:prstDash val="solid"/>
              <a:miter/>
            </a:ln>
          </p:spPr>
          <p:txBody>
            <a:bodyPr rtlCol="0" anchor="ctr"/>
            <a:lstStyle/>
            <a:p>
              <a:endParaRPr lang="en-IN"/>
            </a:p>
          </p:txBody>
        </p:sp>
        <p:sp>
          <p:nvSpPr>
            <p:cNvPr id="61" name="Freeform: Shape 60"/>
            <p:cNvSpPr/>
            <p:nvPr/>
          </p:nvSpPr>
          <p:spPr>
            <a:xfrm>
              <a:off x="6518909" y="3516534"/>
              <a:ext cx="67246" cy="97155"/>
            </a:xfrm>
            <a:custGeom>
              <a:avLst/>
              <a:gdLst>
                <a:gd name="connsiteX0" fmla="*/ 1238 w 67246"/>
                <a:gd name="connsiteY0" fmla="*/ 69914 h 97155"/>
                <a:gd name="connsiteX1" fmla="*/ 31337 w 67246"/>
                <a:gd name="connsiteY1" fmla="*/ 80296 h 97155"/>
                <a:gd name="connsiteX2" fmla="*/ 48006 w 67246"/>
                <a:gd name="connsiteY2" fmla="*/ 70009 h 97155"/>
                <a:gd name="connsiteX3" fmla="*/ 36957 w 67246"/>
                <a:gd name="connsiteY3" fmla="*/ 58960 h 97155"/>
                <a:gd name="connsiteX4" fmla="*/ 23146 w 67246"/>
                <a:gd name="connsiteY4" fmla="*/ 54388 h 97155"/>
                <a:gd name="connsiteX5" fmla="*/ 0 w 67246"/>
                <a:gd name="connsiteY5" fmla="*/ 26956 h 97155"/>
                <a:gd name="connsiteX6" fmla="*/ 33433 w 67246"/>
                <a:gd name="connsiteY6" fmla="*/ 0 h 97155"/>
                <a:gd name="connsiteX7" fmla="*/ 61913 w 67246"/>
                <a:gd name="connsiteY7" fmla="*/ 7334 h 97155"/>
                <a:gd name="connsiteX8" fmla="*/ 61913 w 67246"/>
                <a:gd name="connsiteY8" fmla="*/ 26480 h 97155"/>
                <a:gd name="connsiteX9" fmla="*/ 34004 w 67246"/>
                <a:gd name="connsiteY9" fmla="*/ 16669 h 97155"/>
                <a:gd name="connsiteX10" fmla="*/ 19145 w 67246"/>
                <a:gd name="connsiteY10" fmla="*/ 26003 h 97155"/>
                <a:gd name="connsiteX11" fmla="*/ 29528 w 67246"/>
                <a:gd name="connsiteY11" fmla="*/ 36290 h 97155"/>
                <a:gd name="connsiteX12" fmla="*/ 44291 w 67246"/>
                <a:gd name="connsiteY12" fmla="*/ 41339 h 97155"/>
                <a:gd name="connsiteX13" fmla="*/ 67247 w 67246"/>
                <a:gd name="connsiteY13" fmla="*/ 69247 h 97155"/>
                <a:gd name="connsiteX14" fmla="*/ 31528 w 67246"/>
                <a:gd name="connsiteY14" fmla="*/ 97155 h 97155"/>
                <a:gd name="connsiteX15" fmla="*/ 1143 w 67246"/>
                <a:gd name="connsiteY15" fmla="*/ 89154 h 97155"/>
                <a:gd name="connsiteX16" fmla="*/ 1143 w 67246"/>
                <a:gd name="connsiteY16" fmla="*/ 69818 h 97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246" h="97155">
                  <a:moveTo>
                    <a:pt x="1238" y="69914"/>
                  </a:moveTo>
                  <a:cubicBezTo>
                    <a:pt x="9716" y="76200"/>
                    <a:pt x="20383" y="80296"/>
                    <a:pt x="31337" y="80296"/>
                  </a:cubicBezTo>
                  <a:cubicBezTo>
                    <a:pt x="40862" y="80296"/>
                    <a:pt x="48006" y="77343"/>
                    <a:pt x="48006" y="70009"/>
                  </a:cubicBezTo>
                  <a:cubicBezTo>
                    <a:pt x="48006" y="63913"/>
                    <a:pt x="44006" y="61532"/>
                    <a:pt x="36957" y="58960"/>
                  </a:cubicBezTo>
                  <a:lnTo>
                    <a:pt x="23146" y="54388"/>
                  </a:lnTo>
                  <a:cubicBezTo>
                    <a:pt x="9239" y="49816"/>
                    <a:pt x="0" y="42577"/>
                    <a:pt x="0" y="26956"/>
                  </a:cubicBezTo>
                  <a:cubicBezTo>
                    <a:pt x="0" y="9525"/>
                    <a:pt x="15050" y="0"/>
                    <a:pt x="33433" y="0"/>
                  </a:cubicBezTo>
                  <a:cubicBezTo>
                    <a:pt x="44958" y="0"/>
                    <a:pt x="54293" y="2762"/>
                    <a:pt x="61913" y="7334"/>
                  </a:cubicBezTo>
                  <a:lnTo>
                    <a:pt x="61913" y="26480"/>
                  </a:lnTo>
                  <a:cubicBezTo>
                    <a:pt x="53816" y="20479"/>
                    <a:pt x="44863" y="16669"/>
                    <a:pt x="34004" y="16669"/>
                  </a:cubicBezTo>
                  <a:cubicBezTo>
                    <a:pt x="25527" y="16669"/>
                    <a:pt x="19145" y="19622"/>
                    <a:pt x="19145" y="26003"/>
                  </a:cubicBezTo>
                  <a:cubicBezTo>
                    <a:pt x="19145" y="31814"/>
                    <a:pt x="22955" y="34100"/>
                    <a:pt x="29528" y="36290"/>
                  </a:cubicBezTo>
                  <a:lnTo>
                    <a:pt x="44291" y="41339"/>
                  </a:lnTo>
                  <a:cubicBezTo>
                    <a:pt x="60103" y="46673"/>
                    <a:pt x="67247" y="55245"/>
                    <a:pt x="67247" y="69247"/>
                  </a:cubicBezTo>
                  <a:cubicBezTo>
                    <a:pt x="67247" y="87821"/>
                    <a:pt x="51435" y="97155"/>
                    <a:pt x="31528" y="97155"/>
                  </a:cubicBezTo>
                  <a:cubicBezTo>
                    <a:pt x="18955" y="97155"/>
                    <a:pt x="7906" y="93440"/>
                    <a:pt x="1143" y="89154"/>
                  </a:cubicBezTo>
                  <a:lnTo>
                    <a:pt x="1143" y="69818"/>
                  </a:lnTo>
                  <a:close/>
                </a:path>
              </a:pathLst>
            </a:custGeom>
            <a:solidFill>
              <a:srgbClr val="333333"/>
            </a:solidFill>
            <a:ln w="9525" cap="flat">
              <a:noFill/>
              <a:prstDash val="solid"/>
              <a:miter/>
            </a:ln>
          </p:spPr>
          <p:txBody>
            <a:bodyPr rtlCol="0" anchor="ctr"/>
            <a:lstStyle/>
            <a:p>
              <a:endParaRPr lang="en-IN"/>
            </a:p>
          </p:txBody>
        </p:sp>
        <p:sp>
          <p:nvSpPr>
            <p:cNvPr id="62" name="Freeform: Shape 61"/>
            <p:cNvSpPr/>
            <p:nvPr/>
          </p:nvSpPr>
          <p:spPr>
            <a:xfrm>
              <a:off x="6701408" y="3243548"/>
              <a:ext cx="9525" cy="370141"/>
            </a:xfrm>
            <a:custGeom>
              <a:avLst/>
              <a:gdLst>
                <a:gd name="connsiteX0" fmla="*/ 0 w 9525"/>
                <a:gd name="connsiteY0" fmla="*/ 0 h 370141"/>
                <a:gd name="connsiteX1" fmla="*/ 0 w 9525"/>
                <a:gd name="connsiteY1" fmla="*/ 370142 h 370141"/>
              </a:gdLst>
              <a:ahLst/>
              <a:cxnLst>
                <a:cxn ang="0">
                  <a:pos x="connsiteX0" y="connsiteY0"/>
                </a:cxn>
                <a:cxn ang="0">
                  <a:pos x="connsiteX1" y="connsiteY1"/>
                </a:cxn>
              </a:cxnLst>
              <a:rect l="l" t="t" r="r" b="b"/>
              <a:pathLst>
                <a:path w="9525" h="370141">
                  <a:moveTo>
                    <a:pt x="0" y="0"/>
                  </a:moveTo>
                  <a:lnTo>
                    <a:pt x="0" y="370142"/>
                  </a:lnTo>
                </a:path>
              </a:pathLst>
            </a:custGeom>
            <a:ln w="9525" cap="flat">
              <a:noFill/>
              <a:prstDash val="solid"/>
              <a:miter/>
            </a:ln>
          </p:spPr>
          <p:txBody>
            <a:bodyPr rtlCol="0" anchor="ctr"/>
            <a:lstStyle/>
            <a:p>
              <a:endParaRPr lang="en-IN"/>
            </a:p>
          </p:txBody>
        </p:sp>
        <p:sp>
          <p:nvSpPr>
            <p:cNvPr id="63" name="Freeform: Shape 62"/>
            <p:cNvSpPr/>
            <p:nvPr/>
          </p:nvSpPr>
          <p:spPr>
            <a:xfrm>
              <a:off x="6697217" y="3243548"/>
              <a:ext cx="8477" cy="370141"/>
            </a:xfrm>
            <a:custGeom>
              <a:avLst/>
              <a:gdLst>
                <a:gd name="connsiteX0" fmla="*/ 0 w 8477"/>
                <a:gd name="connsiteY0" fmla="*/ 0 h 370141"/>
                <a:gd name="connsiteX1" fmla="*/ 8477 w 8477"/>
                <a:gd name="connsiteY1" fmla="*/ 0 h 370141"/>
                <a:gd name="connsiteX2" fmla="*/ 8477 w 8477"/>
                <a:gd name="connsiteY2" fmla="*/ 370142 h 370141"/>
                <a:gd name="connsiteX3" fmla="*/ 0 w 8477"/>
                <a:gd name="connsiteY3" fmla="*/ 370142 h 370141"/>
              </a:gdLst>
              <a:ahLst/>
              <a:cxnLst>
                <a:cxn ang="0">
                  <a:pos x="connsiteX0" y="connsiteY0"/>
                </a:cxn>
                <a:cxn ang="0">
                  <a:pos x="connsiteX1" y="connsiteY1"/>
                </a:cxn>
                <a:cxn ang="0">
                  <a:pos x="connsiteX2" y="connsiteY2"/>
                </a:cxn>
                <a:cxn ang="0">
                  <a:pos x="connsiteX3" y="connsiteY3"/>
                </a:cxn>
              </a:cxnLst>
              <a:rect l="l" t="t" r="r" b="b"/>
              <a:pathLst>
                <a:path w="8477" h="370141">
                  <a:moveTo>
                    <a:pt x="0" y="0"/>
                  </a:moveTo>
                  <a:lnTo>
                    <a:pt x="8477" y="0"/>
                  </a:lnTo>
                  <a:lnTo>
                    <a:pt x="8477" y="370142"/>
                  </a:lnTo>
                  <a:lnTo>
                    <a:pt x="0" y="370142"/>
                  </a:lnTo>
                  <a:close/>
                </a:path>
              </a:pathLst>
            </a:custGeom>
            <a:solidFill>
              <a:srgbClr val="333333"/>
            </a:solidFill>
            <a:ln w="9525" cap="flat">
              <a:noFill/>
              <a:prstDash val="solid"/>
              <a:miter/>
            </a:ln>
          </p:spPr>
          <p:txBody>
            <a:bodyPr rtlCol="0" anchor="ctr"/>
            <a:lstStyle/>
            <a:p>
              <a:endParaRPr lang="en-IN"/>
            </a:p>
          </p:txBody>
        </p:sp>
        <p:sp>
          <p:nvSpPr>
            <p:cNvPr id="64" name="Freeform: Shape 63"/>
            <p:cNvSpPr/>
            <p:nvPr/>
          </p:nvSpPr>
          <p:spPr>
            <a:xfrm>
              <a:off x="6740841"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5" name="Freeform: Shape 64"/>
            <p:cNvSpPr/>
            <p:nvPr/>
          </p:nvSpPr>
          <p:spPr>
            <a:xfrm>
              <a:off x="6804469"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66" name="Freeform: Shape 65"/>
            <p:cNvSpPr/>
            <p:nvPr/>
          </p:nvSpPr>
          <p:spPr>
            <a:xfrm>
              <a:off x="6874096"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7" name="Freeform: Shape 66"/>
            <p:cNvSpPr/>
            <p:nvPr/>
          </p:nvSpPr>
          <p:spPr>
            <a:xfrm>
              <a:off x="6935723"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6 w 56006"/>
                <a:gd name="connsiteY7" fmla="*/ 26384 h 83248"/>
                <a:gd name="connsiteX8" fmla="*/ 2096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68" name="Freeform: Shape 67"/>
            <p:cNvSpPr/>
            <p:nvPr/>
          </p:nvSpPr>
          <p:spPr>
            <a:xfrm>
              <a:off x="7028306" y="3421380"/>
              <a:ext cx="52673" cy="12191"/>
            </a:xfrm>
            <a:custGeom>
              <a:avLst/>
              <a:gdLst>
                <a:gd name="connsiteX0" fmla="*/ 0 w 52673"/>
                <a:gd name="connsiteY0" fmla="*/ 0 h 12191"/>
                <a:gd name="connsiteX1" fmla="*/ 52673 w 52673"/>
                <a:gd name="connsiteY1" fmla="*/ 0 h 12191"/>
                <a:gd name="connsiteX2" fmla="*/ 52673 w 52673"/>
                <a:gd name="connsiteY2" fmla="*/ 12192 h 12191"/>
                <a:gd name="connsiteX3" fmla="*/ 0 w 52673"/>
                <a:gd name="connsiteY3" fmla="*/ 12192 h 12191"/>
                <a:gd name="connsiteX4" fmla="*/ 0 w 52673"/>
                <a:gd name="connsiteY4" fmla="*/ 0 h 121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73" h="12191">
                  <a:moveTo>
                    <a:pt x="0" y="0"/>
                  </a:moveTo>
                  <a:lnTo>
                    <a:pt x="52673" y="0"/>
                  </a:lnTo>
                  <a:lnTo>
                    <a:pt x="52673" y="12192"/>
                  </a:lnTo>
                  <a:lnTo>
                    <a:pt x="0" y="12192"/>
                  </a:lnTo>
                  <a:lnTo>
                    <a:pt x="0" y="0"/>
                  </a:lnTo>
                  <a:close/>
                </a:path>
              </a:pathLst>
            </a:custGeom>
            <a:solidFill>
              <a:srgbClr val="333333"/>
            </a:solidFill>
            <a:ln w="9525" cap="flat">
              <a:noFill/>
              <a:prstDash val="solid"/>
              <a:miter/>
            </a:ln>
          </p:spPr>
          <p:txBody>
            <a:bodyPr rtlCol="0" anchor="ctr"/>
            <a:lstStyle/>
            <a:p>
              <a:endParaRPr lang="en-IN"/>
            </a:p>
          </p:txBody>
        </p:sp>
        <p:sp>
          <p:nvSpPr>
            <p:cNvPr id="69" name="Freeform: Shape 68"/>
            <p:cNvSpPr/>
            <p:nvPr/>
          </p:nvSpPr>
          <p:spPr>
            <a:xfrm>
              <a:off x="7116603" y="3384137"/>
              <a:ext cx="56007" cy="83248"/>
            </a:xfrm>
            <a:custGeom>
              <a:avLst/>
              <a:gdLst>
                <a:gd name="connsiteX0" fmla="*/ 56007 w 56007"/>
                <a:gd name="connsiteY0" fmla="*/ 68485 h 83248"/>
                <a:gd name="connsiteX1" fmla="*/ 56007 w 56007"/>
                <a:gd name="connsiteY1" fmla="*/ 83248 h 83248"/>
                <a:gd name="connsiteX2" fmla="*/ 0 w 56007"/>
                <a:gd name="connsiteY2" fmla="*/ 83248 h 83248"/>
                <a:gd name="connsiteX3" fmla="*/ 0 w 56007"/>
                <a:gd name="connsiteY3" fmla="*/ 82677 h 83248"/>
                <a:gd name="connsiteX4" fmla="*/ 23908 w 56007"/>
                <a:gd name="connsiteY4" fmla="*/ 51435 h 83248"/>
                <a:gd name="connsiteX5" fmla="*/ 36957 w 56007"/>
                <a:gd name="connsiteY5" fmla="*/ 26384 h 83248"/>
                <a:gd name="connsiteX6" fmla="*/ 25051 w 56007"/>
                <a:gd name="connsiteY6" fmla="*/ 15716 h 83248"/>
                <a:gd name="connsiteX7" fmla="*/ 2096 w 56007"/>
                <a:gd name="connsiteY7" fmla="*/ 26384 h 83248"/>
                <a:gd name="connsiteX8" fmla="*/ 2096 w 56007"/>
                <a:gd name="connsiteY8" fmla="*/ 9715 h 83248"/>
                <a:gd name="connsiteX9" fmla="*/ 28099 w 56007"/>
                <a:gd name="connsiteY9" fmla="*/ 0 h 83248"/>
                <a:gd name="connsiteX10" fmla="*/ 54102 w 56007"/>
                <a:gd name="connsiteY10" fmla="*/ 24289 h 83248"/>
                <a:gd name="connsiteX11" fmla="*/ 39338 w 56007"/>
                <a:gd name="connsiteY11" fmla="*/ 55340 h 83248"/>
                <a:gd name="connsiteX12" fmla="*/ 29337 w 56007"/>
                <a:gd name="connsiteY12" fmla="*/ 68390 h 83248"/>
                <a:gd name="connsiteX13" fmla="*/ 56007 w 56007"/>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7"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6" y="26384"/>
                  </a:cubicBezTo>
                  <a:lnTo>
                    <a:pt x="2096" y="9715"/>
                  </a:lnTo>
                  <a:cubicBezTo>
                    <a:pt x="8001" y="4191"/>
                    <a:pt x="17526" y="0"/>
                    <a:pt x="28099" y="0"/>
                  </a:cubicBezTo>
                  <a:cubicBezTo>
                    <a:pt x="44006"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70" name="Freeform: Shape 69"/>
            <p:cNvSpPr/>
            <p:nvPr/>
          </p:nvSpPr>
          <p:spPr>
            <a:xfrm>
              <a:off x="7180230" y="3384137"/>
              <a:ext cx="64579" cy="84581"/>
            </a:xfrm>
            <a:custGeom>
              <a:avLst/>
              <a:gdLst>
                <a:gd name="connsiteX0" fmla="*/ 0 w 64579"/>
                <a:gd name="connsiteY0" fmla="*/ 42291 h 84581"/>
                <a:gd name="connsiteX1" fmla="*/ 32290 w 64579"/>
                <a:gd name="connsiteY1" fmla="*/ 0 h 84581"/>
                <a:gd name="connsiteX2" fmla="*/ 64579 w 64579"/>
                <a:gd name="connsiteY2" fmla="*/ 42291 h 84581"/>
                <a:gd name="connsiteX3" fmla="*/ 32290 w 64579"/>
                <a:gd name="connsiteY3" fmla="*/ 84582 h 84581"/>
                <a:gd name="connsiteX4" fmla="*/ 0 w 64579"/>
                <a:gd name="connsiteY4" fmla="*/ 42291 h 84581"/>
                <a:gd name="connsiteX5" fmla="*/ 16669 w 64579"/>
                <a:gd name="connsiteY5" fmla="*/ 42291 h 84581"/>
                <a:gd name="connsiteX6" fmla="*/ 32290 w 64579"/>
                <a:gd name="connsiteY6" fmla="*/ 69342 h 84581"/>
                <a:gd name="connsiteX7" fmla="*/ 47911 w 64579"/>
                <a:gd name="connsiteY7" fmla="*/ 42291 h 84581"/>
                <a:gd name="connsiteX8" fmla="*/ 32290 w 64579"/>
                <a:gd name="connsiteY8" fmla="*/ 15240 h 84581"/>
                <a:gd name="connsiteX9" fmla="*/ 16669 w 64579"/>
                <a:gd name="connsiteY9" fmla="*/ 42291 h 8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579" h="84581">
                  <a:moveTo>
                    <a:pt x="0" y="42291"/>
                  </a:moveTo>
                  <a:cubicBezTo>
                    <a:pt x="0" y="17335"/>
                    <a:pt x="13049" y="0"/>
                    <a:pt x="32290" y="0"/>
                  </a:cubicBezTo>
                  <a:cubicBezTo>
                    <a:pt x="51530" y="0"/>
                    <a:pt x="64579" y="17335"/>
                    <a:pt x="64579" y="42291"/>
                  </a:cubicBezTo>
                  <a:cubicBezTo>
                    <a:pt x="64579" y="67246"/>
                    <a:pt x="51530" y="84582"/>
                    <a:pt x="32290" y="84582"/>
                  </a:cubicBezTo>
                  <a:cubicBezTo>
                    <a:pt x="13049" y="84582"/>
                    <a:pt x="0" y="67246"/>
                    <a:pt x="0" y="42291"/>
                  </a:cubicBezTo>
                  <a:close/>
                  <a:moveTo>
                    <a:pt x="16669" y="42291"/>
                  </a:moveTo>
                  <a:cubicBezTo>
                    <a:pt x="16669" y="57531"/>
                    <a:pt x="21241" y="69342"/>
                    <a:pt x="32290" y="69342"/>
                  </a:cubicBezTo>
                  <a:cubicBezTo>
                    <a:pt x="43339" y="69342"/>
                    <a:pt x="47911" y="57436"/>
                    <a:pt x="47911" y="42291"/>
                  </a:cubicBezTo>
                  <a:cubicBezTo>
                    <a:pt x="47911" y="27146"/>
                    <a:pt x="43243" y="15240"/>
                    <a:pt x="32290" y="15240"/>
                  </a:cubicBezTo>
                  <a:cubicBezTo>
                    <a:pt x="21336" y="15240"/>
                    <a:pt x="16669" y="27146"/>
                    <a:pt x="16669" y="42291"/>
                  </a:cubicBezTo>
                  <a:close/>
                </a:path>
              </a:pathLst>
            </a:custGeom>
            <a:solidFill>
              <a:srgbClr val="333333"/>
            </a:solidFill>
            <a:ln w="9525" cap="flat">
              <a:noFill/>
              <a:prstDash val="solid"/>
              <a:miter/>
            </a:ln>
          </p:spPr>
          <p:txBody>
            <a:bodyPr rtlCol="0" anchor="ctr"/>
            <a:lstStyle/>
            <a:p>
              <a:endParaRPr lang="en-IN"/>
            </a:p>
          </p:txBody>
        </p:sp>
        <p:sp>
          <p:nvSpPr>
            <p:cNvPr id="71" name="Freeform: Shape 70"/>
            <p:cNvSpPr/>
            <p:nvPr/>
          </p:nvSpPr>
          <p:spPr>
            <a:xfrm>
              <a:off x="7249858" y="3384137"/>
              <a:ext cx="56006" cy="83248"/>
            </a:xfrm>
            <a:custGeom>
              <a:avLst/>
              <a:gdLst>
                <a:gd name="connsiteX0" fmla="*/ 56007 w 56006"/>
                <a:gd name="connsiteY0" fmla="*/ 68485 h 83248"/>
                <a:gd name="connsiteX1" fmla="*/ 56007 w 56006"/>
                <a:gd name="connsiteY1" fmla="*/ 83248 h 83248"/>
                <a:gd name="connsiteX2" fmla="*/ 0 w 56006"/>
                <a:gd name="connsiteY2" fmla="*/ 83248 h 83248"/>
                <a:gd name="connsiteX3" fmla="*/ 0 w 56006"/>
                <a:gd name="connsiteY3" fmla="*/ 82677 h 83248"/>
                <a:gd name="connsiteX4" fmla="*/ 23908 w 56006"/>
                <a:gd name="connsiteY4" fmla="*/ 51435 h 83248"/>
                <a:gd name="connsiteX5" fmla="*/ 36957 w 56006"/>
                <a:gd name="connsiteY5" fmla="*/ 26384 h 83248"/>
                <a:gd name="connsiteX6" fmla="*/ 25051 w 56006"/>
                <a:gd name="connsiteY6" fmla="*/ 15716 h 83248"/>
                <a:gd name="connsiteX7" fmla="*/ 2095 w 56006"/>
                <a:gd name="connsiteY7" fmla="*/ 26384 h 83248"/>
                <a:gd name="connsiteX8" fmla="*/ 2095 w 56006"/>
                <a:gd name="connsiteY8" fmla="*/ 9715 h 83248"/>
                <a:gd name="connsiteX9" fmla="*/ 28099 w 56006"/>
                <a:gd name="connsiteY9" fmla="*/ 0 h 83248"/>
                <a:gd name="connsiteX10" fmla="*/ 54102 w 56006"/>
                <a:gd name="connsiteY10" fmla="*/ 24289 h 83248"/>
                <a:gd name="connsiteX11" fmla="*/ 39338 w 56006"/>
                <a:gd name="connsiteY11" fmla="*/ 55340 h 83248"/>
                <a:gd name="connsiteX12" fmla="*/ 29337 w 56006"/>
                <a:gd name="connsiteY12" fmla="*/ 68390 h 83248"/>
                <a:gd name="connsiteX13" fmla="*/ 56007 w 56006"/>
                <a:gd name="connsiteY13" fmla="*/ 68390 h 8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006" h="83248">
                  <a:moveTo>
                    <a:pt x="56007" y="68485"/>
                  </a:moveTo>
                  <a:lnTo>
                    <a:pt x="56007" y="83248"/>
                  </a:lnTo>
                  <a:lnTo>
                    <a:pt x="0" y="83248"/>
                  </a:lnTo>
                  <a:lnTo>
                    <a:pt x="0" y="82677"/>
                  </a:lnTo>
                  <a:lnTo>
                    <a:pt x="23908" y="51435"/>
                  </a:lnTo>
                  <a:cubicBezTo>
                    <a:pt x="31528" y="41529"/>
                    <a:pt x="36957" y="34862"/>
                    <a:pt x="36957" y="26384"/>
                  </a:cubicBezTo>
                  <a:cubicBezTo>
                    <a:pt x="36957" y="20002"/>
                    <a:pt x="32861" y="15716"/>
                    <a:pt x="25051" y="15716"/>
                  </a:cubicBezTo>
                  <a:cubicBezTo>
                    <a:pt x="16097" y="15716"/>
                    <a:pt x="7620" y="21336"/>
                    <a:pt x="2095" y="26384"/>
                  </a:cubicBezTo>
                  <a:lnTo>
                    <a:pt x="2095" y="9715"/>
                  </a:lnTo>
                  <a:cubicBezTo>
                    <a:pt x="8001" y="4191"/>
                    <a:pt x="17526" y="0"/>
                    <a:pt x="28099" y="0"/>
                  </a:cubicBezTo>
                  <a:cubicBezTo>
                    <a:pt x="44005" y="0"/>
                    <a:pt x="54102" y="9430"/>
                    <a:pt x="54102" y="24289"/>
                  </a:cubicBezTo>
                  <a:cubicBezTo>
                    <a:pt x="54102" y="35052"/>
                    <a:pt x="47149" y="44863"/>
                    <a:pt x="39338" y="55340"/>
                  </a:cubicBezTo>
                  <a:lnTo>
                    <a:pt x="29337" y="68390"/>
                  </a:lnTo>
                  <a:lnTo>
                    <a:pt x="56007" y="68390"/>
                  </a:lnTo>
                  <a:close/>
                </a:path>
              </a:pathLst>
            </a:custGeom>
            <a:solidFill>
              <a:srgbClr val="333333"/>
            </a:solidFill>
            <a:ln w="9525" cap="flat">
              <a:noFill/>
              <a:prstDash val="solid"/>
              <a:miter/>
            </a:ln>
          </p:spPr>
          <p:txBody>
            <a:bodyPr rtlCol="0" anchor="ctr"/>
            <a:lstStyle/>
            <a:p>
              <a:endParaRPr lang="en-IN"/>
            </a:p>
          </p:txBody>
        </p:sp>
        <p:sp>
          <p:nvSpPr>
            <p:cNvPr id="72" name="Freeform: Shape 71"/>
            <p:cNvSpPr/>
            <p:nvPr/>
          </p:nvSpPr>
          <p:spPr>
            <a:xfrm>
              <a:off x="7315009" y="3385375"/>
              <a:ext cx="53149" cy="83343"/>
            </a:xfrm>
            <a:custGeom>
              <a:avLst/>
              <a:gdLst>
                <a:gd name="connsiteX0" fmla="*/ 53149 w 53149"/>
                <a:gd name="connsiteY0" fmla="*/ 56102 h 83343"/>
                <a:gd name="connsiteX1" fmla="*/ 22193 w 53149"/>
                <a:gd name="connsiteY1" fmla="*/ 83344 h 83343"/>
                <a:gd name="connsiteX2" fmla="*/ 0 w 53149"/>
                <a:gd name="connsiteY2" fmla="*/ 76676 h 83343"/>
                <a:gd name="connsiteX3" fmla="*/ 0 w 53149"/>
                <a:gd name="connsiteY3" fmla="*/ 60103 h 83343"/>
                <a:gd name="connsiteX4" fmla="*/ 20955 w 53149"/>
                <a:gd name="connsiteY4" fmla="*/ 69056 h 83343"/>
                <a:gd name="connsiteX5" fmla="*/ 37243 w 53149"/>
                <a:gd name="connsiteY5" fmla="*/ 56102 h 83343"/>
                <a:gd name="connsiteX6" fmla="*/ 20574 w 53149"/>
                <a:gd name="connsiteY6" fmla="*/ 43053 h 83343"/>
                <a:gd name="connsiteX7" fmla="*/ 2667 w 53149"/>
                <a:gd name="connsiteY7" fmla="*/ 46482 h 83343"/>
                <a:gd name="connsiteX8" fmla="*/ 2667 w 53149"/>
                <a:gd name="connsiteY8" fmla="*/ 0 h 83343"/>
                <a:gd name="connsiteX9" fmla="*/ 48863 w 53149"/>
                <a:gd name="connsiteY9" fmla="*/ 0 h 83343"/>
                <a:gd name="connsiteX10" fmla="*/ 48863 w 53149"/>
                <a:gd name="connsiteY10" fmla="*/ 14954 h 83343"/>
                <a:gd name="connsiteX11" fmla="*/ 16288 w 53149"/>
                <a:gd name="connsiteY11" fmla="*/ 14954 h 83343"/>
                <a:gd name="connsiteX12" fmla="*/ 16288 w 53149"/>
                <a:gd name="connsiteY12" fmla="*/ 29623 h 83343"/>
                <a:gd name="connsiteX13" fmla="*/ 23336 w 53149"/>
                <a:gd name="connsiteY13" fmla="*/ 28956 h 83343"/>
                <a:gd name="connsiteX14" fmla="*/ 53054 w 53149"/>
                <a:gd name="connsiteY14" fmla="*/ 56007 h 83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3149" h="83343">
                  <a:moveTo>
                    <a:pt x="53149" y="56102"/>
                  </a:moveTo>
                  <a:cubicBezTo>
                    <a:pt x="53149" y="73152"/>
                    <a:pt x="39814" y="83344"/>
                    <a:pt x="22193" y="83344"/>
                  </a:cubicBezTo>
                  <a:cubicBezTo>
                    <a:pt x="12573" y="83344"/>
                    <a:pt x="5524" y="80677"/>
                    <a:pt x="0" y="76676"/>
                  </a:cubicBezTo>
                  <a:lnTo>
                    <a:pt x="0" y="60103"/>
                  </a:lnTo>
                  <a:cubicBezTo>
                    <a:pt x="5715" y="65532"/>
                    <a:pt x="12954" y="69056"/>
                    <a:pt x="20955" y="69056"/>
                  </a:cubicBezTo>
                  <a:cubicBezTo>
                    <a:pt x="29908" y="69056"/>
                    <a:pt x="37243" y="64770"/>
                    <a:pt x="37243" y="56102"/>
                  </a:cubicBezTo>
                  <a:cubicBezTo>
                    <a:pt x="37243" y="47435"/>
                    <a:pt x="30004" y="43053"/>
                    <a:pt x="20574" y="43053"/>
                  </a:cubicBezTo>
                  <a:cubicBezTo>
                    <a:pt x="13811" y="43053"/>
                    <a:pt x="8287" y="44291"/>
                    <a:pt x="2667" y="46482"/>
                  </a:cubicBezTo>
                  <a:lnTo>
                    <a:pt x="2667" y="0"/>
                  </a:lnTo>
                  <a:lnTo>
                    <a:pt x="48863" y="0"/>
                  </a:lnTo>
                  <a:lnTo>
                    <a:pt x="48863" y="14954"/>
                  </a:lnTo>
                  <a:lnTo>
                    <a:pt x="16288" y="14954"/>
                  </a:lnTo>
                  <a:lnTo>
                    <a:pt x="16288" y="29623"/>
                  </a:lnTo>
                  <a:cubicBezTo>
                    <a:pt x="18193" y="29051"/>
                    <a:pt x="20669" y="28956"/>
                    <a:pt x="23336" y="28956"/>
                  </a:cubicBezTo>
                  <a:cubicBezTo>
                    <a:pt x="40005" y="28956"/>
                    <a:pt x="53054" y="38671"/>
                    <a:pt x="53054" y="56007"/>
                  </a:cubicBezTo>
                  <a:close/>
                </a:path>
              </a:pathLst>
            </a:custGeom>
            <a:solidFill>
              <a:srgbClr val="333333"/>
            </a:solidFill>
            <a:ln w="9525" cap="flat">
              <a:noFill/>
              <a:prstDash val="solid"/>
              <a:miter/>
            </a:ln>
          </p:spPr>
          <p:txBody>
            <a:bodyPr rtlCol="0" anchor="ctr"/>
            <a:lstStyle/>
            <a:p>
              <a:endParaRPr lang="en-IN"/>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_1">
    <p:bg>
      <p:bgPr>
        <a:gradFill>
          <a:gsLst>
            <a:gs pos="100000">
              <a:schemeClr val="bg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9"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0"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_2">
    <p:bg>
      <p:bgPr>
        <a:gradFill>
          <a:gsLst>
            <a:gs pos="100000">
              <a:schemeClr val="bg2"/>
            </a:gs>
            <a:gs pos="0">
              <a:schemeClr val="accent1"/>
            </a:gs>
          </a:gsLst>
          <a:lin ang="18000000" scaled="0"/>
        </a:gradFill>
        <a:effectLst/>
      </p:bgPr>
    </p:bg>
    <p:spTree>
      <p:nvGrpSpPr>
        <p:cNvPr id="1" name=""/>
        <p:cNvGrpSpPr/>
        <p:nvPr/>
      </p:nvGrpSpPr>
      <p:grpSpPr>
        <a:xfrm>
          <a:off x="0" y="0"/>
          <a:ext cx="0" cy="0"/>
          <a:chOff x="0" y="0"/>
          <a:chExt cx="0" cy="0"/>
        </a:xfrm>
      </p:grpSpPr>
      <p:sp>
        <p:nvSpPr>
          <p:cNvPr id="17" name="Picture Placeholder 16"/>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_3">
    <p:bg>
      <p:bgPr>
        <a:gradFill>
          <a:gsLst>
            <a:gs pos="100000">
              <a:schemeClr val="bg2"/>
            </a:gs>
            <a:gs pos="0">
              <a:schemeClr val="accent4"/>
            </a:gs>
          </a:gsLst>
          <a:lin ang="18000000" scaled="0"/>
        </a:gradFill>
        <a:effectLst/>
      </p:bgPr>
    </p:bg>
    <p:spTree>
      <p:nvGrpSpPr>
        <p:cNvPr id="1" name=""/>
        <p:cNvGrpSpPr/>
        <p:nvPr/>
      </p:nvGrpSpPr>
      <p:grpSpPr>
        <a:xfrm>
          <a:off x="0" y="0"/>
          <a:ext cx="0" cy="0"/>
          <a:chOff x="0" y="0"/>
          <a:chExt cx="0" cy="0"/>
        </a:xfrm>
      </p:grpSpPr>
      <p:sp>
        <p:nvSpPr>
          <p:cNvPr id="28" name="Picture Placeholder 27"/>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_4">
    <p:bg>
      <p:bgPr>
        <a:gradFill>
          <a:gsLst>
            <a:gs pos="100000">
              <a:schemeClr val="accent1"/>
            </a:gs>
            <a:gs pos="0">
              <a:schemeClr val="accent2"/>
            </a:gs>
          </a:gsLst>
          <a:lin ang="18000000" scaled="0"/>
        </a:gradFill>
        <a:effectLst/>
      </p:bgPr>
    </p:bg>
    <p:spTree>
      <p:nvGrpSpPr>
        <p:cNvPr id="1" name=""/>
        <p:cNvGrpSpPr/>
        <p:nvPr/>
      </p:nvGrpSpPr>
      <p:grpSpPr>
        <a:xfrm>
          <a:off x="0" y="0"/>
          <a:ext cx="0" cy="0"/>
          <a:chOff x="0" y="0"/>
          <a:chExt cx="0" cy="0"/>
        </a:xfrm>
      </p:grpSpPr>
      <p:sp>
        <p:nvSpPr>
          <p:cNvPr id="18" name="Picture Placeholder 17"/>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16"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7"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5">
    <p:bg>
      <p:bgPr>
        <a:gradFill>
          <a:gsLst>
            <a:gs pos="100000">
              <a:schemeClr val="tx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4"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_6">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dirty="0"/>
          </a:p>
        </p:txBody>
      </p:sp>
      <p:sp>
        <p:nvSpPr>
          <p:cNvPr id="14"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7">
    <p:bg>
      <p:bgPr>
        <a:gradFill>
          <a:gsLst>
            <a:gs pos="100000">
              <a:schemeClr val="accent1"/>
            </a:gs>
            <a:gs pos="0">
              <a:schemeClr val="accent4"/>
            </a:gs>
          </a:gsLst>
          <a:lin ang="18000000" scaled="0"/>
        </a:gradFill>
        <a:effectLst/>
      </p:bgPr>
    </p:bg>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dirty="0"/>
          </a:p>
        </p:txBody>
      </p:sp>
      <p:sp>
        <p:nvSpPr>
          <p:cNvPr id="12"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8">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5" name="Picture Placeholder 14"/>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dirty="0"/>
          </a:p>
        </p:txBody>
      </p:sp>
      <p:sp>
        <p:nvSpPr>
          <p:cNvPr id="13" name="Title 1"/>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4" name="Text Placeholder 5"/>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s List 2">
    <p:spTree>
      <p:nvGrpSpPr>
        <p:cNvPr id="1" name=""/>
        <p:cNvGrpSpPr/>
        <p:nvPr/>
      </p:nvGrpSpPr>
      <p:grpSpPr>
        <a:xfrm>
          <a:off x="0" y="0"/>
          <a:ext cx="0" cy="0"/>
          <a:chOff x="0" y="0"/>
          <a:chExt cx="0" cy="0"/>
        </a:xfrm>
      </p:grpSpPr>
      <p:sp>
        <p:nvSpPr>
          <p:cNvPr id="17" name="Content Placeholder 16"/>
          <p:cNvSpPr>
            <a:spLocks noGrp="1"/>
          </p:cNvSpPr>
          <p:nvPr>
            <p:ph idx="15"/>
          </p:nvPr>
        </p:nvSpPr>
        <p:spPr>
          <a:xfrm>
            <a:off x="381000" y="160115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sz="1400" baseline="0">
                <a:solidFill>
                  <a:schemeClr val="tx1"/>
                </a:solidFill>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0"/>
            <a:r>
              <a:rPr lang="en-GB"/>
              <a:t>Click to edit Master text styles</a:t>
            </a:r>
          </a:p>
        </p:txBody>
      </p:sp>
      <p:sp>
        <p:nvSpPr>
          <p:cNvPr id="12" name="Text Placeholder 11"/>
          <p:cNvSpPr>
            <a:spLocks noGrp="1"/>
          </p:cNvSpPr>
          <p:nvPr>
            <p:ph type="body" sz="quarter" idx="10" hasCustomPrompt="1"/>
          </p:nvPr>
        </p:nvSpPr>
        <p:spPr>
          <a:xfrm>
            <a:off x="587106" y="1509712"/>
            <a:ext cx="731520" cy="548640"/>
          </a:xfrm>
          <a:prstGeom prst="flowChartInputOutput">
            <a:avLst/>
          </a:prstGeom>
          <a:solidFill>
            <a:schemeClr val="tx2"/>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8" name="Content Placeholder 17"/>
          <p:cNvSpPr>
            <a:spLocks noGrp="1"/>
          </p:cNvSpPr>
          <p:nvPr>
            <p:ph idx="16"/>
          </p:nvPr>
        </p:nvSpPr>
        <p:spPr>
          <a:xfrm>
            <a:off x="381000" y="228374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9" name="Text Placeholder 11"/>
          <p:cNvSpPr>
            <a:spLocks noGrp="1"/>
          </p:cNvSpPr>
          <p:nvPr>
            <p:ph type="body" sz="quarter" idx="17" hasCustomPrompt="1"/>
          </p:nvPr>
        </p:nvSpPr>
        <p:spPr>
          <a:xfrm>
            <a:off x="587106" y="219230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6" name="Content Placeholder 25"/>
          <p:cNvSpPr>
            <a:spLocks noGrp="1"/>
          </p:cNvSpPr>
          <p:nvPr>
            <p:ph idx="22"/>
          </p:nvPr>
        </p:nvSpPr>
        <p:spPr>
          <a:xfrm>
            <a:off x="381000" y="296633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1" name="Text Placeholder 11"/>
          <p:cNvSpPr>
            <a:spLocks noGrp="1"/>
          </p:cNvSpPr>
          <p:nvPr>
            <p:ph type="body" sz="quarter" idx="19" hasCustomPrompt="1"/>
          </p:nvPr>
        </p:nvSpPr>
        <p:spPr>
          <a:xfrm>
            <a:off x="587106" y="287489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7" name="Content Placeholder 26"/>
          <p:cNvSpPr>
            <a:spLocks noGrp="1"/>
          </p:cNvSpPr>
          <p:nvPr>
            <p:ph idx="23"/>
          </p:nvPr>
        </p:nvSpPr>
        <p:spPr>
          <a:xfrm>
            <a:off x="381000" y="364892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3" name="Text Placeholder 11"/>
          <p:cNvSpPr>
            <a:spLocks noGrp="1"/>
          </p:cNvSpPr>
          <p:nvPr>
            <p:ph type="body" sz="quarter" idx="21" hasCustomPrompt="1"/>
          </p:nvPr>
        </p:nvSpPr>
        <p:spPr>
          <a:xfrm>
            <a:off x="587106" y="355748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 name="Title 1"/>
          <p:cNvSpPr>
            <a:spLocks noGrp="1"/>
          </p:cNvSpPr>
          <p:nvPr>
            <p:ph type="title"/>
          </p:nvPr>
        </p:nvSpPr>
        <p:spPr/>
        <p:txBody>
          <a:bodyPr/>
          <a:lstStyle/>
          <a:p>
            <a:r>
              <a:rPr lang="en-US"/>
              <a:t>Click to edit Master title style</a:t>
            </a:r>
            <a:endParaRPr lang="en-IN"/>
          </a:p>
        </p:txBody>
      </p:sp>
      <p:sp>
        <p:nvSpPr>
          <p:cNvPr id="14" name="Content Placeholder 25"/>
          <p:cNvSpPr>
            <a:spLocks noGrp="1"/>
          </p:cNvSpPr>
          <p:nvPr>
            <p:ph idx="24"/>
          </p:nvPr>
        </p:nvSpPr>
        <p:spPr>
          <a:xfrm>
            <a:off x="381000" y="433151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5" name="Text Placeholder 11"/>
          <p:cNvSpPr>
            <a:spLocks noGrp="1"/>
          </p:cNvSpPr>
          <p:nvPr>
            <p:ph type="body" sz="quarter" idx="25" hasCustomPrompt="1"/>
          </p:nvPr>
        </p:nvSpPr>
        <p:spPr>
          <a:xfrm>
            <a:off x="587106" y="424007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6" name="Content Placeholder 26"/>
          <p:cNvSpPr>
            <a:spLocks noGrp="1"/>
          </p:cNvSpPr>
          <p:nvPr>
            <p:ph idx="26"/>
          </p:nvPr>
        </p:nvSpPr>
        <p:spPr>
          <a:xfrm>
            <a:off x="381000" y="501410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dirty="0"/>
              <a:t>Click to edit Master text styles</a:t>
            </a:r>
          </a:p>
        </p:txBody>
      </p:sp>
      <p:sp>
        <p:nvSpPr>
          <p:cNvPr id="20" name="Text Placeholder 11"/>
          <p:cNvSpPr>
            <a:spLocks noGrp="1"/>
          </p:cNvSpPr>
          <p:nvPr>
            <p:ph type="body" sz="quarter" idx="27" hasCustomPrompt="1"/>
          </p:nvPr>
        </p:nvSpPr>
        <p:spPr>
          <a:xfrm>
            <a:off x="587106" y="4922662"/>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3" name="Content Placeholder 26"/>
          <p:cNvSpPr>
            <a:spLocks noGrp="1"/>
          </p:cNvSpPr>
          <p:nvPr>
            <p:ph idx="28"/>
          </p:nvPr>
        </p:nvSpPr>
        <p:spPr>
          <a:xfrm>
            <a:off x="396875" y="5696691"/>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dirty="0"/>
              <a:t>Click to edit Master text styles</a:t>
            </a:r>
          </a:p>
        </p:txBody>
      </p:sp>
      <p:sp>
        <p:nvSpPr>
          <p:cNvPr id="4" name="Text Placeholder 11"/>
          <p:cNvSpPr>
            <a:spLocks noGrp="1"/>
          </p:cNvSpPr>
          <p:nvPr>
            <p:ph type="body" sz="quarter" idx="29" hasCustomPrompt="1"/>
          </p:nvPr>
        </p:nvSpPr>
        <p:spPr>
          <a:xfrm>
            <a:off x="602981" y="5605251"/>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and Sub-head">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Full Width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dirty="0"/>
              <a:t>Optional sub-head</a:t>
            </a:r>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4" name="Text Placeholder 2"/>
          <p:cNvSpPr>
            <a:spLocks noGrp="1"/>
          </p:cNvSpPr>
          <p:nvPr>
            <p:ph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4" name="Content Placeholder 3"/>
          <p:cNvSpPr>
            <a:spLocks noGrp="1"/>
          </p:cNvSpPr>
          <p:nvPr>
            <p:ph sz="half" idx="2"/>
          </p:nvPr>
        </p:nvSpPr>
        <p:spPr>
          <a:xfrm>
            <a:off x="6184632" y="1749425"/>
            <a:ext cx="5626368" cy="4410075"/>
          </a:xfrm>
        </p:spPr>
        <p:txBody>
          <a:bodyPr lIns="90000">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383908" y="1749425"/>
            <a:ext cx="5626368" cy="4410075"/>
          </a:xfrm>
        </p:spPr>
        <p:txBody>
          <a:bodyPr lIns="90000">
            <a:normAutofit/>
          </a:bodyPr>
          <a:lstStyle>
            <a:lvl1pPr>
              <a:defRPr sz="1200"/>
            </a:lvl1pPr>
            <a:lvl2pPr>
              <a:defRPr sz="1200"/>
            </a:lvl2pPr>
            <a:lvl3pPr>
              <a:defRPr sz="1200"/>
            </a:lvl3pPr>
            <a:lvl4pPr>
              <a:defRPr sz="1200"/>
            </a:lvl4pPr>
            <a:lvl5pPr>
              <a:defRPr sz="12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with Char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5" name="Text Placeholder 14"/>
          <p:cNvSpPr>
            <a:spLocks noGrp="1"/>
          </p:cNvSpPr>
          <p:nvPr>
            <p:ph type="body" sz="quarter" idx="30"/>
          </p:nvPr>
        </p:nvSpPr>
        <p:spPr>
          <a:xfrm>
            <a:off x="381000" y="1749425"/>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2" name="Title 1"/>
          <p:cNvSpPr>
            <a:spLocks noGrp="1"/>
          </p:cNvSpPr>
          <p:nvPr>
            <p:ph type="title"/>
          </p:nvPr>
        </p:nvSpPr>
        <p:spPr/>
        <p:txBody>
          <a:bodyPr/>
          <a:lstStyle/>
          <a:p>
            <a:r>
              <a:rPr lang="en-US"/>
              <a:t>Click to edit Master title style</a:t>
            </a:r>
            <a:endParaRPr lang="en-IN"/>
          </a:p>
        </p:txBody>
      </p:sp>
      <p:sp>
        <p:nvSpPr>
          <p:cNvPr id="14" name="Chart Placeholder 13"/>
          <p:cNvSpPr>
            <a:spLocks noGrp="1"/>
          </p:cNvSpPr>
          <p:nvPr>
            <p:ph type="chart" sz="quarter" idx="12"/>
          </p:nvPr>
        </p:nvSpPr>
        <p:spPr>
          <a:xfrm>
            <a:off x="381000" y="2305879"/>
            <a:ext cx="11430000" cy="3853622"/>
          </a:xfrm>
        </p:spPr>
        <p:txBody>
          <a:bodyPr anchor="ctr">
            <a:normAutofit/>
          </a:bodyPr>
          <a:lstStyle>
            <a:lvl1pPr marL="0" indent="0" algn="ctr">
              <a:buNone/>
              <a:defRPr sz="1200" baseline="0"/>
            </a:lvl1pPr>
          </a:lstStyle>
          <a:p>
            <a:endParaRPr lang="en-GB" dirty="0"/>
          </a:p>
        </p:txBody>
      </p:sp>
      <p:sp>
        <p:nvSpPr>
          <p:cNvPr id="6" name="Text Placeholder 6"/>
          <p:cNvSpPr>
            <a:spLocks noGrp="1"/>
          </p:cNvSpPr>
          <p:nvPr>
            <p:ph type="body" sz="quarter" idx="21"/>
          </p:nvPr>
        </p:nvSpPr>
        <p:spPr>
          <a:xfrm>
            <a:off x="519994" y="1749425"/>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part process">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9" name="Text Placeholder 33"/>
          <p:cNvSpPr>
            <a:spLocks noGrp="1"/>
          </p:cNvSpPr>
          <p:nvPr>
            <p:ph type="body" sz="quarter" idx="17" hasCustomPrompt="1"/>
          </p:nvPr>
        </p:nvSpPr>
        <p:spPr>
          <a:xfrm>
            <a:off x="381000"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0" name="Text Placeholder 7"/>
          <p:cNvSpPr>
            <a:spLocks noGrp="1"/>
          </p:cNvSpPr>
          <p:nvPr>
            <p:ph type="body" sz="quarter" idx="18" hasCustomPrompt="1"/>
          </p:nvPr>
        </p:nvSpPr>
        <p:spPr>
          <a:xfrm>
            <a:off x="952500"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dirty="0"/>
              <a:t>Header</a:t>
            </a:r>
          </a:p>
        </p:txBody>
      </p:sp>
      <p:sp>
        <p:nvSpPr>
          <p:cNvPr id="15" name="Text Placeholder 33"/>
          <p:cNvSpPr>
            <a:spLocks noGrp="1"/>
          </p:cNvSpPr>
          <p:nvPr userDrawn="1">
            <p:ph type="body" sz="quarter" idx="19" hasCustomPrompt="1"/>
          </p:nvPr>
        </p:nvSpPr>
        <p:spPr>
          <a:xfrm>
            <a:off x="4338372"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6" name="Text Placeholder 7"/>
          <p:cNvSpPr>
            <a:spLocks noGrp="1"/>
          </p:cNvSpPr>
          <p:nvPr userDrawn="1">
            <p:ph type="body" sz="quarter" idx="20" hasCustomPrompt="1"/>
          </p:nvPr>
        </p:nvSpPr>
        <p:spPr>
          <a:xfrm>
            <a:off x="4909872"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7" name="Text Placeholder 33"/>
          <p:cNvSpPr>
            <a:spLocks noGrp="1"/>
          </p:cNvSpPr>
          <p:nvPr userDrawn="1">
            <p:ph type="body" sz="quarter" idx="21" hasCustomPrompt="1"/>
          </p:nvPr>
        </p:nvSpPr>
        <p:spPr>
          <a:xfrm>
            <a:off x="8295746"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8" name="Text Placeholder 7"/>
          <p:cNvSpPr>
            <a:spLocks noGrp="1"/>
          </p:cNvSpPr>
          <p:nvPr userDrawn="1">
            <p:ph type="body" sz="quarter" idx="22" hasCustomPrompt="1"/>
          </p:nvPr>
        </p:nvSpPr>
        <p:spPr>
          <a:xfrm>
            <a:off x="8867246"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25" name="Text Placeholder 7"/>
          <p:cNvSpPr>
            <a:spLocks noGrp="1"/>
          </p:cNvSpPr>
          <p:nvPr>
            <p:ph type="body" sz="quarter" idx="24"/>
          </p:nvPr>
        </p:nvSpPr>
        <p:spPr>
          <a:xfrm>
            <a:off x="411956"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dirty="0"/>
          </a:p>
        </p:txBody>
      </p:sp>
      <p:sp>
        <p:nvSpPr>
          <p:cNvPr id="26" name="Text Placeholder 33"/>
          <p:cNvSpPr>
            <a:spLocks noGrp="1"/>
          </p:cNvSpPr>
          <p:nvPr>
            <p:ph type="body" sz="quarter" idx="25" hasCustomPrompt="1"/>
          </p:nvPr>
        </p:nvSpPr>
        <p:spPr>
          <a:xfrm>
            <a:off x="381000"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1" name="Text Placeholder 7"/>
          <p:cNvSpPr>
            <a:spLocks noGrp="1"/>
          </p:cNvSpPr>
          <p:nvPr>
            <p:ph type="body" sz="quarter" idx="26"/>
          </p:nvPr>
        </p:nvSpPr>
        <p:spPr>
          <a:xfrm>
            <a:off x="4369328"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2" name="Text Placeholder 33"/>
          <p:cNvSpPr>
            <a:spLocks noGrp="1"/>
          </p:cNvSpPr>
          <p:nvPr>
            <p:ph type="body" sz="quarter" idx="27" hasCustomPrompt="1"/>
          </p:nvPr>
        </p:nvSpPr>
        <p:spPr>
          <a:xfrm>
            <a:off x="4338372"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3" name="Text Placeholder 7"/>
          <p:cNvSpPr>
            <a:spLocks noGrp="1"/>
          </p:cNvSpPr>
          <p:nvPr>
            <p:ph type="body" sz="quarter" idx="28"/>
          </p:nvPr>
        </p:nvSpPr>
        <p:spPr>
          <a:xfrm>
            <a:off x="8326700"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4" name="Text Placeholder 33"/>
          <p:cNvSpPr>
            <a:spLocks noGrp="1"/>
          </p:cNvSpPr>
          <p:nvPr>
            <p:ph type="body" sz="quarter" idx="29" hasCustomPrompt="1"/>
          </p:nvPr>
        </p:nvSpPr>
        <p:spPr>
          <a:xfrm>
            <a:off x="8295744"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20" name="Text Placeholder 33"/>
          <p:cNvSpPr>
            <a:spLocks noGrp="1"/>
          </p:cNvSpPr>
          <p:nvPr>
            <p:ph type="body" sz="quarter" idx="32" hasCustomPrompt="1"/>
          </p:nvPr>
        </p:nvSpPr>
        <p:spPr>
          <a:xfrm rot="5400000" flipH="1">
            <a:off x="3834606"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21" name="Text Placeholder 33"/>
          <p:cNvSpPr>
            <a:spLocks noGrp="1"/>
          </p:cNvSpPr>
          <p:nvPr>
            <p:ph type="body" sz="quarter" idx="33" hasCustomPrompt="1"/>
          </p:nvPr>
        </p:nvSpPr>
        <p:spPr>
          <a:xfrm rot="5400000" flipH="1">
            <a:off x="7791978"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5" name="Text Placeholder 14"/>
          <p:cNvSpPr>
            <a:spLocks noGrp="1"/>
          </p:cNvSpPr>
          <p:nvPr>
            <p:ph type="body" sz="quarter" idx="30"/>
          </p:nvPr>
        </p:nvSpPr>
        <p:spPr>
          <a:xfrm>
            <a:off x="381000" y="1749425"/>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6" name="Text Placeholder 6"/>
          <p:cNvSpPr>
            <a:spLocks noGrp="1"/>
          </p:cNvSpPr>
          <p:nvPr>
            <p:ph type="body" sz="quarter" idx="34"/>
          </p:nvPr>
        </p:nvSpPr>
        <p:spPr>
          <a:xfrm>
            <a:off x="519994" y="1749425"/>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
        <p:nvSpPr>
          <p:cNvPr id="8" name="Text Placeholder 14"/>
          <p:cNvSpPr>
            <a:spLocks noGrp="1"/>
          </p:cNvSpPr>
          <p:nvPr>
            <p:ph type="body" sz="quarter" idx="35"/>
          </p:nvPr>
        </p:nvSpPr>
        <p:spPr>
          <a:xfrm>
            <a:off x="381000" y="4482204"/>
            <a:ext cx="11430000" cy="457200"/>
          </a:xfrm>
          <a:prstGeom prst="parallelogram">
            <a:avLst/>
          </a:prstGeom>
          <a:solidFill>
            <a:schemeClr val="bg2"/>
          </a:solidFill>
        </p:spPr>
        <p:txBody>
          <a:bodyPr wrap="none" lIns="0" tIns="45720" rIns="228600" bIns="45720" anchor="ctr">
            <a:noAutofit/>
          </a:bodyPr>
          <a:lstStyle>
            <a:lvl1pPr marL="0" indent="0">
              <a:lnSpc>
                <a:spcPct val="100000"/>
              </a:lnSpc>
              <a:spcBef>
                <a:spcPts val="0"/>
              </a:spcBef>
              <a:buNone/>
              <a:defRPr sz="1400" b="1" baseline="0">
                <a:solidFill>
                  <a:schemeClr val="bg2"/>
                </a:solidFill>
              </a:defRPr>
            </a:lvl1pPr>
          </a:lstStyle>
          <a:p>
            <a:pPr lvl="0"/>
            <a:endParaRPr lang="en-US" dirty="0"/>
          </a:p>
        </p:txBody>
      </p:sp>
      <p:sp>
        <p:nvSpPr>
          <p:cNvPr id="11" name="Text Placeholder 6"/>
          <p:cNvSpPr>
            <a:spLocks noGrp="1"/>
          </p:cNvSpPr>
          <p:nvPr>
            <p:ph type="body" sz="quarter" idx="36"/>
          </p:nvPr>
        </p:nvSpPr>
        <p:spPr>
          <a:xfrm>
            <a:off x="519994" y="4482204"/>
            <a:ext cx="11135977" cy="457200"/>
          </a:xfrm>
          <a:noFill/>
          <a:ln>
            <a:noFill/>
          </a:ln>
        </p:spPr>
        <p:txBody>
          <a:bodyPr anchor="ctr">
            <a:noAutofit/>
          </a:bodyPr>
          <a:lstStyle>
            <a:lvl1pPr marL="0" indent="0" algn="l">
              <a:buNone/>
              <a:defRPr sz="1400" b="1" i="0" baseline="0">
                <a:solidFill>
                  <a:schemeClr val="bg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ird content">
    <p:spTree>
      <p:nvGrpSpPr>
        <p:cNvPr id="1" name=""/>
        <p:cNvGrpSpPr/>
        <p:nvPr/>
      </p:nvGrpSpPr>
      <p:grpSpPr>
        <a:xfrm>
          <a:off x="0" y="0"/>
          <a:ext cx="0" cy="0"/>
          <a:chOff x="0" y="0"/>
          <a:chExt cx="0" cy="0"/>
        </a:xfrm>
      </p:grpSpPr>
      <p:sp>
        <p:nvSpPr>
          <p:cNvPr id="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3" name="Content Placeholder 2"/>
          <p:cNvSpPr>
            <a:spLocks noGrp="1"/>
          </p:cNvSpPr>
          <p:nvPr>
            <p:ph idx="1"/>
          </p:nvPr>
        </p:nvSpPr>
        <p:spPr>
          <a:xfrm>
            <a:off x="381000" y="1749425"/>
            <a:ext cx="3429809" cy="4410075"/>
          </a:xfrm>
        </p:spPr>
        <p:txBody>
          <a:bodyPr lIns="72000">
            <a:normAutofit/>
          </a:bodyPr>
          <a:lstStyle>
            <a:lvl1pPr marL="0" indent="0">
              <a:buNone/>
              <a:defRPr lang="en-GB" sz="1200" kern="1200" baseline="0" dirty="0">
                <a:solidFill>
                  <a:schemeClr val="bg2"/>
                </a:solidFill>
                <a:latin typeface="+mn-lt"/>
                <a:ea typeface="+mn-ea"/>
                <a:cs typeface="Arial" panose="020B0604020202020204" pitchFamily="34" charset="0"/>
              </a:defRPr>
            </a:lvl1pPr>
            <a:lvl2pPr marL="457200" indent="0">
              <a:buNone/>
              <a:defRPr lang="en-GB" sz="1200" kern="1200" baseline="0" dirty="0">
                <a:solidFill>
                  <a:schemeClr val="bg2"/>
                </a:solidFill>
                <a:latin typeface="+mn-lt"/>
                <a:ea typeface="+mn-ea"/>
                <a:cs typeface="Arial" panose="020B0604020202020204" pitchFamily="34" charset="0"/>
              </a:defRPr>
            </a:lvl2pPr>
            <a:lvl3pPr marL="914400" indent="0">
              <a:buNone/>
              <a:defRPr lang="en-GB" sz="1200" kern="1200" baseline="0" dirty="0">
                <a:solidFill>
                  <a:schemeClr val="bg2"/>
                </a:solidFill>
                <a:latin typeface="+mn-lt"/>
                <a:ea typeface="+mn-ea"/>
                <a:cs typeface="Arial" panose="020B0604020202020204" pitchFamily="34" charset="0"/>
              </a:defRPr>
            </a:lvl3pPr>
            <a:lvl4pPr marL="1371600" indent="0">
              <a:buNone/>
              <a:defRPr lang="en-GB" sz="1200" kern="1200" baseline="0" dirty="0">
                <a:solidFill>
                  <a:schemeClr val="bg2"/>
                </a:solidFill>
                <a:latin typeface="+mn-lt"/>
                <a:ea typeface="+mn-ea"/>
                <a:cs typeface="Arial" panose="020B0604020202020204" pitchFamily="34" charset="0"/>
              </a:defRPr>
            </a:lvl4pPr>
            <a:lvl5pPr marL="1828800" indent="0">
              <a:buNone/>
              <a:defRPr lang="en-US" sz="1200" kern="1200" baseline="0" dirty="0">
                <a:solidFill>
                  <a:schemeClr val="bg2"/>
                </a:solidFill>
                <a:latin typeface="+mn-lt"/>
                <a:ea typeface="+mn-ea"/>
                <a:cs typeface="Arial" panose="020B0604020202020204" pitchFamily="34" charset="0"/>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r>
              <a:rPr lang="en-GB" dirty="0"/>
              <a:t>Click to edit Master text styles</a:t>
            </a:r>
          </a:p>
          <a:p>
            <a:pPr marL="457200" lvl="1" indent="-228600" algn="l" defTabSz="914400" rtl="0" eaLnBrk="1" latinLnBrk="0" hangingPunct="1">
              <a:lnSpc>
                <a:spcPct val="90000"/>
              </a:lnSpc>
              <a:spcBef>
                <a:spcPts val="1000"/>
              </a:spcBef>
              <a:buFont typeface="Arial" panose="020B0604020202020204" pitchFamily="34" charset="0"/>
              <a:buChar char="•"/>
            </a:pPr>
            <a:r>
              <a:rPr lang="en-GB" dirty="0"/>
              <a:t>Second level</a:t>
            </a:r>
          </a:p>
          <a:p>
            <a:pPr marL="685800" lvl="2" indent="-228600" algn="l" defTabSz="914400" rtl="0" eaLnBrk="1" latinLnBrk="0" hangingPunct="1">
              <a:lnSpc>
                <a:spcPct val="90000"/>
              </a:lnSpc>
              <a:spcBef>
                <a:spcPts val="1000"/>
              </a:spcBef>
              <a:buFont typeface="Arial" panose="020B0604020202020204" pitchFamily="34" charset="0"/>
              <a:buChar char="•"/>
            </a:pPr>
            <a:r>
              <a:rPr lang="en-GB" dirty="0"/>
              <a:t>Third level</a:t>
            </a:r>
          </a:p>
          <a:p>
            <a:pPr marL="914400" lvl="3" indent="-228600" algn="l" defTabSz="914400" rtl="0" eaLnBrk="1" latinLnBrk="0" hangingPunct="1">
              <a:lnSpc>
                <a:spcPct val="90000"/>
              </a:lnSpc>
              <a:spcBef>
                <a:spcPts val="1000"/>
              </a:spcBef>
              <a:buFont typeface="Arial" panose="020B0604020202020204" pitchFamily="34" charset="0"/>
              <a:buChar char="•"/>
            </a:pPr>
            <a:r>
              <a:rPr lang="en-GB" dirty="0"/>
              <a:t>Fourth level</a:t>
            </a:r>
          </a:p>
          <a:p>
            <a:pPr marL="1143000" lvl="4" indent="-228600" algn="l" defTabSz="914400" rtl="0" eaLnBrk="1" latinLnBrk="0" hangingPunct="1">
              <a:lnSpc>
                <a:spcPct val="90000"/>
              </a:lnSpc>
              <a:spcBef>
                <a:spcPts val="1000"/>
              </a:spcBef>
              <a:buFont typeface="Arial" panose="020B0604020202020204" pitchFamily="34" charset="0"/>
              <a:buChar char="•"/>
            </a:pPr>
            <a:r>
              <a:rPr lang="en-GB" dirty="0"/>
              <a:t>Fifth level</a:t>
            </a:r>
            <a:endParaRPr lang="en-US" dirty="0"/>
          </a:p>
        </p:txBody>
      </p:sp>
      <p:sp>
        <p:nvSpPr>
          <p:cNvPr id="5" name="Content Placeholder 2"/>
          <p:cNvSpPr>
            <a:spLocks noGrp="1"/>
          </p:cNvSpPr>
          <p:nvPr>
            <p:ph idx="11"/>
          </p:nvPr>
        </p:nvSpPr>
        <p:spPr>
          <a:xfrm>
            <a:off x="3957819" y="1749425"/>
            <a:ext cx="7853181" cy="4410075"/>
          </a:xfrm>
        </p:spPr>
        <p:txBody>
          <a:bodyPr lIns="72000">
            <a:normAutofit/>
          </a:bodyPr>
          <a:lstStyle>
            <a:lvl1pPr>
              <a:defRPr sz="1200"/>
            </a:lvl1pPr>
            <a:lvl2pPr>
              <a:defRPr sz="1200"/>
            </a:lvl2pPr>
            <a:lvl3pPr>
              <a:defRPr sz="1200"/>
            </a:lvl3pPr>
            <a:lvl4pPr>
              <a:defRPr sz="1200"/>
            </a:lvl4pPr>
            <a:lvl5pPr>
              <a:defRPr sz="12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0999" y="1749425"/>
            <a:ext cx="3803483" cy="504000"/>
          </a:xfrm>
          <a:prstGeom prst="chevron">
            <a:avLst>
              <a:gd name="adj" fmla="val 26962"/>
            </a:avLst>
          </a:prstGeom>
          <a:solidFill>
            <a:schemeClr val="bg2"/>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4194258" y="1749425"/>
            <a:ext cx="3803483" cy="504000"/>
          </a:xfrm>
          <a:prstGeom prst="chevron">
            <a:avLst>
              <a:gd name="adj" fmla="val 26962"/>
            </a:avLst>
          </a:prstGeom>
          <a:solidFill>
            <a:schemeClr val="tx2"/>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8007517" y="1749425"/>
            <a:ext cx="3803483" cy="504000"/>
          </a:xfrm>
          <a:prstGeom prst="chevron">
            <a:avLst>
              <a:gd name="adj" fmla="val 26962"/>
            </a:avLst>
          </a:prstGeom>
          <a:solidFill>
            <a:schemeClr val="accent1"/>
          </a:solidFill>
        </p:spPr>
        <p:txBody>
          <a:bodyPr lIns="90000" tIns="90000" rIns="90000" bIns="90000" anchor="ctr">
            <a:noAutofit/>
          </a:bodyPr>
          <a:lstStyle>
            <a:lvl1pPr marL="0" indent="0" algn="ctr">
              <a:buNone/>
              <a:defRPr sz="1400" b="1" i="0" baseline="0">
                <a:solidFill>
                  <a:schemeClr val="bg1"/>
                </a:solidFill>
              </a:defRPr>
            </a:lvl1pPr>
          </a:lstStyle>
          <a:p>
            <a:endParaRPr lang="en-GB" dirty="0"/>
          </a:p>
        </p:txBody>
      </p:sp>
      <p:sp>
        <p:nvSpPr>
          <p:cNvPr id="4" name="Text Placeholder 3"/>
          <p:cNvSpPr>
            <a:spLocks noGrp="1"/>
          </p:cNvSpPr>
          <p:nvPr>
            <p:ph type="body" sz="quarter" idx="24"/>
          </p:nvPr>
        </p:nvSpPr>
        <p:spPr>
          <a:xfrm>
            <a:off x="380999"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4194258"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1" name="Text Placeholder 3"/>
          <p:cNvSpPr>
            <a:spLocks noGrp="1"/>
          </p:cNvSpPr>
          <p:nvPr>
            <p:ph type="body" sz="quarter" idx="26"/>
          </p:nvPr>
        </p:nvSpPr>
        <p:spPr>
          <a:xfrm>
            <a:off x="8007517" y="2417977"/>
            <a:ext cx="3667125"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a:xfrm>
            <a:off x="381000" y="180520"/>
            <a:ext cx="11430000" cy="958265"/>
          </a:xfrm>
        </p:spPr>
        <p:txBody>
          <a:bodyPr>
            <a:noAutofit/>
          </a:bodyPr>
          <a:lstStyle/>
          <a:p>
            <a:r>
              <a:rPr lang="en-US"/>
              <a:t>Click to edit Master title style</a:t>
            </a:r>
            <a:endParaRPr lang="en-IN"/>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2857500" cy="5167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3238500" y="1749425"/>
            <a:ext cx="2857500" cy="5167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a:p>
        </p:txBody>
      </p:sp>
      <p:sp>
        <p:nvSpPr>
          <p:cNvPr id="24" name="Text Placeholder 7"/>
          <p:cNvSpPr>
            <a:spLocks noGrp="1"/>
          </p:cNvSpPr>
          <p:nvPr>
            <p:ph type="body" sz="quarter" idx="19"/>
          </p:nvPr>
        </p:nvSpPr>
        <p:spPr>
          <a:xfrm>
            <a:off x="6096000" y="1749425"/>
            <a:ext cx="2857500" cy="5167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a:p>
        </p:txBody>
      </p:sp>
      <p:sp>
        <p:nvSpPr>
          <p:cNvPr id="25" name="Text Placeholder 7"/>
          <p:cNvSpPr>
            <a:spLocks noGrp="1"/>
          </p:cNvSpPr>
          <p:nvPr>
            <p:ph type="body" sz="quarter" idx="20"/>
          </p:nvPr>
        </p:nvSpPr>
        <p:spPr>
          <a:xfrm>
            <a:off x="8953500" y="1749425"/>
            <a:ext cx="2857500" cy="5167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32385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p:cNvSpPr>
            <a:spLocks noGrp="1"/>
          </p:cNvSpPr>
          <p:nvPr>
            <p:ph type="body" sz="quarter" idx="26"/>
          </p:nvPr>
        </p:nvSpPr>
        <p:spPr>
          <a:xfrm>
            <a:off x="6096001"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p:cNvSpPr>
            <a:spLocks noGrp="1"/>
          </p:cNvSpPr>
          <p:nvPr>
            <p:ph type="body" sz="quarter" idx="27"/>
          </p:nvPr>
        </p:nvSpPr>
        <p:spPr>
          <a:xfrm>
            <a:off x="8953500" y="2417977"/>
            <a:ext cx="2719388"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ive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2271469" cy="5040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2670633" y="1749425"/>
            <a:ext cx="2271469" cy="5040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4960266" y="1749425"/>
            <a:ext cx="2271469" cy="5040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dirty="0"/>
          </a:p>
        </p:txBody>
      </p:sp>
      <p:sp>
        <p:nvSpPr>
          <p:cNvPr id="25" name="Text Placeholder 7"/>
          <p:cNvSpPr>
            <a:spLocks noGrp="1"/>
          </p:cNvSpPr>
          <p:nvPr>
            <p:ph type="body" sz="quarter" idx="20"/>
          </p:nvPr>
        </p:nvSpPr>
        <p:spPr>
          <a:xfrm>
            <a:off x="7249899" y="1749425"/>
            <a:ext cx="2271469" cy="5040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30" name="Text Placeholder 3"/>
          <p:cNvSpPr>
            <a:spLocks noGrp="1"/>
          </p:cNvSpPr>
          <p:nvPr>
            <p:ph type="body" sz="quarter" idx="25"/>
          </p:nvPr>
        </p:nvSpPr>
        <p:spPr>
          <a:xfrm>
            <a:off x="2670633"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p:cNvSpPr>
            <a:spLocks noGrp="1"/>
          </p:cNvSpPr>
          <p:nvPr>
            <p:ph type="body" sz="quarter" idx="26"/>
          </p:nvPr>
        </p:nvSpPr>
        <p:spPr>
          <a:xfrm>
            <a:off x="4960265"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p:cNvSpPr>
            <a:spLocks noGrp="1"/>
          </p:cNvSpPr>
          <p:nvPr>
            <p:ph type="body" sz="quarter" idx="27"/>
          </p:nvPr>
        </p:nvSpPr>
        <p:spPr>
          <a:xfrm>
            <a:off x="7249897"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3" name="Text Placeholder 7"/>
          <p:cNvSpPr>
            <a:spLocks noGrp="1"/>
          </p:cNvSpPr>
          <p:nvPr>
            <p:ph type="body" sz="quarter" idx="28"/>
          </p:nvPr>
        </p:nvSpPr>
        <p:spPr>
          <a:xfrm>
            <a:off x="9539531" y="1749425"/>
            <a:ext cx="2271469" cy="504000"/>
          </a:xfrm>
          <a:prstGeom prst="chevron">
            <a:avLst>
              <a:gd name="adj" fmla="val 26962"/>
            </a:avLst>
          </a:prstGeom>
          <a:solidFill>
            <a:schemeClr val="accent4"/>
          </a:solidFill>
        </p:spPr>
        <p:txBody>
          <a:bodyPr anchor="ctr">
            <a:noAutofit/>
          </a:bodyPr>
          <a:lstStyle>
            <a:lvl1pPr marL="0" indent="0" algn="ctr">
              <a:buNone/>
              <a:defRPr sz="1400" b="1" i="0" baseline="0">
                <a:solidFill>
                  <a:schemeClr val="bg1"/>
                </a:solidFill>
              </a:defRPr>
            </a:lvl1pPr>
          </a:lstStyle>
          <a:p>
            <a:endParaRPr lang="en-GB" dirty="0"/>
          </a:p>
        </p:txBody>
      </p:sp>
      <p:sp>
        <p:nvSpPr>
          <p:cNvPr id="5" name="Text Placeholder 3"/>
          <p:cNvSpPr>
            <a:spLocks noGrp="1"/>
          </p:cNvSpPr>
          <p:nvPr>
            <p:ph type="body" sz="quarter" idx="29"/>
          </p:nvPr>
        </p:nvSpPr>
        <p:spPr>
          <a:xfrm>
            <a:off x="9539531" y="2417977"/>
            <a:ext cx="2152649" cy="3741523"/>
          </a:xfrm>
        </p:spPr>
        <p:txBody>
          <a:bodyPr lIns="90000" tIns="90000" rIns="90000" bIns="90000">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ix part chevrons">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p:cNvSpPr>
            <a:spLocks noGrp="1"/>
          </p:cNvSpPr>
          <p:nvPr>
            <p:ph type="body" sz="quarter" idx="17"/>
          </p:nvPr>
        </p:nvSpPr>
        <p:spPr>
          <a:xfrm>
            <a:off x="381000" y="1749425"/>
            <a:ext cx="1966629" cy="504000"/>
          </a:xfrm>
          <a:prstGeom prst="chevron">
            <a:avLst>
              <a:gd name="adj" fmla="val 26962"/>
            </a:avLst>
          </a:prstGeom>
          <a:solidFill>
            <a:schemeClr val="bg2"/>
          </a:solidFill>
        </p:spPr>
        <p:txBody>
          <a:bodyPr anchor="ctr">
            <a:noAutofit/>
          </a:bodyPr>
          <a:lstStyle>
            <a:lvl1pPr marL="0" indent="0" algn="ctr">
              <a:buNone/>
              <a:defRPr sz="1200" b="1" i="0" baseline="0">
                <a:solidFill>
                  <a:schemeClr val="bg1"/>
                </a:solidFill>
              </a:defRPr>
            </a:lvl1pPr>
          </a:lstStyle>
          <a:p>
            <a:endParaRPr lang="en-GB" dirty="0"/>
          </a:p>
        </p:txBody>
      </p:sp>
      <p:sp>
        <p:nvSpPr>
          <p:cNvPr id="23" name="Text Placeholder 7"/>
          <p:cNvSpPr>
            <a:spLocks noGrp="1"/>
          </p:cNvSpPr>
          <p:nvPr>
            <p:ph type="body" sz="quarter" idx="18"/>
          </p:nvPr>
        </p:nvSpPr>
        <p:spPr>
          <a:xfrm>
            <a:off x="2283135" y="1749425"/>
            <a:ext cx="1966629" cy="504000"/>
          </a:xfrm>
          <a:prstGeom prst="chevron">
            <a:avLst>
              <a:gd name="adj" fmla="val 26962"/>
            </a:avLst>
          </a:prstGeom>
          <a:solidFill>
            <a:schemeClr val="tx2"/>
          </a:solidFill>
        </p:spPr>
        <p:txBody>
          <a:bodyPr anchor="ctr">
            <a:noAutofit/>
          </a:bodyPr>
          <a:lstStyle>
            <a:lvl1pPr marL="0" indent="0" algn="ctr">
              <a:buNone/>
              <a:defRPr sz="1200" b="1" i="0" baseline="0">
                <a:solidFill>
                  <a:schemeClr val="bg1"/>
                </a:solidFill>
              </a:defRPr>
            </a:lvl1pPr>
          </a:lstStyle>
          <a:p>
            <a:endParaRPr lang="en-GB" dirty="0"/>
          </a:p>
        </p:txBody>
      </p:sp>
      <p:sp>
        <p:nvSpPr>
          <p:cNvPr id="24" name="Text Placeholder 7"/>
          <p:cNvSpPr>
            <a:spLocks noGrp="1"/>
          </p:cNvSpPr>
          <p:nvPr>
            <p:ph type="body" sz="quarter" idx="19"/>
          </p:nvPr>
        </p:nvSpPr>
        <p:spPr>
          <a:xfrm>
            <a:off x="4185270" y="1749425"/>
            <a:ext cx="1966629" cy="504000"/>
          </a:xfrm>
          <a:prstGeom prst="chevron">
            <a:avLst>
              <a:gd name="adj" fmla="val 26962"/>
            </a:avLst>
          </a:prstGeom>
          <a:solidFill>
            <a:schemeClr val="accent1"/>
          </a:solidFill>
        </p:spPr>
        <p:txBody>
          <a:bodyPr anchor="ctr">
            <a:noAutofit/>
          </a:bodyPr>
          <a:lstStyle>
            <a:lvl1pPr marL="0" indent="0" algn="ctr">
              <a:buNone/>
              <a:defRPr sz="1200" b="1" i="0" baseline="0">
                <a:solidFill>
                  <a:schemeClr val="bg1"/>
                </a:solidFill>
              </a:defRPr>
            </a:lvl1pPr>
          </a:lstStyle>
          <a:p>
            <a:endParaRPr lang="en-GB" dirty="0"/>
          </a:p>
        </p:txBody>
      </p:sp>
      <p:sp>
        <p:nvSpPr>
          <p:cNvPr id="25" name="Text Placeholder 7"/>
          <p:cNvSpPr>
            <a:spLocks noGrp="1"/>
          </p:cNvSpPr>
          <p:nvPr>
            <p:ph type="body" sz="quarter" idx="20"/>
          </p:nvPr>
        </p:nvSpPr>
        <p:spPr>
          <a:xfrm>
            <a:off x="6087405" y="1749425"/>
            <a:ext cx="1966629" cy="504000"/>
          </a:xfrm>
          <a:prstGeom prst="chevron">
            <a:avLst>
              <a:gd name="adj" fmla="val 26962"/>
            </a:avLst>
          </a:prstGeom>
          <a:solidFill>
            <a:schemeClr val="accent2"/>
          </a:solidFill>
        </p:spPr>
        <p:txBody>
          <a:bodyPr anchor="ctr">
            <a:noAutofit/>
          </a:bodyPr>
          <a:lstStyle>
            <a:lvl1pPr marL="0" indent="0" algn="ctr">
              <a:buNone/>
              <a:defRPr sz="1200" b="1" i="0" baseline="0">
                <a:solidFill>
                  <a:schemeClr val="tx1"/>
                </a:solidFill>
              </a:defRPr>
            </a:lvl1pPr>
          </a:lstStyle>
          <a:p>
            <a:endParaRPr lang="en-GB" dirty="0"/>
          </a:p>
        </p:txBody>
      </p:sp>
      <p:sp>
        <p:nvSpPr>
          <p:cNvPr id="4" name="Text Placeholder 3"/>
          <p:cNvSpPr>
            <a:spLocks noGrp="1"/>
          </p:cNvSpPr>
          <p:nvPr>
            <p:ph type="body" sz="quarter" idx="24"/>
          </p:nvPr>
        </p:nvSpPr>
        <p:spPr>
          <a:xfrm>
            <a:off x="38100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p:cNvSpPr>
            <a:spLocks noGrp="1"/>
          </p:cNvSpPr>
          <p:nvPr>
            <p:ph type="title"/>
          </p:nvPr>
        </p:nvSpPr>
        <p:spPr/>
        <p:txBody>
          <a:bodyPr>
            <a:noAutofit/>
          </a:bodyPr>
          <a:lstStyle/>
          <a:p>
            <a:r>
              <a:rPr lang="en-US"/>
              <a:t>Click to edit Master title style</a:t>
            </a:r>
            <a:endParaRPr lang="en-IN"/>
          </a:p>
        </p:txBody>
      </p:sp>
      <p:sp>
        <p:nvSpPr>
          <p:cNvPr id="3" name="Text Placeholder 7"/>
          <p:cNvSpPr>
            <a:spLocks noGrp="1"/>
          </p:cNvSpPr>
          <p:nvPr>
            <p:ph type="body" sz="quarter" idx="28"/>
          </p:nvPr>
        </p:nvSpPr>
        <p:spPr>
          <a:xfrm>
            <a:off x="7989540" y="1749425"/>
            <a:ext cx="1966629" cy="504000"/>
          </a:xfrm>
          <a:prstGeom prst="chevron">
            <a:avLst>
              <a:gd name="adj" fmla="val 26962"/>
            </a:avLst>
          </a:prstGeom>
          <a:solidFill>
            <a:schemeClr val="accent4"/>
          </a:solidFill>
        </p:spPr>
        <p:txBody>
          <a:bodyPr anchor="ctr">
            <a:noAutofit/>
          </a:bodyPr>
          <a:lstStyle>
            <a:lvl1pPr marL="0" indent="0" algn="ctr">
              <a:buNone/>
              <a:defRPr sz="1200" b="1" i="0" baseline="0">
                <a:solidFill>
                  <a:schemeClr val="bg1"/>
                </a:solidFill>
              </a:defRPr>
            </a:lvl1pPr>
          </a:lstStyle>
          <a:p>
            <a:endParaRPr lang="en-GB" dirty="0"/>
          </a:p>
        </p:txBody>
      </p:sp>
      <p:sp>
        <p:nvSpPr>
          <p:cNvPr id="8" name="Text Placeholder 7"/>
          <p:cNvSpPr>
            <a:spLocks noGrp="1"/>
          </p:cNvSpPr>
          <p:nvPr>
            <p:ph type="body" sz="quarter" idx="30"/>
          </p:nvPr>
        </p:nvSpPr>
        <p:spPr>
          <a:xfrm>
            <a:off x="9891677" y="1749425"/>
            <a:ext cx="1966629" cy="504000"/>
          </a:xfrm>
          <a:prstGeom prst="chevron">
            <a:avLst>
              <a:gd name="adj" fmla="val 26962"/>
            </a:avLst>
          </a:prstGeom>
          <a:solidFill>
            <a:schemeClr val="accent5"/>
          </a:solidFill>
        </p:spPr>
        <p:txBody>
          <a:bodyPr anchor="ctr">
            <a:noAutofit/>
          </a:bodyPr>
          <a:lstStyle>
            <a:lvl1pPr marL="0" indent="0" algn="ctr">
              <a:buNone/>
              <a:defRPr sz="1200" b="1" i="0" baseline="0">
                <a:solidFill>
                  <a:schemeClr val="bg1"/>
                </a:solidFill>
              </a:defRPr>
            </a:lvl1pPr>
          </a:lstStyle>
          <a:p>
            <a:endParaRPr lang="en-GB" dirty="0"/>
          </a:p>
        </p:txBody>
      </p:sp>
      <p:sp>
        <p:nvSpPr>
          <p:cNvPr id="6" name="Text Placeholder 3"/>
          <p:cNvSpPr>
            <a:spLocks noGrp="1"/>
          </p:cNvSpPr>
          <p:nvPr>
            <p:ph type="body" sz="quarter" idx="32"/>
          </p:nvPr>
        </p:nvSpPr>
        <p:spPr>
          <a:xfrm>
            <a:off x="9891677"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3"/>
          <p:cNvSpPr>
            <a:spLocks noGrp="1"/>
          </p:cNvSpPr>
          <p:nvPr>
            <p:ph type="body" sz="quarter" idx="33"/>
          </p:nvPr>
        </p:nvSpPr>
        <p:spPr>
          <a:xfrm>
            <a:off x="798954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0" name="Text Placeholder 3"/>
          <p:cNvSpPr>
            <a:spLocks noGrp="1"/>
          </p:cNvSpPr>
          <p:nvPr>
            <p:ph type="body" sz="quarter" idx="34"/>
          </p:nvPr>
        </p:nvSpPr>
        <p:spPr>
          <a:xfrm>
            <a:off x="6087406"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1" name="Text Placeholder 3"/>
          <p:cNvSpPr>
            <a:spLocks noGrp="1"/>
          </p:cNvSpPr>
          <p:nvPr>
            <p:ph type="body" sz="quarter" idx="35"/>
          </p:nvPr>
        </p:nvSpPr>
        <p:spPr>
          <a:xfrm>
            <a:off x="4185271"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 Placeholder 3"/>
          <p:cNvSpPr>
            <a:spLocks noGrp="1"/>
          </p:cNvSpPr>
          <p:nvPr>
            <p:ph type="body" sz="quarter" idx="36"/>
          </p:nvPr>
        </p:nvSpPr>
        <p:spPr>
          <a:xfrm>
            <a:off x="2283136" y="2417977"/>
            <a:ext cx="1828800" cy="3741523"/>
          </a:xfrm>
        </p:spPr>
        <p:txBody>
          <a:bodyPr lIns="72000" tIns="72000" rIns="72000" bIns="72000">
            <a:noAutofit/>
          </a:bodyPr>
          <a:lstStyle>
            <a:lvl1pPr marL="179705" indent="-179705">
              <a:defRPr sz="1000" baseline="0"/>
            </a:lvl1pPr>
            <a:lvl2pPr marL="360045" indent="-179705">
              <a:defRPr sz="1000" baseline="0"/>
            </a:lvl2pPr>
            <a:lvl3pPr marL="539750" indent="-179705">
              <a:defRPr sz="1000" baseline="0"/>
            </a:lvl3pPr>
            <a:lvl4pPr marL="720090" indent="-179705">
              <a:defRPr sz="1000" baseline="0"/>
            </a:lvl4pPr>
            <a:lvl5pPr marL="899795" indent="-179705">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tyle 2">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7" name="Text Placeholder 6"/>
          <p:cNvSpPr>
            <a:spLocks noGrp="1"/>
          </p:cNvSpPr>
          <p:nvPr>
            <p:ph type="body" sz="quarter" idx="19"/>
          </p:nvPr>
        </p:nvSpPr>
        <p:spPr>
          <a:xfrm>
            <a:off x="381000" y="2350632"/>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text styles</a:t>
            </a:r>
          </a:p>
        </p:txBody>
      </p:sp>
      <p:sp>
        <p:nvSpPr>
          <p:cNvPr id="18" name="Text Placeholder 17"/>
          <p:cNvSpPr>
            <a:spLocks noGrp="1"/>
          </p:cNvSpPr>
          <p:nvPr>
            <p:ph type="body" sz="quarter" idx="26"/>
          </p:nvPr>
        </p:nvSpPr>
        <p:spPr>
          <a:xfrm>
            <a:off x="3210262" y="2350632"/>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dirty="0"/>
              <a:t>Click to edit Master text styles</a:t>
            </a:r>
          </a:p>
        </p:txBody>
      </p:sp>
      <p:sp>
        <p:nvSpPr>
          <p:cNvPr id="20" name="Text Placeholder 6"/>
          <p:cNvSpPr>
            <a:spLocks noGrp="1"/>
          </p:cNvSpPr>
          <p:nvPr>
            <p:ph type="body" sz="quarter" idx="21"/>
          </p:nvPr>
        </p:nvSpPr>
        <p:spPr>
          <a:xfrm>
            <a:off x="381000" y="3351453"/>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2" name="Text Placeholder 17"/>
          <p:cNvSpPr>
            <a:spLocks noGrp="1"/>
          </p:cNvSpPr>
          <p:nvPr>
            <p:ph type="body" sz="quarter" idx="27"/>
          </p:nvPr>
        </p:nvSpPr>
        <p:spPr>
          <a:xfrm>
            <a:off x="3210262" y="3351453"/>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2" name="Text Placeholder 6"/>
          <p:cNvSpPr>
            <a:spLocks noGrp="1"/>
          </p:cNvSpPr>
          <p:nvPr>
            <p:ph type="body" sz="quarter" idx="23"/>
          </p:nvPr>
        </p:nvSpPr>
        <p:spPr>
          <a:xfrm>
            <a:off x="381000" y="4352274"/>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3" name="Text Placeholder 17"/>
          <p:cNvSpPr>
            <a:spLocks noGrp="1"/>
          </p:cNvSpPr>
          <p:nvPr>
            <p:ph type="body" sz="quarter" idx="28"/>
          </p:nvPr>
        </p:nvSpPr>
        <p:spPr>
          <a:xfrm>
            <a:off x="3210262" y="4352274"/>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8" name="Text Placeholder 6"/>
          <p:cNvSpPr>
            <a:spLocks noGrp="1"/>
          </p:cNvSpPr>
          <p:nvPr>
            <p:ph type="body" sz="quarter" idx="25"/>
          </p:nvPr>
        </p:nvSpPr>
        <p:spPr>
          <a:xfrm>
            <a:off x="381000" y="5353093"/>
            <a:ext cx="2743200" cy="806407"/>
          </a:xfrm>
        </p:spPr>
        <p:txBody>
          <a:bodyPr lIns="90000"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4" name="Text Placeholder 17"/>
          <p:cNvSpPr>
            <a:spLocks noGrp="1"/>
          </p:cNvSpPr>
          <p:nvPr>
            <p:ph type="body" sz="quarter" idx="29"/>
          </p:nvPr>
        </p:nvSpPr>
        <p:spPr>
          <a:xfrm>
            <a:off x="3210262" y="5353093"/>
            <a:ext cx="8472803" cy="806407"/>
          </a:xfrm>
        </p:spPr>
        <p:txBody>
          <a:bodyPr lIns="90000"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cxnSp>
        <p:nvCxnSpPr>
          <p:cNvPr id="36" name="Straight Connector 35"/>
          <p:cNvCxnSpPr/>
          <p:nvPr userDrawn="1"/>
        </p:nvCxnSpPr>
        <p:spPr>
          <a:xfrm>
            <a:off x="381000" y="3254246"/>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userDrawn="1"/>
        </p:nvCxnSpPr>
        <p:spPr>
          <a:xfrm>
            <a:off x="381000" y="4255067"/>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userDrawn="1"/>
        </p:nvCxnSpPr>
        <p:spPr>
          <a:xfrm>
            <a:off x="381000" y="5255888"/>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IN"/>
          </a:p>
        </p:txBody>
      </p:sp>
      <p:sp>
        <p:nvSpPr>
          <p:cNvPr id="5" name="Text Placeholder 14"/>
          <p:cNvSpPr>
            <a:spLocks noGrp="1"/>
          </p:cNvSpPr>
          <p:nvPr>
            <p:ph type="body" sz="quarter" idx="30"/>
          </p:nvPr>
        </p:nvSpPr>
        <p:spPr>
          <a:xfrm>
            <a:off x="381000" y="1749425"/>
            <a:ext cx="2880000" cy="504000"/>
          </a:xfrm>
          <a:prstGeom prst="parallelogram">
            <a:avLst/>
          </a:prstGeom>
          <a:solidFill>
            <a:schemeClr val="bg2"/>
          </a:solidFill>
        </p:spPr>
        <p:txBody>
          <a:bodyPr wrap="none" lIns="0" tIns="45720" rIns="228600" bIns="45720" anchor="ctr">
            <a:noAutofit/>
          </a:bodyPr>
          <a:lstStyle>
            <a:lvl1pPr marL="0" indent="0" algn="ctr">
              <a:lnSpc>
                <a:spcPct val="100000"/>
              </a:lnSpc>
              <a:spcBef>
                <a:spcPts val="0"/>
              </a:spcBef>
              <a:buNone/>
              <a:defRPr sz="1400" b="1" baseline="0">
                <a:solidFill>
                  <a:schemeClr val="bg1"/>
                </a:solidFill>
              </a:defRPr>
            </a:lvl1pPr>
          </a:lstStyle>
          <a:p>
            <a:pPr lvl="0"/>
            <a:endParaRPr lang="en-US" dirty="0"/>
          </a:p>
        </p:txBody>
      </p:sp>
      <p:sp>
        <p:nvSpPr>
          <p:cNvPr id="8" name="Text Placeholder 14"/>
          <p:cNvSpPr>
            <a:spLocks noGrp="1"/>
          </p:cNvSpPr>
          <p:nvPr>
            <p:ph type="body" sz="quarter" idx="31"/>
          </p:nvPr>
        </p:nvSpPr>
        <p:spPr>
          <a:xfrm>
            <a:off x="3210262" y="1749425"/>
            <a:ext cx="8600738" cy="504000"/>
          </a:xfrm>
          <a:prstGeom prst="parallelogram">
            <a:avLst/>
          </a:prstGeom>
          <a:solidFill>
            <a:schemeClr val="bg2"/>
          </a:solidFill>
        </p:spPr>
        <p:txBody>
          <a:bodyPr wrap="none" lIns="0" tIns="45720" rIns="228600" bIns="45720" anchor="ctr">
            <a:noAutofit/>
          </a:bodyPr>
          <a:lstStyle>
            <a:lvl1pPr marL="0" indent="0" algn="ctr">
              <a:lnSpc>
                <a:spcPct val="100000"/>
              </a:lnSpc>
              <a:spcBef>
                <a:spcPts val="0"/>
              </a:spcBef>
              <a:buNone/>
              <a:defRPr sz="1400" b="1" baseline="0">
                <a:solidFill>
                  <a:schemeClr val="bg1"/>
                </a:solidFill>
              </a:defRPr>
            </a:lvl1pPr>
          </a:lstStyle>
          <a:p>
            <a:pPr lvl="0"/>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ree Split">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6" name="Text Placeholder 15"/>
          <p:cNvSpPr>
            <a:spLocks noGrp="1"/>
          </p:cNvSpPr>
          <p:nvPr>
            <p:ph type="body" sz="quarter" idx="13" hasCustomPrompt="1"/>
          </p:nvPr>
        </p:nvSpPr>
        <p:spPr>
          <a:xfrm>
            <a:off x="381000"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p:cNvSpPr>
            <a:spLocks noGrp="1"/>
          </p:cNvSpPr>
          <p:nvPr>
            <p:ph type="body" sz="quarter" idx="14" hasCustomPrompt="1"/>
          </p:nvPr>
        </p:nvSpPr>
        <p:spPr>
          <a:xfrm>
            <a:off x="4252912"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p:cNvSpPr>
            <a:spLocks noGrp="1"/>
          </p:cNvSpPr>
          <p:nvPr>
            <p:ph type="body" sz="quarter" idx="15" hasCustomPrompt="1"/>
          </p:nvPr>
        </p:nvSpPr>
        <p:spPr>
          <a:xfrm>
            <a:off x="8124825"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p:cNvSpPr>
            <a:spLocks noGrp="1"/>
          </p:cNvSpPr>
          <p:nvPr>
            <p:ph type="body" sz="quarter" idx="17"/>
          </p:nvPr>
        </p:nvSpPr>
        <p:spPr>
          <a:xfrm>
            <a:off x="381000"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7" name="Text Placeholder 3"/>
          <p:cNvSpPr>
            <a:spLocks noGrp="1"/>
          </p:cNvSpPr>
          <p:nvPr>
            <p:ph type="body" sz="quarter" idx="18"/>
          </p:nvPr>
        </p:nvSpPr>
        <p:spPr>
          <a:xfrm>
            <a:off x="4252912"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8" name="Text Placeholder 3"/>
          <p:cNvSpPr>
            <a:spLocks noGrp="1"/>
          </p:cNvSpPr>
          <p:nvPr>
            <p:ph type="body" sz="quarter" idx="19"/>
          </p:nvPr>
        </p:nvSpPr>
        <p:spPr>
          <a:xfrm>
            <a:off x="8124825" y="2417977"/>
            <a:ext cx="3541321" cy="3741523"/>
          </a:xfrm>
        </p:spPr>
        <p:txBody>
          <a:bodyPr lIns="90000" tIns="90000" rIns="90000" b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text three parts v2">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5" name="Text Placeholder 4"/>
          <p:cNvSpPr>
            <a:spLocks noGrp="1"/>
          </p:cNvSpPr>
          <p:nvPr>
            <p:ph type="body" sz="quarter" idx="20"/>
          </p:nvPr>
        </p:nvSpPr>
        <p:spPr>
          <a:xfrm>
            <a:off x="381000" y="1755073"/>
            <a:ext cx="3749261" cy="595140"/>
          </a:xfrm>
          <a:prstGeom prst="homePlate">
            <a:avLst>
              <a:gd name="adj" fmla="val 27594"/>
            </a:avLst>
          </a:prstGeom>
          <a:solidFill>
            <a:schemeClr val="bg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7" name="Text Placeholder 6"/>
          <p:cNvSpPr>
            <a:spLocks noGrp="1"/>
          </p:cNvSpPr>
          <p:nvPr>
            <p:ph type="body" sz="quarter" idx="21" hasCustomPrompt="1"/>
          </p:nvPr>
        </p:nvSpPr>
        <p:spPr>
          <a:xfrm>
            <a:off x="439565" y="1813638"/>
            <a:ext cx="478010" cy="478010"/>
          </a:xfrm>
          <a:solidFill>
            <a:schemeClr val="bg1"/>
          </a:solidFill>
        </p:spPr>
        <p:txBody>
          <a:bodyPr anchor="ctr">
            <a:noAutofit/>
          </a:bodyPr>
          <a:lstStyle>
            <a:lvl1pPr marL="0" indent="0" algn="ctr">
              <a:buNone/>
              <a:defRPr sz="1400" b="1" i="0" baseline="0">
                <a:solidFill>
                  <a:schemeClr val="bg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29" name="Text Placeholder 4"/>
          <p:cNvSpPr>
            <a:spLocks noGrp="1"/>
          </p:cNvSpPr>
          <p:nvPr>
            <p:ph type="body" sz="quarter" idx="22"/>
          </p:nvPr>
        </p:nvSpPr>
        <p:spPr>
          <a:xfrm>
            <a:off x="4221370" y="1755073"/>
            <a:ext cx="3749261" cy="595140"/>
          </a:xfrm>
          <a:prstGeom prst="homePlate">
            <a:avLst>
              <a:gd name="adj" fmla="val 27594"/>
            </a:avLst>
          </a:prstGeom>
          <a:solidFill>
            <a:schemeClr val="tx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0" name="Text Placeholder 6"/>
          <p:cNvSpPr>
            <a:spLocks noGrp="1"/>
          </p:cNvSpPr>
          <p:nvPr>
            <p:ph type="body" sz="quarter" idx="23" hasCustomPrompt="1"/>
          </p:nvPr>
        </p:nvSpPr>
        <p:spPr>
          <a:xfrm>
            <a:off x="4279935" y="1813638"/>
            <a:ext cx="478010" cy="478010"/>
          </a:xfrm>
          <a:solidFill>
            <a:schemeClr val="bg1"/>
          </a:solidFill>
        </p:spPr>
        <p:txBody>
          <a:bodyPr anchor="ctr">
            <a:noAutofit/>
          </a:bodyPr>
          <a:lstStyle>
            <a:lvl1pPr marL="0" indent="0" algn="ctr">
              <a:buNone/>
              <a:defRPr sz="1400" b="1" i="0" baseline="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31" name="Text Placeholder 4"/>
          <p:cNvSpPr>
            <a:spLocks noGrp="1"/>
          </p:cNvSpPr>
          <p:nvPr>
            <p:ph type="body" sz="quarter" idx="24"/>
          </p:nvPr>
        </p:nvSpPr>
        <p:spPr>
          <a:xfrm>
            <a:off x="8061739" y="1755073"/>
            <a:ext cx="3749261" cy="595140"/>
          </a:xfrm>
          <a:prstGeom prst="homePlate">
            <a:avLst>
              <a:gd name="adj" fmla="val 27594"/>
            </a:avLst>
          </a:prstGeom>
          <a:solidFill>
            <a:schemeClr val="accent1"/>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2" name="Text Placeholder 6"/>
          <p:cNvSpPr>
            <a:spLocks noGrp="1"/>
          </p:cNvSpPr>
          <p:nvPr>
            <p:ph type="body" sz="quarter" idx="25" hasCustomPrompt="1"/>
          </p:nvPr>
        </p:nvSpPr>
        <p:spPr>
          <a:xfrm>
            <a:off x="8120304" y="1813638"/>
            <a:ext cx="478010" cy="478010"/>
          </a:xfrm>
          <a:solidFill>
            <a:schemeClr val="bg1"/>
          </a:solidFill>
        </p:spPr>
        <p:txBody>
          <a:bodyPr anchor="ctr">
            <a:noAutofit/>
          </a:bodyPr>
          <a:lstStyle>
            <a:lvl1pPr marL="0" indent="0" algn="ctr">
              <a:buNone/>
              <a:defRPr sz="1400" b="1" i="0" baseline="0">
                <a:solidFill>
                  <a:schemeClr val="accent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4" name="Text Placeholder 3"/>
          <p:cNvSpPr>
            <a:spLocks noGrp="1"/>
          </p:cNvSpPr>
          <p:nvPr>
            <p:ph type="body" sz="quarter" idx="17"/>
          </p:nvPr>
        </p:nvSpPr>
        <p:spPr>
          <a:xfrm>
            <a:off x="381000"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7" name="Text Placeholder 3"/>
          <p:cNvSpPr>
            <a:spLocks noGrp="1"/>
          </p:cNvSpPr>
          <p:nvPr>
            <p:ph type="body" sz="quarter" idx="18"/>
          </p:nvPr>
        </p:nvSpPr>
        <p:spPr>
          <a:xfrm>
            <a:off x="4221370"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p:cNvSpPr>
            <a:spLocks noGrp="1"/>
          </p:cNvSpPr>
          <p:nvPr>
            <p:ph type="body" sz="quarter" idx="19"/>
          </p:nvPr>
        </p:nvSpPr>
        <p:spPr>
          <a:xfrm>
            <a:off x="8061739" y="2417977"/>
            <a:ext cx="3578493" cy="3741523"/>
          </a:xfrm>
        </p:spPr>
        <p:txBody>
          <a:bodyPr lIns="9000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noAutofit/>
          </a:bodyPr>
          <a:lstStyle/>
          <a:p>
            <a:r>
              <a:rPr lang="en-US"/>
              <a:t>Click to edit Master title style</a:t>
            </a:r>
            <a:endParaRPr lang="en-IN"/>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text three parts v3 Horizontal">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4" name="Text Placeholder 5"/>
          <p:cNvSpPr>
            <a:spLocks noGrp="1"/>
          </p:cNvSpPr>
          <p:nvPr>
            <p:ph type="body" sz="quarter" idx="17"/>
          </p:nvPr>
        </p:nvSpPr>
        <p:spPr>
          <a:xfrm>
            <a:off x="381000"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Text Placeholder 9"/>
          <p:cNvSpPr>
            <a:spLocks noGrp="1"/>
          </p:cNvSpPr>
          <p:nvPr>
            <p:ph type="body" sz="quarter" idx="18"/>
          </p:nvPr>
        </p:nvSpPr>
        <p:spPr>
          <a:xfrm>
            <a:off x="4252914"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Text Placeholder 17"/>
          <p:cNvSpPr>
            <a:spLocks noGrp="1"/>
          </p:cNvSpPr>
          <p:nvPr>
            <p:ph type="body" sz="quarter" idx="19"/>
          </p:nvPr>
        </p:nvSpPr>
        <p:spPr>
          <a:xfrm>
            <a:off x="8124829"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Text Placeholder 33"/>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1" name="Text Placeholder 33"/>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2" name="Text Placeholder 33"/>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text three parts v3 Horizontal">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5"/>
          <p:cNvSpPr>
            <a:spLocks noGrp="1"/>
          </p:cNvSpPr>
          <p:nvPr>
            <p:ph type="body" sz="quarter" idx="13" hasCustomPrompt="1"/>
          </p:nvPr>
        </p:nvSpPr>
        <p:spPr>
          <a:xfrm>
            <a:off x="381000"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3" name="Text Placeholder 22"/>
          <p:cNvSpPr>
            <a:spLocks noGrp="1"/>
          </p:cNvSpPr>
          <p:nvPr>
            <p:ph type="body" sz="quarter" idx="20" hasCustomPrompt="1"/>
          </p:nvPr>
        </p:nvSpPr>
        <p:spPr>
          <a:xfrm>
            <a:off x="466725"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6" name="Text Placeholder 15"/>
          <p:cNvSpPr>
            <a:spLocks noGrp="1"/>
          </p:cNvSpPr>
          <p:nvPr>
            <p:ph type="body" sz="quarter" idx="14" hasCustomPrompt="1"/>
          </p:nvPr>
        </p:nvSpPr>
        <p:spPr>
          <a:xfrm>
            <a:off x="4252914"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4" name="Text Placeholder 22"/>
          <p:cNvSpPr>
            <a:spLocks noGrp="1"/>
          </p:cNvSpPr>
          <p:nvPr>
            <p:ph type="body" sz="quarter" idx="21" hasCustomPrompt="1"/>
          </p:nvPr>
        </p:nvSpPr>
        <p:spPr>
          <a:xfrm>
            <a:off x="4338639"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9" name="Text Placeholder 15"/>
          <p:cNvSpPr>
            <a:spLocks noGrp="1"/>
          </p:cNvSpPr>
          <p:nvPr>
            <p:ph type="body" sz="quarter" idx="15" hasCustomPrompt="1"/>
          </p:nvPr>
        </p:nvSpPr>
        <p:spPr>
          <a:xfrm>
            <a:off x="8124829"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5" name="Text Placeholder 22"/>
          <p:cNvSpPr>
            <a:spLocks noGrp="1"/>
          </p:cNvSpPr>
          <p:nvPr>
            <p:ph type="body" sz="quarter" idx="22" hasCustomPrompt="1"/>
          </p:nvPr>
        </p:nvSpPr>
        <p:spPr>
          <a:xfrm>
            <a:off x="8210554"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20" name="Text Placeholder 5"/>
          <p:cNvSpPr>
            <a:spLocks noGrp="1"/>
          </p:cNvSpPr>
          <p:nvPr>
            <p:ph type="body" sz="quarter" idx="17"/>
          </p:nvPr>
        </p:nvSpPr>
        <p:spPr>
          <a:xfrm>
            <a:off x="381000"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21" name="Text Placeholder 9"/>
          <p:cNvSpPr>
            <a:spLocks noGrp="1"/>
          </p:cNvSpPr>
          <p:nvPr>
            <p:ph type="body" sz="quarter" idx="18"/>
          </p:nvPr>
        </p:nvSpPr>
        <p:spPr>
          <a:xfrm>
            <a:off x="4252914"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22" name="Text Placeholder 17"/>
          <p:cNvSpPr>
            <a:spLocks noGrp="1"/>
          </p:cNvSpPr>
          <p:nvPr>
            <p:ph type="body" sz="quarter" idx="19"/>
          </p:nvPr>
        </p:nvSpPr>
        <p:spPr>
          <a:xfrm>
            <a:off x="8124829" y="3235895"/>
            <a:ext cx="3461353" cy="2923605"/>
          </a:xfrm>
        </p:spPr>
        <p:txBody>
          <a:bodyPr lIns="90000" tIns="90000" rIns="90000" bIns="9000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 name="Title 1"/>
          <p:cNvSpPr>
            <a:spLocks noGrp="1"/>
          </p:cNvSpPr>
          <p:nvPr>
            <p:ph type="title"/>
          </p:nvPr>
        </p:nvSpPr>
        <p:spPr/>
        <p:txBody>
          <a:bodyPr/>
          <a:lstStyle/>
          <a:p>
            <a:r>
              <a:rPr lang="en-US"/>
              <a:t>Click to edit Master title style</a:t>
            </a:r>
            <a:endParaRPr lang="en-IN"/>
          </a:p>
        </p:txBody>
      </p:sp>
      <p:sp>
        <p:nvSpPr>
          <p:cNvPr id="17" name="Text Placeholder 33"/>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9" name="Text Placeholder 33"/>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wo part action and results slide">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7" name="Text Placeholder 2"/>
          <p:cNvSpPr>
            <a:spLocks noGrp="1"/>
          </p:cNvSpPr>
          <p:nvPr>
            <p:ph type="body" sz="quarter" idx="18"/>
          </p:nvPr>
        </p:nvSpPr>
        <p:spPr>
          <a:xfrm>
            <a:off x="381000" y="1749425"/>
            <a:ext cx="6858000" cy="274320"/>
          </a:xfrm>
        </p:spPr>
        <p:txBody>
          <a:bodyPr tIns="46800" anchor="t">
            <a:noAutofit/>
          </a:bodyPr>
          <a:lstStyle>
            <a:lvl1pPr marL="0" indent="0">
              <a:buNone/>
              <a:defRPr sz="1400" b="1">
                <a:latin typeface="+mn-lt"/>
              </a:defRPr>
            </a:lvl1pPr>
          </a:lstStyle>
          <a:p>
            <a:pPr lvl="0"/>
            <a:r>
              <a:rPr lang="en-US"/>
              <a:t>Click to edit Master text styles</a:t>
            </a:r>
          </a:p>
        </p:txBody>
      </p:sp>
      <p:sp>
        <p:nvSpPr>
          <p:cNvPr id="8" name="Text Placeholder 2"/>
          <p:cNvSpPr>
            <a:spLocks noGrp="1"/>
          </p:cNvSpPr>
          <p:nvPr>
            <p:ph type="body" sz="quarter" idx="19"/>
          </p:nvPr>
        </p:nvSpPr>
        <p:spPr>
          <a:xfrm>
            <a:off x="7696200" y="1749425"/>
            <a:ext cx="4114800" cy="274320"/>
          </a:xfrm>
        </p:spPr>
        <p:txBody>
          <a:bodyPr tIns="46800" anchor="t">
            <a:noAutofit/>
          </a:bodyPr>
          <a:lstStyle>
            <a:lvl1pPr marL="0" indent="0">
              <a:buNone/>
              <a:defRPr sz="1400" b="1">
                <a:latin typeface="+mn-lt"/>
              </a:defRPr>
            </a:lvl1pPr>
          </a:lstStyle>
          <a:p>
            <a:pPr lvl="0"/>
            <a:r>
              <a:rPr lang="en-US" dirty="0"/>
              <a:t>Click to edit Master text styles</a:t>
            </a:r>
          </a:p>
        </p:txBody>
      </p:sp>
      <p:sp>
        <p:nvSpPr>
          <p:cNvPr id="9" name="Text Placeholder 2"/>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0" name="Text Placeholder 2"/>
          <p:cNvSpPr>
            <a:spLocks noGrp="1"/>
          </p:cNvSpPr>
          <p:nvPr>
            <p:ph type="body" sz="quarter" idx="29"/>
          </p:nvPr>
        </p:nvSpPr>
        <p:spPr>
          <a:xfrm>
            <a:off x="7696200" y="2181637"/>
            <a:ext cx="4114800" cy="685800"/>
          </a:xfrm>
        </p:spPr>
        <p:txBody>
          <a:bodyPr tIns="90000" anchor="ctr"/>
          <a:lstStyle>
            <a:lvl1pPr marL="0" indent="0">
              <a:buNone/>
              <a:defRPr sz="1200" b="0"/>
            </a:lvl1pPr>
          </a:lstStyle>
          <a:p>
            <a:pPr lvl="0"/>
            <a:r>
              <a:rPr lang="en-US"/>
              <a:t>Click to edit Master text styles</a:t>
            </a:r>
          </a:p>
        </p:txBody>
      </p:sp>
      <p:sp>
        <p:nvSpPr>
          <p:cNvPr id="11" name="Text Placeholder 2"/>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2" name="Text Placeholder 2"/>
          <p:cNvSpPr>
            <a:spLocks noGrp="1"/>
          </p:cNvSpPr>
          <p:nvPr>
            <p:ph type="body" sz="quarter" idx="30"/>
          </p:nvPr>
        </p:nvSpPr>
        <p:spPr>
          <a:xfrm>
            <a:off x="7696200" y="3004653"/>
            <a:ext cx="4114800" cy="685800"/>
          </a:xfrm>
        </p:spPr>
        <p:txBody>
          <a:bodyPr tIns="90000" anchor="ctr"/>
          <a:lstStyle>
            <a:lvl1pPr marL="0" indent="0">
              <a:buNone/>
              <a:defRPr sz="1200" b="0"/>
            </a:lvl1pPr>
          </a:lstStyle>
          <a:p>
            <a:pPr lvl="0"/>
            <a:r>
              <a:rPr lang="en-US"/>
              <a:t>Click to edit Master text styles</a:t>
            </a:r>
          </a:p>
        </p:txBody>
      </p:sp>
      <p:sp>
        <p:nvSpPr>
          <p:cNvPr id="13" name="Text Placeholder 2"/>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5" name="Text Placeholder 2"/>
          <p:cNvSpPr>
            <a:spLocks noGrp="1"/>
          </p:cNvSpPr>
          <p:nvPr>
            <p:ph type="body" sz="quarter" idx="31"/>
          </p:nvPr>
        </p:nvSpPr>
        <p:spPr>
          <a:xfrm>
            <a:off x="7696200" y="3827669"/>
            <a:ext cx="4114800" cy="685800"/>
          </a:xfrm>
        </p:spPr>
        <p:txBody>
          <a:bodyPr tIns="90000" anchor="ctr"/>
          <a:lstStyle>
            <a:lvl1pPr marL="0" indent="0">
              <a:buNone/>
              <a:defRPr sz="1200" b="0"/>
            </a:lvl1pPr>
          </a:lstStyle>
          <a:p>
            <a:pPr lvl="0"/>
            <a:r>
              <a:rPr lang="en-US"/>
              <a:t>Click to edit Master text styles</a:t>
            </a:r>
          </a:p>
        </p:txBody>
      </p:sp>
      <p:sp>
        <p:nvSpPr>
          <p:cNvPr id="16" name="Text Placeholder 2"/>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7" name="Text Placeholder 2"/>
          <p:cNvSpPr>
            <a:spLocks noGrp="1"/>
          </p:cNvSpPr>
          <p:nvPr>
            <p:ph type="body" sz="quarter" idx="32"/>
          </p:nvPr>
        </p:nvSpPr>
        <p:spPr>
          <a:xfrm>
            <a:off x="7696200" y="4650685"/>
            <a:ext cx="4114800" cy="685800"/>
          </a:xfrm>
        </p:spPr>
        <p:txBody>
          <a:bodyPr tIns="90000" anchor="ctr"/>
          <a:lstStyle>
            <a:lvl1pPr marL="0" indent="0">
              <a:buNone/>
              <a:defRPr sz="1200" b="0"/>
            </a:lvl1pPr>
          </a:lstStyle>
          <a:p>
            <a:pPr lvl="0"/>
            <a:r>
              <a:rPr lang="en-US"/>
              <a:t>Click to edit Master text styles</a:t>
            </a:r>
          </a:p>
        </p:txBody>
      </p:sp>
      <p:sp>
        <p:nvSpPr>
          <p:cNvPr id="18" name="Text Placeholder 2"/>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9" name="Text Placeholder 2"/>
          <p:cNvSpPr>
            <a:spLocks noGrp="1"/>
          </p:cNvSpPr>
          <p:nvPr>
            <p:ph type="body" sz="quarter" idx="33"/>
          </p:nvPr>
        </p:nvSpPr>
        <p:spPr>
          <a:xfrm>
            <a:off x="7696200" y="5473700"/>
            <a:ext cx="4114800" cy="685800"/>
          </a:xfrm>
        </p:spPr>
        <p:txBody>
          <a:bodyPr tIns="90000" anchor="ctr"/>
          <a:lstStyle>
            <a:lvl1pPr marL="0" indent="0">
              <a:buNone/>
              <a:defRPr sz="1200" b="0"/>
            </a:lvl1pPr>
          </a:lstStyle>
          <a:p>
            <a:pPr lvl="0"/>
            <a:r>
              <a:rPr lang="en-US"/>
              <a:t>Click to edit Master text styles</a:t>
            </a:r>
          </a:p>
        </p:txBody>
      </p:sp>
      <p:sp>
        <p:nvSpPr>
          <p:cNvPr id="20" name="Text Placeholder 33"/>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1" name="Text Placeholder 33"/>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2" name="Text Placeholder 33"/>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3" name="Text Placeholder 33"/>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4" name="Text Placeholder 33"/>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part action and results slide">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p:cNvSpPr>
            <a:spLocks noGrp="1"/>
          </p:cNvSpPr>
          <p:nvPr>
            <p:ph type="body" sz="quarter" idx="18"/>
          </p:nvPr>
        </p:nvSpPr>
        <p:spPr>
          <a:xfrm>
            <a:off x="381000" y="1749425"/>
            <a:ext cx="6858000" cy="274320"/>
          </a:xfrm>
        </p:spPr>
        <p:txBody>
          <a:bodyPr lIns="90000" tIns="46800" rIns="90000" anchor="t">
            <a:noAutofit/>
          </a:bodyPr>
          <a:lstStyle>
            <a:lvl1pPr marL="0" indent="0">
              <a:buNone/>
              <a:defRPr sz="1400" b="1">
                <a:latin typeface="+mn-lt"/>
              </a:defRPr>
            </a:lvl1pPr>
          </a:lstStyle>
          <a:p>
            <a:pPr lvl="0"/>
            <a:r>
              <a:rPr lang="en-US"/>
              <a:t>Click to edit Master text styles</a:t>
            </a:r>
          </a:p>
        </p:txBody>
      </p:sp>
      <p:sp>
        <p:nvSpPr>
          <p:cNvPr id="30" name="Text Placeholder 2"/>
          <p:cNvSpPr>
            <a:spLocks noGrp="1"/>
          </p:cNvSpPr>
          <p:nvPr>
            <p:ph type="body" sz="quarter" idx="19"/>
          </p:nvPr>
        </p:nvSpPr>
        <p:spPr>
          <a:xfrm>
            <a:off x="7696200" y="1749425"/>
            <a:ext cx="4114800" cy="274320"/>
          </a:xfrm>
        </p:spPr>
        <p:txBody>
          <a:bodyPr lIns="90000" tIns="46800" rIns="90000" anchor="t">
            <a:noAutofit/>
          </a:bodyPr>
          <a:lstStyle>
            <a:lvl1pPr marL="0" indent="0">
              <a:buNone/>
              <a:defRPr sz="1400" b="1">
                <a:latin typeface="+mn-lt"/>
              </a:defRPr>
            </a:lvl1pPr>
          </a:lstStyle>
          <a:p>
            <a:pPr lvl="0"/>
            <a:r>
              <a:rPr lang="en-US"/>
              <a:t>Click to edit Master text styles</a:t>
            </a:r>
          </a:p>
        </p:txBody>
      </p:sp>
      <p:sp>
        <p:nvSpPr>
          <p:cNvPr id="31" name="Text Placeholder 2"/>
          <p:cNvSpPr>
            <a:spLocks noGrp="1"/>
          </p:cNvSpPr>
          <p:nvPr>
            <p:ph type="body" sz="quarter" idx="20"/>
          </p:nvPr>
        </p:nvSpPr>
        <p:spPr>
          <a:xfrm>
            <a:off x="381000" y="2181637"/>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9" name="Text Placeholder 48"/>
          <p:cNvSpPr>
            <a:spLocks noGrp="1"/>
          </p:cNvSpPr>
          <p:nvPr>
            <p:ph type="body" sz="quarter" idx="34"/>
          </p:nvPr>
        </p:nvSpPr>
        <p:spPr>
          <a:xfrm>
            <a:off x="1641207" y="2181637"/>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40" name="Text Placeholder 2"/>
          <p:cNvSpPr>
            <a:spLocks noGrp="1"/>
          </p:cNvSpPr>
          <p:nvPr>
            <p:ph type="body" sz="quarter" idx="29"/>
          </p:nvPr>
        </p:nvSpPr>
        <p:spPr>
          <a:xfrm>
            <a:off x="7696200" y="2181637"/>
            <a:ext cx="4114800" cy="685800"/>
          </a:xfrm>
        </p:spPr>
        <p:txBody>
          <a:bodyPr lIns="90000" tIns="90000" rIns="90000" anchor="ctr"/>
          <a:lstStyle>
            <a:lvl1pPr marL="0" indent="0">
              <a:buNone/>
              <a:defRPr sz="1200" b="0"/>
            </a:lvl1pPr>
          </a:lstStyle>
          <a:p>
            <a:pPr lvl="0"/>
            <a:r>
              <a:rPr lang="en-US"/>
              <a:t>Click to edit Master text styles</a:t>
            </a:r>
          </a:p>
        </p:txBody>
      </p:sp>
      <p:sp>
        <p:nvSpPr>
          <p:cNvPr id="32" name="Text Placeholder 2"/>
          <p:cNvSpPr>
            <a:spLocks noGrp="1"/>
          </p:cNvSpPr>
          <p:nvPr>
            <p:ph type="body" sz="quarter" idx="21"/>
          </p:nvPr>
        </p:nvSpPr>
        <p:spPr>
          <a:xfrm>
            <a:off x="381000" y="3004653"/>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1" name="Text Placeholder 2"/>
          <p:cNvSpPr>
            <a:spLocks noGrp="1"/>
          </p:cNvSpPr>
          <p:nvPr>
            <p:ph type="body" sz="quarter" idx="30"/>
          </p:nvPr>
        </p:nvSpPr>
        <p:spPr>
          <a:xfrm>
            <a:off x="7696200" y="3004653"/>
            <a:ext cx="4114800" cy="685800"/>
          </a:xfrm>
        </p:spPr>
        <p:txBody>
          <a:bodyPr lIns="90000" tIns="90000" rIns="90000" anchor="ctr"/>
          <a:lstStyle>
            <a:lvl1pPr marL="0" indent="0">
              <a:buNone/>
              <a:defRPr sz="1200" b="0"/>
            </a:lvl1pPr>
          </a:lstStyle>
          <a:p>
            <a:pPr lvl="0"/>
            <a:r>
              <a:rPr lang="en-US"/>
              <a:t>Click to edit Master text styles</a:t>
            </a:r>
          </a:p>
        </p:txBody>
      </p:sp>
      <p:sp>
        <p:nvSpPr>
          <p:cNvPr id="33" name="Text Placeholder 2"/>
          <p:cNvSpPr>
            <a:spLocks noGrp="1"/>
          </p:cNvSpPr>
          <p:nvPr>
            <p:ph type="body" sz="quarter" idx="22"/>
          </p:nvPr>
        </p:nvSpPr>
        <p:spPr>
          <a:xfrm>
            <a:off x="381000" y="3827669"/>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2" name="Text Placeholder 2"/>
          <p:cNvSpPr>
            <a:spLocks noGrp="1"/>
          </p:cNvSpPr>
          <p:nvPr>
            <p:ph type="body" sz="quarter" idx="31"/>
          </p:nvPr>
        </p:nvSpPr>
        <p:spPr>
          <a:xfrm>
            <a:off x="7696200" y="3827669"/>
            <a:ext cx="4114800" cy="685800"/>
          </a:xfrm>
        </p:spPr>
        <p:txBody>
          <a:bodyPr lIns="90000" tIns="90000" rIns="90000" anchor="ctr"/>
          <a:lstStyle>
            <a:lvl1pPr marL="0" indent="0">
              <a:buNone/>
              <a:defRPr sz="1200" b="0"/>
            </a:lvl1pPr>
          </a:lstStyle>
          <a:p>
            <a:pPr lvl="0"/>
            <a:r>
              <a:rPr lang="en-US"/>
              <a:t>Click to edit Master text styles</a:t>
            </a:r>
          </a:p>
        </p:txBody>
      </p:sp>
      <p:sp>
        <p:nvSpPr>
          <p:cNvPr id="34" name="Text Placeholder 2"/>
          <p:cNvSpPr>
            <a:spLocks noGrp="1"/>
          </p:cNvSpPr>
          <p:nvPr>
            <p:ph type="body" sz="quarter" idx="23"/>
          </p:nvPr>
        </p:nvSpPr>
        <p:spPr>
          <a:xfrm>
            <a:off x="381000" y="4650685"/>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3" name="Text Placeholder 2"/>
          <p:cNvSpPr>
            <a:spLocks noGrp="1"/>
          </p:cNvSpPr>
          <p:nvPr>
            <p:ph type="body" sz="quarter" idx="32"/>
          </p:nvPr>
        </p:nvSpPr>
        <p:spPr>
          <a:xfrm>
            <a:off x="7696200" y="4650685"/>
            <a:ext cx="4114800" cy="685800"/>
          </a:xfrm>
        </p:spPr>
        <p:txBody>
          <a:bodyPr lIns="90000" tIns="90000" rIns="90000" anchor="ctr"/>
          <a:lstStyle>
            <a:lvl1pPr marL="0" indent="0">
              <a:buNone/>
              <a:defRPr sz="1200" b="0"/>
            </a:lvl1pPr>
          </a:lstStyle>
          <a:p>
            <a:pPr lvl="0"/>
            <a:r>
              <a:rPr lang="en-US"/>
              <a:t>Click to edit Master text styles</a:t>
            </a:r>
          </a:p>
        </p:txBody>
      </p:sp>
      <p:sp>
        <p:nvSpPr>
          <p:cNvPr id="35" name="Text Placeholder 2"/>
          <p:cNvSpPr>
            <a:spLocks noGrp="1"/>
          </p:cNvSpPr>
          <p:nvPr>
            <p:ph type="body" sz="quarter" idx="24"/>
          </p:nvPr>
        </p:nvSpPr>
        <p:spPr>
          <a:xfrm>
            <a:off x="381000" y="5473700"/>
            <a:ext cx="1168400" cy="685800"/>
          </a:xfrm>
        </p:spPr>
        <p:txBody>
          <a:bodyPr lIns="72000" tIns="46800" rIns="72000" anchor="ctr"/>
          <a:lstStyle>
            <a:lvl1pPr marL="0" indent="0">
              <a:spcBef>
                <a:spcPts val="0"/>
              </a:spcBef>
              <a:buNone/>
              <a:defRPr sz="1200" b="0"/>
            </a:lvl1pPr>
          </a:lstStyle>
          <a:p>
            <a:pPr lvl="0"/>
            <a:r>
              <a:rPr lang="en-US"/>
              <a:t>Click to edit Master text styles</a:t>
            </a:r>
          </a:p>
        </p:txBody>
      </p:sp>
      <p:sp>
        <p:nvSpPr>
          <p:cNvPr id="44" name="Text Placeholder 2"/>
          <p:cNvSpPr>
            <a:spLocks noGrp="1"/>
          </p:cNvSpPr>
          <p:nvPr>
            <p:ph type="body" sz="quarter" idx="33"/>
          </p:nvPr>
        </p:nvSpPr>
        <p:spPr>
          <a:xfrm>
            <a:off x="7696200" y="5473700"/>
            <a:ext cx="4114800" cy="685800"/>
          </a:xfrm>
        </p:spPr>
        <p:txBody>
          <a:bodyPr lIns="90000" tIns="90000" rIns="90000" anchor="ctr"/>
          <a:lstStyle>
            <a:lvl1pPr marL="0" indent="0">
              <a:buNone/>
              <a:defRPr sz="1200" b="0"/>
            </a:lvl1pPr>
          </a:lstStyle>
          <a:p>
            <a:pPr lvl="0"/>
            <a:r>
              <a:rPr lang="en-US"/>
              <a:t>Click to edit Master text styles</a:t>
            </a:r>
          </a:p>
        </p:txBody>
      </p:sp>
      <p:sp>
        <p:nvSpPr>
          <p:cNvPr id="2" name="Title 1"/>
          <p:cNvSpPr>
            <a:spLocks noGrp="1"/>
          </p:cNvSpPr>
          <p:nvPr>
            <p:ph type="title"/>
          </p:nvPr>
        </p:nvSpPr>
        <p:spPr/>
        <p:txBody>
          <a:bodyPr/>
          <a:lstStyle/>
          <a:p>
            <a:r>
              <a:rPr lang="en-US"/>
              <a:t>Click to edit Master title style</a:t>
            </a:r>
            <a:endParaRPr lang="en-IN"/>
          </a:p>
        </p:txBody>
      </p:sp>
      <p:sp>
        <p:nvSpPr>
          <p:cNvPr id="26" name="Text Placeholder 33"/>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6" name="Text Placeholder 33"/>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7" name="Text Placeholder 33"/>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8" name="Text Placeholder 33"/>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9" name="Text Placeholder 33"/>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4" name="Text Placeholder 6"/>
          <p:cNvSpPr>
            <a:spLocks noGrp="1"/>
          </p:cNvSpPr>
          <p:nvPr>
            <p:ph type="body" sz="quarter" idx="44"/>
          </p:nvPr>
        </p:nvSpPr>
        <p:spPr>
          <a:xfrm>
            <a:off x="1825357" y="2181637"/>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6" name="Text Placeholder 48"/>
          <p:cNvSpPr>
            <a:spLocks noGrp="1"/>
          </p:cNvSpPr>
          <p:nvPr>
            <p:ph type="body" sz="quarter" idx="45"/>
          </p:nvPr>
        </p:nvSpPr>
        <p:spPr>
          <a:xfrm>
            <a:off x="1641207" y="3004653"/>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7" name="Text Placeholder 6"/>
          <p:cNvSpPr>
            <a:spLocks noGrp="1"/>
          </p:cNvSpPr>
          <p:nvPr>
            <p:ph type="body" sz="quarter" idx="46"/>
          </p:nvPr>
        </p:nvSpPr>
        <p:spPr>
          <a:xfrm>
            <a:off x="1825357" y="3004653"/>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8" name="Text Placeholder 48"/>
          <p:cNvSpPr>
            <a:spLocks noGrp="1"/>
          </p:cNvSpPr>
          <p:nvPr>
            <p:ph type="body" sz="quarter" idx="47"/>
          </p:nvPr>
        </p:nvSpPr>
        <p:spPr>
          <a:xfrm>
            <a:off x="1641207" y="3807877"/>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9" name="Text Placeholder 6"/>
          <p:cNvSpPr>
            <a:spLocks noGrp="1"/>
          </p:cNvSpPr>
          <p:nvPr>
            <p:ph type="body" sz="quarter" idx="48"/>
          </p:nvPr>
        </p:nvSpPr>
        <p:spPr>
          <a:xfrm>
            <a:off x="1825357" y="3807877"/>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10" name="Text Placeholder 48"/>
          <p:cNvSpPr>
            <a:spLocks noGrp="1"/>
          </p:cNvSpPr>
          <p:nvPr>
            <p:ph type="body" sz="quarter" idx="49"/>
          </p:nvPr>
        </p:nvSpPr>
        <p:spPr>
          <a:xfrm>
            <a:off x="1641207" y="4650685"/>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11" name="Text Placeholder 6"/>
          <p:cNvSpPr>
            <a:spLocks noGrp="1"/>
          </p:cNvSpPr>
          <p:nvPr>
            <p:ph type="body" sz="quarter" idx="50"/>
          </p:nvPr>
        </p:nvSpPr>
        <p:spPr>
          <a:xfrm>
            <a:off x="1825357" y="4650685"/>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
        <p:nvSpPr>
          <p:cNvPr id="12" name="Text Placeholder 48"/>
          <p:cNvSpPr>
            <a:spLocks noGrp="1"/>
          </p:cNvSpPr>
          <p:nvPr>
            <p:ph type="body" sz="quarter" idx="51"/>
          </p:nvPr>
        </p:nvSpPr>
        <p:spPr>
          <a:xfrm>
            <a:off x="1641207" y="5447312"/>
            <a:ext cx="5597793" cy="685800"/>
          </a:xfrm>
          <a:prstGeom prst="parallelogram">
            <a:avLst/>
          </a:prstGeom>
          <a:solidFill>
            <a:schemeClr val="bg2"/>
          </a:solidFill>
        </p:spPr>
        <p:txBody>
          <a:bodyPr wrap="square" lIns="72000" tIns="46800" rIns="72000" bIns="45720" anchor="ctr">
            <a:noAutofit/>
          </a:bodyPr>
          <a:lstStyle>
            <a:lvl1pPr>
              <a:defRPr sz="1200" baseline="0">
                <a:solidFill>
                  <a:schemeClr val="bg2"/>
                </a:solidFill>
              </a:defRPr>
            </a:lvl1pPr>
          </a:lstStyle>
          <a:p>
            <a:pPr lvl="0"/>
            <a:r>
              <a:rPr lang="en-US" dirty="0"/>
              <a:t>Click to edit Master text styles</a:t>
            </a:r>
          </a:p>
        </p:txBody>
      </p:sp>
      <p:sp>
        <p:nvSpPr>
          <p:cNvPr id="13" name="Text Placeholder 6"/>
          <p:cNvSpPr>
            <a:spLocks noGrp="1"/>
          </p:cNvSpPr>
          <p:nvPr>
            <p:ph type="body" sz="quarter" idx="52"/>
          </p:nvPr>
        </p:nvSpPr>
        <p:spPr>
          <a:xfrm>
            <a:off x="1825357" y="5447312"/>
            <a:ext cx="5248543" cy="685800"/>
          </a:xfrm>
          <a:noFill/>
          <a:ln>
            <a:noFill/>
          </a:ln>
        </p:spPr>
        <p:txBody>
          <a:bodyPr lIns="90000" tIns="46800" rIns="90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228600" lvl="0" indent="-228600" algn="l" defTabSz="914400" rtl="0" eaLnBrk="1" latinLnBrk="0" hangingPunct="1">
              <a:lnSpc>
                <a:spcPct val="90000"/>
              </a:lnSpc>
              <a:spcBef>
                <a:spcPts val="1200"/>
              </a:spcBef>
              <a:buFont typeface="Arial" panose="020B0604020202020204" pitchFamily="34" charset="0"/>
              <a:buChar char="•"/>
            </a:pP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14_Two part action and results slide">
    <p:spTree>
      <p:nvGrpSpPr>
        <p:cNvPr id="1" name=""/>
        <p:cNvGrpSpPr/>
        <p:nvPr/>
      </p:nvGrpSpPr>
      <p:grpSpPr>
        <a:xfrm>
          <a:off x="0" y="0"/>
          <a:ext cx="0" cy="0"/>
          <a:chOff x="0" y="0"/>
          <a:chExt cx="0" cy="0"/>
        </a:xfrm>
      </p:grpSpPr>
      <p:sp>
        <p:nvSpPr>
          <p:cNvPr id="3"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p:cNvSpPr>
            <a:spLocks noGrp="1"/>
          </p:cNvSpPr>
          <p:nvPr>
            <p:ph type="title"/>
          </p:nvPr>
        </p:nvSpPr>
        <p:spPr/>
        <p:txBody>
          <a:bodyPr/>
          <a:lstStyle/>
          <a:p>
            <a:r>
              <a:rPr lang="en-US"/>
              <a:t>Click to edit Master title style</a:t>
            </a:r>
            <a:endParaRPr lang="en-IN"/>
          </a:p>
        </p:txBody>
      </p:sp>
      <p:sp>
        <p:nvSpPr>
          <p:cNvPr id="7" name="Text Placeholder 2"/>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dirty="0"/>
              <a:t>Click to edit Master text styles</a:t>
            </a:r>
          </a:p>
        </p:txBody>
      </p:sp>
      <p:sp>
        <p:nvSpPr>
          <p:cNvPr id="10" name="Text Placeholder 2"/>
          <p:cNvSpPr>
            <a:spLocks noGrp="1"/>
          </p:cNvSpPr>
          <p:nvPr>
            <p:ph type="body" sz="quarter" idx="29"/>
          </p:nvPr>
        </p:nvSpPr>
        <p:spPr>
          <a:xfrm>
            <a:off x="7696200" y="2181637"/>
            <a:ext cx="4114800" cy="685800"/>
          </a:xfrm>
        </p:spPr>
        <p:txBody>
          <a:bodyPr tIns="90000" anchor="ctr"/>
          <a:lstStyle>
            <a:lvl1pPr marL="0" indent="0">
              <a:buNone/>
              <a:defRPr sz="1200" b="0"/>
            </a:lvl1pPr>
          </a:lstStyle>
          <a:p>
            <a:pPr lvl="0"/>
            <a:r>
              <a:rPr lang="en-US" dirty="0"/>
              <a:t>Click to edit Master text styles</a:t>
            </a:r>
          </a:p>
        </p:txBody>
      </p:sp>
      <p:sp>
        <p:nvSpPr>
          <p:cNvPr id="12" name="Text Placeholder 2"/>
          <p:cNvSpPr>
            <a:spLocks noGrp="1"/>
          </p:cNvSpPr>
          <p:nvPr>
            <p:ph type="body" sz="quarter" idx="30"/>
          </p:nvPr>
        </p:nvSpPr>
        <p:spPr>
          <a:xfrm>
            <a:off x="7696200" y="3004653"/>
            <a:ext cx="4114800" cy="685800"/>
          </a:xfrm>
        </p:spPr>
        <p:txBody>
          <a:bodyPr tIns="90000" anchor="ctr"/>
          <a:lstStyle>
            <a:lvl1pPr marL="0" indent="0">
              <a:buNone/>
              <a:defRPr sz="1200" b="0"/>
            </a:lvl1pPr>
          </a:lstStyle>
          <a:p>
            <a:pPr lvl="0"/>
            <a:r>
              <a:rPr lang="en-US"/>
              <a:t>Click to edit Master text styles</a:t>
            </a:r>
          </a:p>
        </p:txBody>
      </p:sp>
      <p:sp>
        <p:nvSpPr>
          <p:cNvPr id="15" name="Text Placeholder 2"/>
          <p:cNvSpPr>
            <a:spLocks noGrp="1"/>
          </p:cNvSpPr>
          <p:nvPr>
            <p:ph type="body" sz="quarter" idx="31"/>
          </p:nvPr>
        </p:nvSpPr>
        <p:spPr>
          <a:xfrm>
            <a:off x="7696200" y="3827669"/>
            <a:ext cx="4114800" cy="685800"/>
          </a:xfrm>
        </p:spPr>
        <p:txBody>
          <a:bodyPr tIns="90000" anchor="ctr"/>
          <a:lstStyle>
            <a:lvl1pPr marL="0" indent="0">
              <a:buNone/>
              <a:defRPr sz="1200" b="0"/>
            </a:lvl1pPr>
          </a:lstStyle>
          <a:p>
            <a:pPr lvl="0"/>
            <a:r>
              <a:rPr lang="en-US"/>
              <a:t>Click to edit Master text styles</a:t>
            </a:r>
          </a:p>
        </p:txBody>
      </p:sp>
      <p:sp>
        <p:nvSpPr>
          <p:cNvPr id="17" name="Text Placeholder 2"/>
          <p:cNvSpPr>
            <a:spLocks noGrp="1"/>
          </p:cNvSpPr>
          <p:nvPr>
            <p:ph type="body" sz="quarter" idx="32"/>
          </p:nvPr>
        </p:nvSpPr>
        <p:spPr>
          <a:xfrm>
            <a:off x="7696200" y="4650685"/>
            <a:ext cx="4114800" cy="685800"/>
          </a:xfrm>
        </p:spPr>
        <p:txBody>
          <a:bodyPr tIns="90000" anchor="ctr"/>
          <a:lstStyle>
            <a:lvl1pPr marL="0" indent="0">
              <a:buNone/>
              <a:defRPr sz="1200" b="0"/>
            </a:lvl1pPr>
          </a:lstStyle>
          <a:p>
            <a:pPr lvl="0"/>
            <a:r>
              <a:rPr lang="en-US"/>
              <a:t>Click to edit Master text styles</a:t>
            </a:r>
          </a:p>
        </p:txBody>
      </p:sp>
      <p:sp>
        <p:nvSpPr>
          <p:cNvPr id="19" name="Text Placeholder 2"/>
          <p:cNvSpPr>
            <a:spLocks noGrp="1"/>
          </p:cNvSpPr>
          <p:nvPr>
            <p:ph type="body" sz="quarter" idx="33"/>
          </p:nvPr>
        </p:nvSpPr>
        <p:spPr>
          <a:xfrm>
            <a:off x="7696200" y="5473700"/>
            <a:ext cx="4114800" cy="685800"/>
          </a:xfrm>
        </p:spPr>
        <p:txBody>
          <a:bodyPr tIns="90000" anchor="ctr"/>
          <a:lstStyle>
            <a:lvl1pPr marL="0" indent="0">
              <a:buNone/>
              <a:defRPr sz="1200" b="0"/>
            </a:lvl1pPr>
          </a:lstStyle>
          <a:p>
            <a:pPr lvl="0"/>
            <a:r>
              <a:rPr lang="en-US"/>
              <a:t>Click to edit Master text styles</a:t>
            </a:r>
          </a:p>
        </p:txBody>
      </p:sp>
      <p:sp>
        <p:nvSpPr>
          <p:cNvPr id="20" name="Picture Placeholder 2"/>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dirty="0"/>
          </a:p>
        </p:txBody>
      </p:sp>
      <p:sp>
        <p:nvSpPr>
          <p:cNvPr id="21" name="Picture Placeholder 2"/>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dirty="0"/>
          </a:p>
        </p:txBody>
      </p:sp>
      <p:sp>
        <p:nvSpPr>
          <p:cNvPr id="22" name="Picture Placeholder 2"/>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dirty="0"/>
          </a:p>
        </p:txBody>
      </p:sp>
      <p:sp>
        <p:nvSpPr>
          <p:cNvPr id="23" name="Picture Placeholder 2"/>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dirty="0"/>
          </a:p>
        </p:txBody>
      </p:sp>
      <p:sp>
        <p:nvSpPr>
          <p:cNvPr id="24" name="Picture Placeholder 2"/>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dirty="0"/>
          </a:p>
        </p:txBody>
      </p:sp>
      <p:sp>
        <p:nvSpPr>
          <p:cNvPr id="16" name="Text Placeholder 33"/>
          <p:cNvSpPr>
            <a:spLocks noGrp="1"/>
          </p:cNvSpPr>
          <p:nvPr>
            <p:ph type="body" sz="quarter" idx="44"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p:cNvSpPr>
            <a:spLocks noGrp="1"/>
          </p:cNvSpPr>
          <p:nvPr>
            <p:ph type="body" sz="quarter" idx="45"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5" name="Text Placeholder 33"/>
          <p:cNvSpPr>
            <a:spLocks noGrp="1"/>
          </p:cNvSpPr>
          <p:nvPr>
            <p:ph type="body" sz="quarter" idx="46"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6" name="Text Placeholder 33"/>
          <p:cNvSpPr>
            <a:spLocks noGrp="1"/>
          </p:cNvSpPr>
          <p:nvPr>
            <p:ph type="body" sz="quarter" idx="47"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7" name="Text Placeholder 33"/>
          <p:cNvSpPr>
            <a:spLocks noGrp="1"/>
          </p:cNvSpPr>
          <p:nvPr>
            <p:ph type="body" sz="quarter" idx="48"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4_Two part action and results slide">
    <p:spTree>
      <p:nvGrpSpPr>
        <p:cNvPr id="1" name=""/>
        <p:cNvGrpSpPr/>
        <p:nvPr/>
      </p:nvGrpSpPr>
      <p:grpSpPr>
        <a:xfrm>
          <a:off x="0" y="0"/>
          <a:ext cx="0" cy="0"/>
          <a:chOff x="0" y="0"/>
          <a:chExt cx="0" cy="0"/>
        </a:xfrm>
      </p:grpSpPr>
      <p:sp>
        <p:nvSpPr>
          <p:cNvPr id="15" name="Text Placeholder 4"/>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p:cNvSpPr>
            <a:spLocks noGrp="1"/>
          </p:cNvSpPr>
          <p:nvPr>
            <p:ph type="body" sz="quarter" idx="18"/>
          </p:nvPr>
        </p:nvSpPr>
        <p:spPr>
          <a:xfrm>
            <a:off x="381000" y="1749425"/>
            <a:ext cx="6858000" cy="274320"/>
          </a:xfrm>
        </p:spPr>
        <p:txBody>
          <a:bodyPr lIns="90000" tIns="45720" rIns="90000" anchor="t">
            <a:noAutofit/>
          </a:bodyPr>
          <a:lstStyle>
            <a:lvl1pPr marL="0" indent="0">
              <a:buNone/>
              <a:defRPr sz="1400" b="1"/>
            </a:lvl1pPr>
          </a:lstStyle>
          <a:p>
            <a:pPr lvl="0"/>
            <a:r>
              <a:rPr lang="en-US"/>
              <a:t>Click to edit Master text styles</a:t>
            </a:r>
          </a:p>
        </p:txBody>
      </p:sp>
      <p:sp>
        <p:nvSpPr>
          <p:cNvPr id="30" name="Text Placeholder 2"/>
          <p:cNvSpPr>
            <a:spLocks noGrp="1"/>
          </p:cNvSpPr>
          <p:nvPr>
            <p:ph type="body" sz="quarter" idx="19"/>
          </p:nvPr>
        </p:nvSpPr>
        <p:spPr>
          <a:xfrm>
            <a:off x="7696200" y="1749425"/>
            <a:ext cx="4114800" cy="274320"/>
          </a:xfrm>
        </p:spPr>
        <p:txBody>
          <a:bodyPr lIns="90000" tIns="45720" rIns="90000" anchor="t">
            <a:noAutofit/>
          </a:bodyPr>
          <a:lstStyle>
            <a:lvl1pPr marL="0" indent="0">
              <a:buNone/>
              <a:defRPr sz="1400" b="1"/>
            </a:lvl1pPr>
          </a:lstStyle>
          <a:p>
            <a:pPr lvl="0"/>
            <a:r>
              <a:rPr lang="en-US"/>
              <a:t>Click to edit Master text styles</a:t>
            </a:r>
          </a:p>
        </p:txBody>
      </p:sp>
      <p:sp>
        <p:nvSpPr>
          <p:cNvPr id="3" name="Picture Placeholder 2"/>
          <p:cNvSpPr>
            <a:spLocks noGrp="1"/>
          </p:cNvSpPr>
          <p:nvPr>
            <p:ph type="pic" sz="quarter" idx="39"/>
          </p:nvPr>
        </p:nvSpPr>
        <p:spPr>
          <a:xfrm>
            <a:off x="381000" y="2181637"/>
            <a:ext cx="1168400" cy="685800"/>
          </a:xfrm>
        </p:spPr>
        <p:txBody>
          <a:bodyPr lIns="72000" rIns="72000" anchor="ctr">
            <a:normAutofit/>
          </a:bodyPr>
          <a:lstStyle>
            <a:lvl1pPr marL="0" indent="0" algn="ctr">
              <a:buNone/>
              <a:defRPr sz="1400" baseline="0"/>
            </a:lvl1pPr>
          </a:lstStyle>
          <a:p>
            <a:endParaRPr lang="en-GB" dirty="0"/>
          </a:p>
        </p:txBody>
      </p:sp>
      <p:sp>
        <p:nvSpPr>
          <p:cNvPr id="40" name="Text Placeholder 2"/>
          <p:cNvSpPr>
            <a:spLocks noGrp="1"/>
          </p:cNvSpPr>
          <p:nvPr>
            <p:ph type="body" sz="quarter" idx="29"/>
          </p:nvPr>
        </p:nvSpPr>
        <p:spPr>
          <a:xfrm>
            <a:off x="7696200" y="2181637"/>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28" name="Picture Placeholder 2"/>
          <p:cNvSpPr>
            <a:spLocks noGrp="1"/>
          </p:cNvSpPr>
          <p:nvPr>
            <p:ph type="pic" sz="quarter" idx="40"/>
          </p:nvPr>
        </p:nvSpPr>
        <p:spPr>
          <a:xfrm>
            <a:off x="381000" y="3004653"/>
            <a:ext cx="1168400" cy="685800"/>
          </a:xfrm>
        </p:spPr>
        <p:txBody>
          <a:bodyPr lIns="72000" rIns="72000" anchor="ctr">
            <a:normAutofit/>
          </a:bodyPr>
          <a:lstStyle>
            <a:lvl1pPr marL="0" indent="0" algn="ctr">
              <a:buNone/>
              <a:defRPr sz="1400" baseline="0"/>
            </a:lvl1pPr>
          </a:lstStyle>
          <a:p>
            <a:endParaRPr lang="en-GB" dirty="0"/>
          </a:p>
        </p:txBody>
      </p:sp>
      <p:sp>
        <p:nvSpPr>
          <p:cNvPr id="41" name="Text Placeholder 2"/>
          <p:cNvSpPr>
            <a:spLocks noGrp="1"/>
          </p:cNvSpPr>
          <p:nvPr>
            <p:ph type="body" sz="quarter" idx="30"/>
          </p:nvPr>
        </p:nvSpPr>
        <p:spPr>
          <a:xfrm>
            <a:off x="7696200" y="3004653"/>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6" name="Picture Placeholder 2"/>
          <p:cNvSpPr>
            <a:spLocks noGrp="1"/>
          </p:cNvSpPr>
          <p:nvPr>
            <p:ph type="pic" sz="quarter" idx="41"/>
          </p:nvPr>
        </p:nvSpPr>
        <p:spPr>
          <a:xfrm>
            <a:off x="381000" y="3827669"/>
            <a:ext cx="1168400" cy="685800"/>
          </a:xfrm>
        </p:spPr>
        <p:txBody>
          <a:bodyPr lIns="72000" rIns="72000" anchor="ctr">
            <a:normAutofit/>
          </a:bodyPr>
          <a:lstStyle>
            <a:lvl1pPr marL="0" indent="0" algn="ctr">
              <a:buNone/>
              <a:defRPr sz="1400" baseline="0"/>
            </a:lvl1pPr>
          </a:lstStyle>
          <a:p>
            <a:endParaRPr lang="en-GB" dirty="0"/>
          </a:p>
        </p:txBody>
      </p:sp>
      <p:sp>
        <p:nvSpPr>
          <p:cNvPr id="42" name="Text Placeholder 2"/>
          <p:cNvSpPr>
            <a:spLocks noGrp="1"/>
          </p:cNvSpPr>
          <p:nvPr>
            <p:ph type="body" sz="quarter" idx="31"/>
          </p:nvPr>
        </p:nvSpPr>
        <p:spPr>
          <a:xfrm>
            <a:off x="7696200" y="3827669"/>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7" name="Picture Placeholder 2"/>
          <p:cNvSpPr>
            <a:spLocks noGrp="1"/>
          </p:cNvSpPr>
          <p:nvPr>
            <p:ph type="pic" sz="quarter" idx="42"/>
          </p:nvPr>
        </p:nvSpPr>
        <p:spPr>
          <a:xfrm>
            <a:off x="381000" y="4650685"/>
            <a:ext cx="1168400" cy="685800"/>
          </a:xfrm>
        </p:spPr>
        <p:txBody>
          <a:bodyPr lIns="72000" rIns="72000" anchor="ctr">
            <a:normAutofit/>
          </a:bodyPr>
          <a:lstStyle>
            <a:lvl1pPr marL="0" indent="0" algn="ctr">
              <a:buNone/>
              <a:defRPr sz="1400" baseline="0"/>
            </a:lvl1pPr>
          </a:lstStyle>
          <a:p>
            <a:endParaRPr lang="en-GB" dirty="0"/>
          </a:p>
        </p:txBody>
      </p:sp>
      <p:sp>
        <p:nvSpPr>
          <p:cNvPr id="43" name="Text Placeholder 2"/>
          <p:cNvSpPr>
            <a:spLocks noGrp="1"/>
          </p:cNvSpPr>
          <p:nvPr>
            <p:ph type="body" sz="quarter" idx="32"/>
          </p:nvPr>
        </p:nvSpPr>
        <p:spPr>
          <a:xfrm>
            <a:off x="7696200" y="4650685"/>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38" name="Picture Placeholder 2"/>
          <p:cNvSpPr>
            <a:spLocks noGrp="1"/>
          </p:cNvSpPr>
          <p:nvPr>
            <p:ph type="pic" sz="quarter" idx="43"/>
          </p:nvPr>
        </p:nvSpPr>
        <p:spPr>
          <a:xfrm>
            <a:off x="381000" y="5473700"/>
            <a:ext cx="1168400" cy="685800"/>
          </a:xfrm>
        </p:spPr>
        <p:txBody>
          <a:bodyPr lIns="72000" rIns="72000" anchor="ctr">
            <a:normAutofit/>
          </a:bodyPr>
          <a:lstStyle>
            <a:lvl1pPr marL="0" indent="0" algn="ctr">
              <a:buNone/>
              <a:defRPr sz="1400" baseline="0"/>
            </a:lvl1pPr>
          </a:lstStyle>
          <a:p>
            <a:endParaRPr lang="en-GB" dirty="0"/>
          </a:p>
        </p:txBody>
      </p:sp>
      <p:sp>
        <p:nvSpPr>
          <p:cNvPr id="44" name="Text Placeholder 2"/>
          <p:cNvSpPr>
            <a:spLocks noGrp="1"/>
          </p:cNvSpPr>
          <p:nvPr>
            <p:ph type="body" sz="quarter" idx="33"/>
          </p:nvPr>
        </p:nvSpPr>
        <p:spPr>
          <a:xfrm>
            <a:off x="7696200" y="5473700"/>
            <a:ext cx="4114800" cy="685800"/>
          </a:xfrm>
        </p:spPr>
        <p:txBody>
          <a:bodyPr lIns="90000" tIns="90000" rIns="90000" anchor="ctr">
            <a:normAutofit/>
          </a:bodyPr>
          <a:lstStyle>
            <a:lvl1pPr marL="0" indent="0">
              <a:buNone/>
              <a:defRPr sz="1200" b="0">
                <a:latin typeface="+mn-lt"/>
              </a:defRPr>
            </a:lvl1pPr>
          </a:lstStyle>
          <a:p>
            <a:pPr lvl="0"/>
            <a:r>
              <a:rPr lang="en-US"/>
              <a:t>Click to edit Master text styles</a:t>
            </a:r>
          </a:p>
        </p:txBody>
      </p:sp>
      <p:sp>
        <p:nvSpPr>
          <p:cNvPr id="18" name="Isosceles Triangle 17"/>
          <p:cNvSpPr/>
          <p:nvPr userDrawn="1"/>
        </p:nvSpPr>
        <p:spPr>
          <a:xfrm rot="5400000">
            <a:off x="7136906" y="2454688"/>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5" name="Isosceles Triangle 44"/>
          <p:cNvSpPr/>
          <p:nvPr userDrawn="1"/>
        </p:nvSpPr>
        <p:spPr>
          <a:xfrm rot="5400000">
            <a:off x="7136906" y="3274405"/>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6" name="Isosceles Triangle 45"/>
          <p:cNvSpPr/>
          <p:nvPr userDrawn="1"/>
        </p:nvSpPr>
        <p:spPr>
          <a:xfrm rot="5400000">
            <a:off x="7136906" y="4094122"/>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7" name="Isosceles Triangle 46"/>
          <p:cNvSpPr/>
          <p:nvPr userDrawn="1"/>
        </p:nvSpPr>
        <p:spPr>
          <a:xfrm rot="5400000">
            <a:off x="7136906" y="4913839"/>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8" name="Isosceles Triangle 47"/>
          <p:cNvSpPr/>
          <p:nvPr userDrawn="1"/>
        </p:nvSpPr>
        <p:spPr>
          <a:xfrm rot="5400000">
            <a:off x="7136906" y="5733557"/>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 name="Title 1"/>
          <p:cNvSpPr>
            <a:spLocks noGrp="1"/>
          </p:cNvSpPr>
          <p:nvPr>
            <p:ph type="title"/>
          </p:nvPr>
        </p:nvSpPr>
        <p:spPr/>
        <p:txBody>
          <a:bodyPr/>
          <a:lstStyle/>
          <a:p>
            <a:r>
              <a:rPr lang="en-US" dirty="0"/>
              <a:t>Click to edit Master title style</a:t>
            </a:r>
            <a:endParaRPr lang="en-IN" dirty="0"/>
          </a:p>
        </p:txBody>
      </p:sp>
      <p:sp>
        <p:nvSpPr>
          <p:cNvPr id="14" name="Text Placeholder 48"/>
          <p:cNvSpPr>
            <a:spLocks noGrp="1"/>
          </p:cNvSpPr>
          <p:nvPr>
            <p:ph type="body" sz="quarter" idx="34"/>
          </p:nvPr>
        </p:nvSpPr>
        <p:spPr>
          <a:xfrm>
            <a:off x="1641207" y="2181637"/>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16" name="Text Placeholder 6"/>
          <p:cNvSpPr>
            <a:spLocks noGrp="1"/>
          </p:cNvSpPr>
          <p:nvPr>
            <p:ph type="body" sz="quarter" idx="44"/>
          </p:nvPr>
        </p:nvSpPr>
        <p:spPr>
          <a:xfrm>
            <a:off x="1825357" y="2181637"/>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17" name="Text Placeholder 48"/>
          <p:cNvSpPr>
            <a:spLocks noGrp="1"/>
          </p:cNvSpPr>
          <p:nvPr>
            <p:ph type="body" sz="quarter" idx="45"/>
          </p:nvPr>
        </p:nvSpPr>
        <p:spPr>
          <a:xfrm>
            <a:off x="1641207" y="3004653"/>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19" name="Text Placeholder 6"/>
          <p:cNvSpPr>
            <a:spLocks noGrp="1"/>
          </p:cNvSpPr>
          <p:nvPr>
            <p:ph type="body" sz="quarter" idx="46"/>
          </p:nvPr>
        </p:nvSpPr>
        <p:spPr>
          <a:xfrm>
            <a:off x="1825357" y="3004653"/>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0" name="Text Placeholder 48"/>
          <p:cNvSpPr>
            <a:spLocks noGrp="1"/>
          </p:cNvSpPr>
          <p:nvPr>
            <p:ph type="body" sz="quarter" idx="47"/>
          </p:nvPr>
        </p:nvSpPr>
        <p:spPr>
          <a:xfrm>
            <a:off x="1641207" y="3807877"/>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1" name="Text Placeholder 6"/>
          <p:cNvSpPr>
            <a:spLocks noGrp="1"/>
          </p:cNvSpPr>
          <p:nvPr>
            <p:ph type="body" sz="quarter" idx="48"/>
          </p:nvPr>
        </p:nvSpPr>
        <p:spPr>
          <a:xfrm>
            <a:off x="1825357" y="3807877"/>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2" name="Text Placeholder 48"/>
          <p:cNvSpPr>
            <a:spLocks noGrp="1"/>
          </p:cNvSpPr>
          <p:nvPr>
            <p:ph type="body" sz="quarter" idx="49"/>
          </p:nvPr>
        </p:nvSpPr>
        <p:spPr>
          <a:xfrm>
            <a:off x="1641207" y="4650685"/>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3" name="Text Placeholder 6"/>
          <p:cNvSpPr>
            <a:spLocks noGrp="1"/>
          </p:cNvSpPr>
          <p:nvPr>
            <p:ph type="body" sz="quarter" idx="50"/>
          </p:nvPr>
        </p:nvSpPr>
        <p:spPr>
          <a:xfrm>
            <a:off x="1825357" y="4650685"/>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
        <p:nvSpPr>
          <p:cNvPr id="24" name="Text Placeholder 48"/>
          <p:cNvSpPr>
            <a:spLocks noGrp="1"/>
          </p:cNvSpPr>
          <p:nvPr>
            <p:ph type="body" sz="quarter" idx="51"/>
          </p:nvPr>
        </p:nvSpPr>
        <p:spPr>
          <a:xfrm>
            <a:off x="1641207" y="5447312"/>
            <a:ext cx="5597793" cy="685800"/>
          </a:xfrm>
          <a:prstGeom prst="parallelogram">
            <a:avLst/>
          </a:prstGeom>
          <a:solidFill>
            <a:schemeClr val="bg2"/>
          </a:solidFill>
        </p:spPr>
        <p:txBody>
          <a:bodyPr wrap="square" lIns="72000" tIns="45720" rIns="72000" bIns="45720" anchor="ctr">
            <a:noAutofit/>
          </a:bodyPr>
          <a:lstStyle>
            <a:lvl1pPr>
              <a:defRPr sz="1200" baseline="0">
                <a:solidFill>
                  <a:schemeClr val="bg2"/>
                </a:solidFill>
              </a:defRPr>
            </a:lvl1pPr>
          </a:lstStyle>
          <a:p>
            <a:pPr lvl="0"/>
            <a:r>
              <a:rPr lang="en-US" dirty="0"/>
              <a:t>Click to edit Master text styles</a:t>
            </a:r>
          </a:p>
        </p:txBody>
      </p:sp>
      <p:sp>
        <p:nvSpPr>
          <p:cNvPr id="25" name="Text Placeholder 6"/>
          <p:cNvSpPr>
            <a:spLocks noGrp="1"/>
          </p:cNvSpPr>
          <p:nvPr>
            <p:ph type="body" sz="quarter" idx="52"/>
          </p:nvPr>
        </p:nvSpPr>
        <p:spPr>
          <a:xfrm>
            <a:off x="1825357" y="5447312"/>
            <a:ext cx="5248543" cy="685800"/>
          </a:xfrm>
          <a:noFill/>
          <a:ln>
            <a:noFill/>
          </a:ln>
        </p:spPr>
        <p:txBody>
          <a:bodyPr lIns="72000" rIns="72000" anchor="ctr">
            <a:noAutofit/>
          </a:bodyPr>
          <a:lstStyle>
            <a:lvl1pPr marL="285750" indent="-285750" algn="ctr">
              <a:buNone/>
              <a:defRPr lang="en-US" sz="1200" kern="1200" baseline="0" dirty="0">
                <a:solidFill>
                  <a:schemeClr val="bg1"/>
                </a:solidFill>
                <a:latin typeface="+mn-lt"/>
                <a:ea typeface="+mn-ea"/>
                <a:cs typeface="Arial" panose="020B0604020202020204" pitchFamily="34" charset="0"/>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marL="0" lvl="0" indent="0" algn="l" defTabSz="914400" rtl="0" eaLnBrk="1" latinLnBrk="0" hangingPunct="1">
              <a:lnSpc>
                <a:spcPct val="90000"/>
              </a:lnSpc>
              <a:spcBef>
                <a:spcPts val="1200"/>
              </a:spcBef>
              <a:buFont typeface="Arial" panose="020B0604020202020204" pitchFamily="34" charset="0"/>
              <a:buNone/>
            </a:pP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hree split - Icons">
    <p:spTree>
      <p:nvGrpSpPr>
        <p:cNvPr id="1" name=""/>
        <p:cNvGrpSpPr/>
        <p:nvPr/>
      </p:nvGrpSpPr>
      <p:grpSpPr>
        <a:xfrm>
          <a:off x="0" y="0"/>
          <a:ext cx="0" cy="0"/>
          <a:chOff x="0" y="0"/>
          <a:chExt cx="0" cy="0"/>
        </a:xfrm>
      </p:grpSpPr>
      <p:sp>
        <p:nvSpPr>
          <p:cNvPr id="21" name="Text Placeholder 4"/>
          <p:cNvSpPr>
            <a:spLocks noGrp="1"/>
          </p:cNvSpPr>
          <p:nvPr>
            <p:ph type="body" sz="quarter" idx="19"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5" name="Picture Placeholder 4"/>
          <p:cNvSpPr>
            <a:spLocks noGrp="1"/>
          </p:cNvSpPr>
          <p:nvPr>
            <p:ph type="pic" sz="quarter" idx="16" hasCustomPrompt="1"/>
          </p:nvPr>
        </p:nvSpPr>
        <p:spPr>
          <a:xfrm>
            <a:off x="1812131" y="2108200"/>
            <a:ext cx="823912" cy="823913"/>
          </a:xfrm>
        </p:spPr>
        <p:txBody>
          <a:bodyPr anchor="ctr">
            <a:normAutofit/>
          </a:bodyPr>
          <a:lstStyle>
            <a:lvl1pPr marL="0" indent="0" algn="ctr">
              <a:buNone/>
              <a:defRPr sz="1200"/>
            </a:lvl1pPr>
          </a:lstStyle>
          <a:p>
            <a:r>
              <a:rPr lang="en-US" dirty="0"/>
              <a:t>Icon</a:t>
            </a:r>
          </a:p>
        </p:txBody>
      </p:sp>
      <p:sp>
        <p:nvSpPr>
          <p:cNvPr id="15" name="Picture Placeholder 4"/>
          <p:cNvSpPr>
            <a:spLocks noGrp="1"/>
          </p:cNvSpPr>
          <p:nvPr>
            <p:ph type="pic" sz="quarter" idx="17" hasCustomPrompt="1"/>
          </p:nvPr>
        </p:nvSpPr>
        <p:spPr>
          <a:xfrm>
            <a:off x="5684044" y="2118266"/>
            <a:ext cx="823912" cy="823913"/>
          </a:xfrm>
        </p:spPr>
        <p:txBody>
          <a:bodyPr anchor="ctr">
            <a:normAutofit/>
          </a:bodyPr>
          <a:lstStyle>
            <a:lvl1pPr marL="0" indent="0" algn="ctr">
              <a:buNone/>
              <a:defRPr sz="1200"/>
            </a:lvl1pPr>
          </a:lstStyle>
          <a:p>
            <a:r>
              <a:rPr lang="en-US" dirty="0"/>
              <a:t>Icon</a:t>
            </a:r>
          </a:p>
        </p:txBody>
      </p:sp>
      <p:sp>
        <p:nvSpPr>
          <p:cNvPr id="17" name="Picture Placeholder 4"/>
          <p:cNvSpPr>
            <a:spLocks noGrp="1"/>
          </p:cNvSpPr>
          <p:nvPr>
            <p:ph type="pic" sz="quarter" idx="18" hasCustomPrompt="1"/>
          </p:nvPr>
        </p:nvSpPr>
        <p:spPr>
          <a:xfrm>
            <a:off x="9555956" y="2118266"/>
            <a:ext cx="823912" cy="823913"/>
          </a:xfrm>
        </p:spPr>
        <p:txBody>
          <a:bodyPr anchor="ctr">
            <a:normAutofit/>
          </a:bodyPr>
          <a:lstStyle>
            <a:lvl1pPr marL="0" indent="0" algn="ctr">
              <a:buNone/>
              <a:defRPr sz="1200"/>
            </a:lvl1pPr>
          </a:lstStyle>
          <a:p>
            <a:r>
              <a:rPr lang="en-US" dirty="0"/>
              <a:t>Icon</a:t>
            </a:r>
          </a:p>
        </p:txBody>
      </p:sp>
      <p:sp>
        <p:nvSpPr>
          <p:cNvPr id="16" name="Text Placeholder 15"/>
          <p:cNvSpPr>
            <a:spLocks noGrp="1"/>
          </p:cNvSpPr>
          <p:nvPr>
            <p:ph type="body" sz="quarter" idx="13" hasCustomPrompt="1"/>
          </p:nvPr>
        </p:nvSpPr>
        <p:spPr>
          <a:xfrm>
            <a:off x="381000"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p:cNvSpPr>
            <a:spLocks noGrp="1"/>
          </p:cNvSpPr>
          <p:nvPr>
            <p:ph type="body" sz="quarter" idx="14" hasCustomPrompt="1"/>
          </p:nvPr>
        </p:nvSpPr>
        <p:spPr>
          <a:xfrm>
            <a:off x="4252912"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p:cNvSpPr>
            <a:spLocks noGrp="1"/>
          </p:cNvSpPr>
          <p:nvPr>
            <p:ph type="body" sz="quarter" idx="15" hasCustomPrompt="1"/>
          </p:nvPr>
        </p:nvSpPr>
        <p:spPr>
          <a:xfrm>
            <a:off x="8124825"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p:cNvSpPr>
            <a:spLocks noGrp="1"/>
          </p:cNvSpPr>
          <p:nvPr>
            <p:ph type="body" sz="quarter" idx="20"/>
          </p:nvPr>
        </p:nvSpPr>
        <p:spPr>
          <a:xfrm>
            <a:off x="381000"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2" name="Text Placeholder 3"/>
          <p:cNvSpPr>
            <a:spLocks noGrp="1"/>
          </p:cNvSpPr>
          <p:nvPr>
            <p:ph type="body" sz="quarter" idx="21"/>
          </p:nvPr>
        </p:nvSpPr>
        <p:spPr>
          <a:xfrm>
            <a:off x="4252912"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3" name="Text Placeholder 3"/>
          <p:cNvSpPr>
            <a:spLocks noGrp="1"/>
          </p:cNvSpPr>
          <p:nvPr>
            <p:ph type="body" sz="quarter" idx="22"/>
          </p:nvPr>
        </p:nvSpPr>
        <p:spPr>
          <a:xfrm>
            <a:off x="8124825" y="3816836"/>
            <a:ext cx="3541321" cy="1698593"/>
          </a:xfrm>
        </p:spPr>
        <p:txBody>
          <a:bodyPr lIns="90000" tIns="90000" rIns="90000" bIns="9000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Three split - Icons">
    <p:spTree>
      <p:nvGrpSpPr>
        <p:cNvPr id="1" name=""/>
        <p:cNvGrpSpPr/>
        <p:nvPr/>
      </p:nvGrpSpPr>
      <p:grpSpPr>
        <a:xfrm>
          <a:off x="0" y="0"/>
          <a:ext cx="0" cy="0"/>
          <a:chOff x="0" y="0"/>
          <a:chExt cx="0" cy="0"/>
        </a:xfrm>
      </p:grpSpPr>
      <p:sp>
        <p:nvSpPr>
          <p:cNvPr id="15" name="Text Placeholder 15"/>
          <p:cNvSpPr>
            <a:spLocks noGrp="1"/>
          </p:cNvSpPr>
          <p:nvPr>
            <p:ph type="body" sz="quarter" idx="25"/>
          </p:nvPr>
        </p:nvSpPr>
        <p:spPr>
          <a:xfrm>
            <a:off x="8229875"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4572419"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914963" y="2362087"/>
            <a:ext cx="3060630"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grpSp>
        <p:nvGrpSpPr>
          <p:cNvPr id="91" name="Group 90"/>
          <p:cNvGrpSpPr/>
          <p:nvPr userDrawn="1"/>
        </p:nvGrpSpPr>
        <p:grpSpPr>
          <a:xfrm>
            <a:off x="381001" y="1861583"/>
            <a:ext cx="11429998" cy="3517668"/>
            <a:chOff x="381001" y="1861583"/>
            <a:chExt cx="11429998" cy="3517668"/>
          </a:xfrm>
        </p:grpSpPr>
        <p:grpSp>
          <p:nvGrpSpPr>
            <p:cNvPr id="21" name="object 4"/>
            <p:cNvGrpSpPr/>
            <p:nvPr userDrawn="1"/>
          </p:nvGrpSpPr>
          <p:grpSpPr>
            <a:xfrm>
              <a:off x="381001" y="3351205"/>
              <a:ext cx="3900072" cy="1989161"/>
              <a:chOff x="1585475" y="5701396"/>
              <a:chExt cx="4362157" cy="2937153"/>
            </a:xfrm>
          </p:grpSpPr>
          <p:sp>
            <p:nvSpPr>
              <p:cNvPr id="58" name="object 5"/>
              <p:cNvSpPr/>
              <p:nvPr/>
            </p:nvSpPr>
            <p:spPr>
              <a:xfrm>
                <a:off x="1627370" y="5805726"/>
                <a:ext cx="0" cy="246760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59" name="object 6"/>
              <p:cNvSpPr/>
              <p:nvPr/>
            </p:nvSpPr>
            <p:spPr>
              <a:xfrm>
                <a:off x="1633351" y="8365440"/>
                <a:ext cx="277498" cy="252093"/>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60" name="object 7"/>
              <p:cNvSpPr/>
              <p:nvPr/>
            </p:nvSpPr>
            <p:spPr>
              <a:xfrm>
                <a:off x="1616900" y="8293624"/>
                <a:ext cx="20956"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1" name="object 8"/>
              <p:cNvSpPr/>
              <p:nvPr/>
            </p:nvSpPr>
            <p:spPr>
              <a:xfrm>
                <a:off x="2003897" y="8619135"/>
                <a:ext cx="3588413" cy="889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2" name="object 9"/>
              <p:cNvSpPr/>
              <p:nvPr/>
            </p:nvSpPr>
            <p:spPr>
              <a:xfrm>
                <a:off x="1931030" y="8608514"/>
                <a:ext cx="20956"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3" name="object 10"/>
              <p:cNvSpPr/>
              <p:nvPr/>
            </p:nvSpPr>
            <p:spPr>
              <a:xfrm>
                <a:off x="5684178" y="8345338"/>
                <a:ext cx="251463" cy="27685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sp>
            <p:nvSpPr>
              <p:cNvPr id="64" name="object 11"/>
              <p:cNvSpPr/>
              <p:nvPr/>
            </p:nvSpPr>
            <p:spPr>
              <a:xfrm>
                <a:off x="1616900" y="5732797"/>
                <a:ext cx="4330732" cy="2905752"/>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5" name="object 12"/>
              <p:cNvSpPr/>
              <p:nvPr/>
            </p:nvSpPr>
            <p:spPr>
              <a:xfrm>
                <a:off x="1585475" y="5701396"/>
                <a:ext cx="83820" cy="8381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sp>
          <p:nvSpPr>
            <p:cNvPr id="55" name="object 14"/>
            <p:cNvSpPr/>
            <p:nvPr/>
          </p:nvSpPr>
          <p:spPr>
            <a:xfrm>
              <a:off x="4274006" y="2113506"/>
              <a:ext cx="0" cy="2964914"/>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grpSp>
          <p:nvGrpSpPr>
            <p:cNvPr id="35" name="Group 34"/>
            <p:cNvGrpSpPr/>
            <p:nvPr userDrawn="1"/>
          </p:nvGrpSpPr>
          <p:grpSpPr>
            <a:xfrm>
              <a:off x="4314505" y="1872371"/>
              <a:ext cx="226409" cy="227045"/>
              <a:chOff x="4201300" y="1872371"/>
              <a:chExt cx="226409" cy="227045"/>
            </a:xfrm>
          </p:grpSpPr>
          <p:sp>
            <p:nvSpPr>
              <p:cNvPr id="56" name="object 15"/>
              <p:cNvSpPr/>
              <p:nvPr/>
            </p:nvSpPr>
            <p:spPr>
              <a:xfrm>
                <a:off x="4212408" y="1880471"/>
                <a:ext cx="187388" cy="170283"/>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4201300" y="1872371"/>
                <a:ext cx="226409" cy="227045"/>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4521652" y="1861583"/>
              <a:ext cx="3417867" cy="227038"/>
              <a:chOff x="6313950" y="3517524"/>
              <a:chExt cx="3780200" cy="335280"/>
            </a:xfrm>
          </p:grpSpPr>
          <p:sp>
            <p:nvSpPr>
              <p:cNvPr id="52" name="object 18"/>
              <p:cNvSpPr/>
              <p:nvPr/>
            </p:nvSpPr>
            <p:spPr>
              <a:xfrm>
                <a:off x="6313950" y="3527987"/>
                <a:ext cx="3424556"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44" y="3533965"/>
                <a:ext cx="251460" cy="277494"/>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69" y="3517524"/>
                <a:ext cx="335281"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sp>
          <p:nvSpPr>
            <p:cNvPr id="49" name="object 22"/>
            <p:cNvSpPr/>
            <p:nvPr/>
          </p:nvSpPr>
          <p:spPr>
            <a:xfrm>
              <a:off x="7939521" y="2134832"/>
              <a:ext cx="0" cy="2964989"/>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grpSp>
          <p:nvGrpSpPr>
            <p:cNvPr id="90" name="Group 89"/>
            <p:cNvGrpSpPr/>
            <p:nvPr userDrawn="1"/>
          </p:nvGrpSpPr>
          <p:grpSpPr>
            <a:xfrm>
              <a:off x="7939519" y="5110319"/>
              <a:ext cx="3848603" cy="268932"/>
              <a:chOff x="7939519" y="5110319"/>
              <a:chExt cx="3848603" cy="268932"/>
            </a:xfrm>
          </p:grpSpPr>
          <p:sp>
            <p:nvSpPr>
              <p:cNvPr id="50" name="object 23"/>
              <p:cNvSpPr/>
              <p:nvPr/>
            </p:nvSpPr>
            <p:spPr>
              <a:xfrm>
                <a:off x="7950309" y="5162429"/>
                <a:ext cx="182064" cy="170287"/>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7939519" y="5113830"/>
                <a:ext cx="219977" cy="227051"/>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sp>
            <p:nvSpPr>
              <p:cNvPr id="46" name="object 26"/>
              <p:cNvSpPr/>
              <p:nvPr/>
            </p:nvSpPr>
            <p:spPr>
              <a:xfrm>
                <a:off x="8207403" y="5333532"/>
                <a:ext cx="628435" cy="45719"/>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grpSp>
            <p:nvGrpSpPr>
              <p:cNvPr id="27" name="object 33"/>
              <p:cNvGrpSpPr/>
              <p:nvPr userDrawn="1"/>
            </p:nvGrpSpPr>
            <p:grpSpPr>
              <a:xfrm flipV="1">
                <a:off x="8835837" y="5110319"/>
                <a:ext cx="2952285" cy="227038"/>
                <a:chOff x="14607412" y="3517524"/>
                <a:chExt cx="3873908" cy="335280"/>
              </a:xfrm>
            </p:grpSpPr>
            <p:sp>
              <p:nvSpPr>
                <p:cNvPr id="40" name="object 34"/>
                <p:cNvSpPr/>
                <p:nvPr/>
              </p:nvSpPr>
              <p:spPr>
                <a:xfrm>
                  <a:off x="14607412" y="3527987"/>
                  <a:ext cx="3517895"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785" y="3533965"/>
                  <a:ext cx="251460" cy="277494"/>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1" y="3517524"/>
                  <a:ext cx="335279"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grpSp>
          <p:nvGrpSpPr>
            <p:cNvPr id="28" name="object 37"/>
            <p:cNvGrpSpPr/>
            <p:nvPr userDrawn="1"/>
          </p:nvGrpSpPr>
          <p:grpSpPr>
            <a:xfrm flipV="1">
              <a:off x="11748577" y="3666851"/>
              <a:ext cx="62422" cy="1408236"/>
              <a:chOff x="18429794" y="3904827"/>
              <a:chExt cx="81915" cy="2079411"/>
            </a:xfrm>
          </p:grpSpPr>
          <p:sp>
            <p:nvSpPr>
              <p:cNvPr id="37" name="object 38"/>
              <p:cNvSpPr/>
              <p:nvPr/>
            </p:nvSpPr>
            <p:spPr>
              <a:xfrm>
                <a:off x="18470641" y="3904827"/>
                <a:ext cx="0" cy="1975487"/>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38" name="object 39"/>
              <p:cNvSpPr/>
              <p:nvPr/>
            </p:nvSpPr>
            <p:spPr>
              <a:xfrm>
                <a:off x="18460174" y="5901143"/>
                <a:ext cx="20954" cy="20954"/>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39" name="object 40"/>
              <p:cNvSpPr/>
              <p:nvPr/>
            </p:nvSpPr>
            <p:spPr>
              <a:xfrm>
                <a:off x="18429794" y="5871844"/>
                <a:ext cx="81915" cy="112394"/>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sp>
        <p:nvSpPr>
          <p:cNvPr id="69" name="Picture Placeholder 4"/>
          <p:cNvSpPr>
            <a:spLocks noGrp="1"/>
          </p:cNvSpPr>
          <p:nvPr>
            <p:ph type="pic" sz="quarter" idx="16" hasCustomPrompt="1"/>
          </p:nvPr>
        </p:nvSpPr>
        <p:spPr>
          <a:xfrm>
            <a:off x="1725885" y="2740569"/>
            <a:ext cx="1438787"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5383341" y="2750635"/>
            <a:ext cx="1438787"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9040797" y="2746418"/>
            <a:ext cx="1438787"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1018825"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4676281"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8333737" y="3860379"/>
            <a:ext cx="285290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Four split - Icons">
    <p:spTree>
      <p:nvGrpSpPr>
        <p:cNvPr id="1" name=""/>
        <p:cNvGrpSpPr/>
        <p:nvPr/>
      </p:nvGrpSpPr>
      <p:grpSpPr>
        <a:xfrm>
          <a:off x="0" y="0"/>
          <a:ext cx="0" cy="0"/>
          <a:chOff x="0" y="0"/>
          <a:chExt cx="0" cy="0"/>
        </a:xfrm>
      </p:grpSpPr>
      <p:sp>
        <p:nvSpPr>
          <p:cNvPr id="12" name="Text Placeholder 15"/>
          <p:cNvSpPr>
            <a:spLocks noGrp="1"/>
          </p:cNvSpPr>
          <p:nvPr>
            <p:ph type="body" sz="quarter" idx="24"/>
          </p:nvPr>
        </p:nvSpPr>
        <p:spPr>
          <a:xfrm>
            <a:off x="6580025"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p:ph type="body" sz="quarter" idx="25"/>
          </p:nvPr>
        </p:nvSpPr>
        <p:spPr>
          <a:xfrm>
            <a:off x="9399665"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3760393"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940753" y="2362087"/>
            <a:ext cx="1900582"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1" name="object 8"/>
          <p:cNvSpPr/>
          <p:nvPr/>
        </p:nvSpPr>
        <p:spPr>
          <a:xfrm>
            <a:off x="663543" y="5326991"/>
            <a:ext cx="242317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3148757" y="5141587"/>
            <a:ext cx="169807"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sp>
        <p:nvSpPr>
          <p:cNvPr id="64" name="object 11"/>
          <p:cNvSpPr/>
          <p:nvPr/>
        </p:nvSpPr>
        <p:spPr>
          <a:xfrm>
            <a:off x="402212" y="3372478"/>
            <a:ext cx="2924449"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grpSp>
        <p:nvGrpSpPr>
          <p:cNvPr id="30" name="Group 29"/>
          <p:cNvGrpSpPr/>
          <p:nvPr userDrawn="1"/>
        </p:nvGrpSpPr>
        <p:grpSpPr>
          <a:xfrm>
            <a:off x="381000" y="3351205"/>
            <a:ext cx="247488" cy="1982784"/>
            <a:chOff x="381000" y="3351205"/>
            <a:chExt cx="247488" cy="1982784"/>
          </a:xfrm>
        </p:grpSpPr>
        <p:sp>
          <p:nvSpPr>
            <p:cNvPr id="58"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59"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60"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2"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65"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nvGrpSpPr>
          <p:cNvPr id="22" name="object 13"/>
          <p:cNvGrpSpPr/>
          <p:nvPr/>
        </p:nvGrpSpPr>
        <p:grpSpPr>
          <a:xfrm>
            <a:off x="3312435" y="1872371"/>
            <a:ext cx="226409" cy="3206049"/>
            <a:chOff x="5926521" y="3517515"/>
            <a:chExt cx="335280" cy="4734560"/>
          </a:xfrm>
        </p:grpSpPr>
        <p:sp>
          <p:nvSpPr>
            <p:cNvPr id="55" name="object 14"/>
            <p:cNvSpPr/>
            <p:nvPr/>
          </p:nvSpPr>
          <p:spPr>
            <a:xfrm>
              <a:off x="5936992"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5942968" y="3529483"/>
              <a:ext cx="277495" cy="251460"/>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5926518" y="3517524"/>
              <a:ext cx="335280" cy="335280"/>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3574055" y="1872371"/>
            <a:ext cx="2552674"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4" name="object 21"/>
          <p:cNvGrpSpPr/>
          <p:nvPr/>
        </p:nvGrpSpPr>
        <p:grpSpPr>
          <a:xfrm>
            <a:off x="6112477"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6374097" y="5113658"/>
            <a:ext cx="2552674"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8912518"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9174512" y="1872371"/>
            <a:ext cx="2616138"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28" name="object 37"/>
          <p:cNvGrpSpPr/>
          <p:nvPr/>
        </p:nvGrpSpPr>
        <p:grpSpPr>
          <a:xfrm>
            <a:off x="11755685" y="2134641"/>
            <a:ext cx="55315" cy="1408236"/>
            <a:chOff x="18429794" y="3904825"/>
            <a:chExt cx="81915" cy="2079625"/>
          </a:xfrm>
        </p:grpSpPr>
        <p:sp>
          <p:nvSpPr>
            <p:cNvPr id="37" name="object 38"/>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38" name="object 39"/>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39" name="object 40"/>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sp>
        <p:nvSpPr>
          <p:cNvPr id="68" name="Picture Placeholder 4"/>
          <p:cNvSpPr>
            <a:spLocks noGrp="1"/>
          </p:cNvSpPr>
          <p:nvPr>
            <p:ph type="pic" sz="quarter" idx="18" hasCustomPrompt="1"/>
          </p:nvPr>
        </p:nvSpPr>
        <p:spPr>
          <a:xfrm>
            <a:off x="7118360" y="2750635"/>
            <a:ext cx="823912"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p:ph type="pic" sz="quarter" idx="16" hasCustomPrompt="1"/>
          </p:nvPr>
        </p:nvSpPr>
        <p:spPr>
          <a:xfrm>
            <a:off x="1479088" y="2740569"/>
            <a:ext cx="823912"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4298728" y="2750635"/>
            <a:ext cx="823912"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9938000" y="2746418"/>
            <a:ext cx="823912"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107419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389383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p:ph sz="half" idx="21" hasCustomPrompt="1"/>
          </p:nvPr>
        </p:nvSpPr>
        <p:spPr>
          <a:xfrm>
            <a:off x="671346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953310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_Five split - Icons">
    <p:spTree>
      <p:nvGrpSpPr>
        <p:cNvPr id="1" name=""/>
        <p:cNvGrpSpPr/>
        <p:nvPr/>
      </p:nvGrpSpPr>
      <p:grpSpPr>
        <a:xfrm>
          <a:off x="0" y="0"/>
          <a:ext cx="0" cy="0"/>
          <a:chOff x="0" y="0"/>
          <a:chExt cx="0" cy="0"/>
        </a:xfrm>
      </p:grpSpPr>
      <p:grpSp>
        <p:nvGrpSpPr>
          <p:cNvPr id="149" name="Group 148"/>
          <p:cNvGrpSpPr/>
          <p:nvPr userDrawn="1"/>
        </p:nvGrpSpPr>
        <p:grpSpPr>
          <a:xfrm>
            <a:off x="381000" y="1872371"/>
            <a:ext cx="11429999" cy="3468510"/>
            <a:chOff x="381000" y="1872371"/>
            <a:chExt cx="11429999" cy="3468510"/>
          </a:xfrm>
        </p:grpSpPr>
        <p:grpSp>
          <p:nvGrpSpPr>
            <p:cNvPr id="148" name="Group 147"/>
            <p:cNvGrpSpPr/>
            <p:nvPr userDrawn="1"/>
          </p:nvGrpSpPr>
          <p:grpSpPr>
            <a:xfrm>
              <a:off x="608957" y="5141587"/>
              <a:ext cx="2142079" cy="191424"/>
              <a:chOff x="608957" y="5141587"/>
              <a:chExt cx="2142079" cy="191424"/>
            </a:xfrm>
          </p:grpSpPr>
          <p:sp>
            <p:nvSpPr>
              <p:cNvPr id="61" name="object 8"/>
              <p:cNvSpPr/>
              <p:nvPr/>
            </p:nvSpPr>
            <p:spPr>
              <a:xfrm>
                <a:off x="608957" y="5326991"/>
                <a:ext cx="195502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2614035" y="5141587"/>
                <a:ext cx="137001"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grpSp>
        <p:grpSp>
          <p:nvGrpSpPr>
            <p:cNvPr id="124" name="Group 123"/>
            <p:cNvGrpSpPr/>
            <p:nvPr/>
          </p:nvGrpSpPr>
          <p:grpSpPr>
            <a:xfrm>
              <a:off x="2746644" y="1872377"/>
              <a:ext cx="226409" cy="3205947"/>
              <a:chOff x="2746644" y="1872377"/>
              <a:chExt cx="226409" cy="3205947"/>
            </a:xfrm>
          </p:grpSpPr>
          <p:sp>
            <p:nvSpPr>
              <p:cNvPr id="55" name="object 14"/>
              <p:cNvSpPr/>
              <p:nvPr/>
            </p:nvSpPr>
            <p:spPr>
              <a:xfrm>
                <a:off x="2752740" y="2113503"/>
                <a:ext cx="0" cy="2964821"/>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2757752" y="1880475"/>
                <a:ext cx="187388" cy="170278"/>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2746644" y="1872377"/>
                <a:ext cx="226409" cy="227038"/>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24" name="object 21"/>
            <p:cNvGrpSpPr/>
            <p:nvPr/>
          </p:nvGrpSpPr>
          <p:grpSpPr>
            <a:xfrm>
              <a:off x="4972552"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2972870" y="1872371"/>
              <a:ext cx="2017087"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7202653"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5207664" y="5113658"/>
              <a:ext cx="2011175"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125" name="object 21"/>
            <p:cNvGrpSpPr/>
            <p:nvPr/>
          </p:nvGrpSpPr>
          <p:grpSpPr>
            <a:xfrm>
              <a:off x="9431558" y="2134832"/>
              <a:ext cx="226409" cy="3206049"/>
              <a:chOff x="10072992" y="3905106"/>
              <a:chExt cx="335280" cy="4734560"/>
            </a:xfrm>
          </p:grpSpPr>
          <p:sp>
            <p:nvSpPr>
              <p:cNvPr id="126"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127"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128"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7437156" y="1872371"/>
              <a:ext cx="2008198"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133" name="object 25"/>
            <p:cNvGrpSpPr/>
            <p:nvPr/>
          </p:nvGrpSpPr>
          <p:grpSpPr>
            <a:xfrm>
              <a:off x="9673169" y="5113660"/>
              <a:ext cx="2117180" cy="227038"/>
              <a:chOff x="10460414" y="8304114"/>
              <a:chExt cx="3780154" cy="335280"/>
            </a:xfrm>
          </p:grpSpPr>
          <p:sp>
            <p:nvSpPr>
              <p:cNvPr id="134"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135"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136"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137" name="object 37"/>
            <p:cNvGrpSpPr/>
            <p:nvPr/>
          </p:nvGrpSpPr>
          <p:grpSpPr>
            <a:xfrm flipV="1">
              <a:off x="11748577" y="3666851"/>
              <a:ext cx="62422" cy="1408236"/>
              <a:chOff x="18429794" y="3904827"/>
              <a:chExt cx="81915" cy="2079411"/>
            </a:xfrm>
          </p:grpSpPr>
          <p:sp>
            <p:nvSpPr>
              <p:cNvPr id="138" name="object 38"/>
              <p:cNvSpPr/>
              <p:nvPr/>
            </p:nvSpPr>
            <p:spPr>
              <a:xfrm>
                <a:off x="18470641" y="3904827"/>
                <a:ext cx="0" cy="1975487"/>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139" name="object 39"/>
              <p:cNvSpPr/>
              <p:nvPr/>
            </p:nvSpPr>
            <p:spPr>
              <a:xfrm>
                <a:off x="18460174" y="5901143"/>
                <a:ext cx="20954" cy="20954"/>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0" name="object 40"/>
              <p:cNvSpPr/>
              <p:nvPr/>
            </p:nvSpPr>
            <p:spPr>
              <a:xfrm>
                <a:off x="18429794" y="5871844"/>
                <a:ext cx="81915" cy="112394"/>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nvGrpSpPr>
            <p:cNvPr id="142" name="Group 141"/>
            <p:cNvGrpSpPr/>
            <p:nvPr userDrawn="1"/>
          </p:nvGrpSpPr>
          <p:grpSpPr>
            <a:xfrm>
              <a:off x="381000" y="3351205"/>
              <a:ext cx="247488" cy="1982784"/>
              <a:chOff x="381000" y="3351205"/>
              <a:chExt cx="247488" cy="1982784"/>
            </a:xfrm>
          </p:grpSpPr>
          <p:sp>
            <p:nvSpPr>
              <p:cNvPr id="143"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144"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145"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6"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7"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sp>
        <p:nvSpPr>
          <p:cNvPr id="12" name="Text Placeholder 15"/>
          <p:cNvSpPr>
            <a:spLocks noGrp="1"/>
          </p:cNvSpPr>
          <p:nvPr>
            <p:ph type="body" sz="quarter" idx="24"/>
          </p:nvPr>
        </p:nvSpPr>
        <p:spPr>
          <a:xfrm>
            <a:off x="7443677"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p:ph type="body" sz="quarter" idx="25"/>
          </p:nvPr>
        </p:nvSpPr>
        <p:spPr>
          <a:xfrm>
            <a:off x="9673169"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p:ph type="body" sz="quarter" idx="23"/>
          </p:nvPr>
        </p:nvSpPr>
        <p:spPr>
          <a:xfrm>
            <a:off x="2984693"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p:ph type="body" sz="quarter" idx="13"/>
          </p:nvPr>
        </p:nvSpPr>
        <p:spPr>
          <a:xfrm>
            <a:off x="755201"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4" name="object 11"/>
          <p:cNvSpPr/>
          <p:nvPr/>
        </p:nvSpPr>
        <p:spPr>
          <a:xfrm>
            <a:off x="398115" y="3372478"/>
            <a:ext cx="2359454"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8" name="Picture Placeholder 4"/>
          <p:cNvSpPr>
            <a:spLocks noGrp="1"/>
          </p:cNvSpPr>
          <p:nvPr>
            <p:ph type="pic" sz="quarter" idx="18" hasCustomPrompt="1"/>
          </p:nvPr>
        </p:nvSpPr>
        <p:spPr>
          <a:xfrm>
            <a:off x="7943221" y="2750635"/>
            <a:ext cx="764544"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p:ph type="pic" sz="quarter" idx="16" hasCustomPrompt="1"/>
          </p:nvPr>
        </p:nvSpPr>
        <p:spPr>
          <a:xfrm>
            <a:off x="1254745" y="2740569"/>
            <a:ext cx="764544"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p:ph type="pic" sz="quarter" idx="17" hasCustomPrompt="1"/>
          </p:nvPr>
        </p:nvSpPr>
        <p:spPr>
          <a:xfrm>
            <a:off x="3484237" y="2750635"/>
            <a:ext cx="764544"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p:ph type="pic" sz="quarter" idx="19" hasCustomPrompt="1"/>
          </p:nvPr>
        </p:nvSpPr>
        <p:spPr>
          <a:xfrm>
            <a:off x="10172713" y="2746418"/>
            <a:ext cx="764544"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p:ph sz="half" idx="1" hasCustomPrompt="1"/>
          </p:nvPr>
        </p:nvSpPr>
        <p:spPr>
          <a:xfrm>
            <a:off x="879028"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p:ph sz="half" idx="20" hasCustomPrompt="1"/>
          </p:nvPr>
        </p:nvSpPr>
        <p:spPr>
          <a:xfrm>
            <a:off x="3108520"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p:ph sz="half" idx="21" hasCustomPrompt="1"/>
          </p:nvPr>
        </p:nvSpPr>
        <p:spPr>
          <a:xfrm>
            <a:off x="7567504"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p:ph sz="half" idx="22" hasCustomPrompt="1"/>
          </p:nvPr>
        </p:nvSpPr>
        <p:spPr>
          <a:xfrm>
            <a:off x="9796996"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
        <p:nvSpPr>
          <p:cNvPr id="19" name="Text Placeholder 15"/>
          <p:cNvSpPr>
            <a:spLocks noGrp="1"/>
          </p:cNvSpPr>
          <p:nvPr>
            <p:ph type="body" sz="quarter" idx="27"/>
          </p:nvPr>
        </p:nvSpPr>
        <p:spPr>
          <a:xfrm>
            <a:off x="5214185" y="2362087"/>
            <a:ext cx="1763633"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20" name="Picture Placeholder 4"/>
          <p:cNvSpPr>
            <a:spLocks noGrp="1"/>
          </p:cNvSpPr>
          <p:nvPr>
            <p:ph type="pic" sz="quarter" idx="28" hasCustomPrompt="1"/>
          </p:nvPr>
        </p:nvSpPr>
        <p:spPr>
          <a:xfrm>
            <a:off x="5713729" y="2750635"/>
            <a:ext cx="764544" cy="823913"/>
          </a:xfrm>
        </p:spPr>
        <p:txBody>
          <a:bodyPr anchor="ctr">
            <a:normAutofit/>
          </a:bodyPr>
          <a:lstStyle>
            <a:lvl1pPr marL="0" indent="0" algn="ctr">
              <a:buNone/>
              <a:defRPr sz="1200"/>
            </a:lvl1pPr>
          </a:lstStyle>
          <a:p>
            <a:r>
              <a:rPr lang="en-US" dirty="0"/>
              <a:t>Icon</a:t>
            </a:r>
          </a:p>
        </p:txBody>
      </p:sp>
      <p:sp>
        <p:nvSpPr>
          <p:cNvPr id="29" name="Content Placeholder 2"/>
          <p:cNvSpPr>
            <a:spLocks noGrp="1"/>
          </p:cNvSpPr>
          <p:nvPr>
            <p:ph sz="half" idx="29" hasCustomPrompt="1"/>
          </p:nvPr>
        </p:nvSpPr>
        <p:spPr>
          <a:xfrm>
            <a:off x="5338012" y="3860379"/>
            <a:ext cx="1515979"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ix split - Icons">
    <p:spTree>
      <p:nvGrpSpPr>
        <p:cNvPr id="1" name=""/>
        <p:cNvGrpSpPr/>
        <p:nvPr/>
      </p:nvGrpSpPr>
      <p:grpSpPr>
        <a:xfrm>
          <a:off x="0" y="0"/>
          <a:ext cx="0" cy="0"/>
          <a:chOff x="0" y="0"/>
          <a:chExt cx="0" cy="0"/>
        </a:xfrm>
      </p:grpSpPr>
      <p:grpSp>
        <p:nvGrpSpPr>
          <p:cNvPr id="133" name="object 25"/>
          <p:cNvGrpSpPr/>
          <p:nvPr/>
        </p:nvGrpSpPr>
        <p:grpSpPr>
          <a:xfrm>
            <a:off x="8170488" y="5113660"/>
            <a:ext cx="1625445" cy="227038"/>
            <a:chOff x="10460414" y="8304114"/>
            <a:chExt cx="3780154" cy="335280"/>
          </a:xfrm>
        </p:grpSpPr>
        <p:sp>
          <p:nvSpPr>
            <p:cNvPr id="134"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135"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136"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sp>
        <p:nvSpPr>
          <p:cNvPr id="12" name="Text Placeholder 15"/>
          <p:cNvSpPr>
            <a:spLocks noGrp="1"/>
          </p:cNvSpPr>
          <p:nvPr userDrawn="1">
            <p:ph type="body" sz="quarter" idx="24"/>
          </p:nvPr>
        </p:nvSpPr>
        <p:spPr>
          <a:xfrm>
            <a:off x="6278643"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5" name="Text Placeholder 15"/>
          <p:cNvSpPr>
            <a:spLocks noGrp="1"/>
          </p:cNvSpPr>
          <p:nvPr userDrawn="1">
            <p:ph type="body" sz="quarter" idx="25"/>
          </p:nvPr>
        </p:nvSpPr>
        <p:spPr>
          <a:xfrm>
            <a:off x="9974799"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10" name="Text Placeholder 15"/>
          <p:cNvSpPr>
            <a:spLocks noGrp="1"/>
          </p:cNvSpPr>
          <p:nvPr userDrawn="1">
            <p:ph type="body" sz="quarter" idx="23"/>
          </p:nvPr>
        </p:nvSpPr>
        <p:spPr>
          <a:xfrm>
            <a:off x="2582487"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5" name="Text Placeholder 15"/>
          <p:cNvSpPr>
            <a:spLocks noGrp="1"/>
          </p:cNvSpPr>
          <p:nvPr userDrawn="1">
            <p:ph type="body" sz="quarter" idx="13"/>
          </p:nvPr>
        </p:nvSpPr>
        <p:spPr>
          <a:xfrm>
            <a:off x="734409"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64" name="object 11"/>
          <p:cNvSpPr/>
          <p:nvPr userDrawn="1"/>
        </p:nvSpPr>
        <p:spPr>
          <a:xfrm>
            <a:off x="398115" y="3372478"/>
            <a:ext cx="2009229" cy="1967661"/>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dirty="0"/>
          </a:p>
        </p:txBody>
      </p:sp>
      <p:sp>
        <p:nvSpPr>
          <p:cNvPr id="68" name="Picture Placeholder 4"/>
          <p:cNvSpPr>
            <a:spLocks noGrp="1"/>
          </p:cNvSpPr>
          <p:nvPr userDrawn="1">
            <p:ph type="pic" sz="quarter" idx="18" hasCustomPrompt="1"/>
          </p:nvPr>
        </p:nvSpPr>
        <p:spPr>
          <a:xfrm>
            <a:off x="6698641" y="2750635"/>
            <a:ext cx="642799" cy="823913"/>
          </a:xfrm>
        </p:spPr>
        <p:txBody>
          <a:bodyPr anchor="ctr">
            <a:normAutofit/>
          </a:bodyPr>
          <a:lstStyle>
            <a:lvl1pPr marL="0" indent="0" algn="ctr">
              <a:buNone/>
              <a:defRPr sz="1200"/>
            </a:lvl1pPr>
          </a:lstStyle>
          <a:p>
            <a:r>
              <a:rPr lang="en-US" dirty="0"/>
              <a:t>Icon</a:t>
            </a:r>
          </a:p>
        </p:txBody>
      </p:sp>
      <p:sp>
        <p:nvSpPr>
          <p:cNvPr id="69" name="Picture Placeholder 4"/>
          <p:cNvSpPr>
            <a:spLocks noGrp="1"/>
          </p:cNvSpPr>
          <p:nvPr userDrawn="1">
            <p:ph type="pic" sz="quarter" idx="16" hasCustomPrompt="1"/>
          </p:nvPr>
        </p:nvSpPr>
        <p:spPr>
          <a:xfrm>
            <a:off x="1154407" y="2740569"/>
            <a:ext cx="642799" cy="823913"/>
          </a:xfrm>
        </p:spPr>
        <p:txBody>
          <a:bodyPr anchor="ctr">
            <a:normAutofit/>
          </a:bodyPr>
          <a:lstStyle>
            <a:lvl1pPr marL="0" indent="0" algn="ctr">
              <a:buNone/>
              <a:defRPr sz="1200"/>
            </a:lvl1pPr>
          </a:lstStyle>
          <a:p>
            <a:r>
              <a:rPr lang="en-US" dirty="0"/>
              <a:t>Icon</a:t>
            </a:r>
          </a:p>
        </p:txBody>
      </p:sp>
      <p:sp>
        <p:nvSpPr>
          <p:cNvPr id="70" name="Picture Placeholder 4"/>
          <p:cNvSpPr>
            <a:spLocks noGrp="1"/>
          </p:cNvSpPr>
          <p:nvPr userDrawn="1">
            <p:ph type="pic" sz="quarter" idx="17" hasCustomPrompt="1"/>
          </p:nvPr>
        </p:nvSpPr>
        <p:spPr>
          <a:xfrm>
            <a:off x="3002485" y="2750635"/>
            <a:ext cx="642799" cy="823913"/>
          </a:xfrm>
        </p:spPr>
        <p:txBody>
          <a:bodyPr anchor="ctr">
            <a:normAutofit/>
          </a:bodyPr>
          <a:lstStyle>
            <a:lvl1pPr marL="0" indent="0" algn="ctr">
              <a:buNone/>
              <a:defRPr sz="1200"/>
            </a:lvl1pPr>
          </a:lstStyle>
          <a:p>
            <a:r>
              <a:rPr lang="en-US" dirty="0"/>
              <a:t>Icon</a:t>
            </a:r>
          </a:p>
        </p:txBody>
      </p:sp>
      <p:sp>
        <p:nvSpPr>
          <p:cNvPr id="72" name="Picture Placeholder 4"/>
          <p:cNvSpPr>
            <a:spLocks noGrp="1"/>
          </p:cNvSpPr>
          <p:nvPr userDrawn="1">
            <p:ph type="pic" sz="quarter" idx="19" hasCustomPrompt="1"/>
          </p:nvPr>
        </p:nvSpPr>
        <p:spPr>
          <a:xfrm>
            <a:off x="10394797" y="2746418"/>
            <a:ext cx="642799" cy="823913"/>
          </a:xfrm>
        </p:spPr>
        <p:txBody>
          <a:bodyPr anchor="ctr">
            <a:normAutofit/>
          </a:bodyPr>
          <a:lstStyle>
            <a:lvl1pPr marL="0" indent="0" algn="ctr">
              <a:buNone/>
              <a:defRPr sz="1200"/>
            </a:lvl1pPr>
          </a:lstStyle>
          <a:p>
            <a:r>
              <a:rPr lang="en-US" dirty="0"/>
              <a:t>Icon</a:t>
            </a:r>
          </a:p>
        </p:txBody>
      </p:sp>
      <p:sp>
        <p:nvSpPr>
          <p:cNvPr id="73" name="Content Placeholder 2"/>
          <p:cNvSpPr>
            <a:spLocks noGrp="1"/>
          </p:cNvSpPr>
          <p:nvPr userDrawn="1">
            <p:ph sz="half" idx="1" hasCustomPrompt="1"/>
          </p:nvPr>
        </p:nvSpPr>
        <p:spPr>
          <a:xfrm>
            <a:off x="838518"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p:cNvSpPr>
            <a:spLocks noGrp="1"/>
          </p:cNvSpPr>
          <p:nvPr userDrawn="1">
            <p:ph sz="half" idx="20" hasCustomPrompt="1"/>
          </p:nvPr>
        </p:nvSpPr>
        <p:spPr>
          <a:xfrm>
            <a:off x="2686596"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p:cNvSpPr>
            <a:spLocks noGrp="1"/>
          </p:cNvSpPr>
          <p:nvPr userDrawn="1">
            <p:ph sz="half" idx="21" hasCustomPrompt="1"/>
          </p:nvPr>
        </p:nvSpPr>
        <p:spPr>
          <a:xfrm>
            <a:off x="6382752"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p:cNvSpPr>
            <a:spLocks noGrp="1"/>
          </p:cNvSpPr>
          <p:nvPr userDrawn="1">
            <p:ph sz="half" idx="22" hasCustomPrompt="1"/>
          </p:nvPr>
        </p:nvSpPr>
        <p:spPr>
          <a:xfrm>
            <a:off x="10078908"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p:cNvSpPr>
            <a:spLocks noGrp="1"/>
          </p:cNvSpPr>
          <p:nvPr userDrawn="1">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p:cNvSpPr>
            <a:spLocks noGrp="1"/>
          </p:cNvSpPr>
          <p:nvPr userDrawn="1">
            <p:ph type="title"/>
          </p:nvPr>
        </p:nvSpPr>
        <p:spPr>
          <a:xfrm>
            <a:off x="381000" y="180520"/>
            <a:ext cx="11430000" cy="958265"/>
          </a:xfrm>
        </p:spPr>
        <p:txBody>
          <a:bodyPr/>
          <a:lstStyle/>
          <a:p>
            <a:r>
              <a:rPr lang="en-US"/>
              <a:t>Click to edit Master title style</a:t>
            </a:r>
            <a:endParaRPr lang="en-IN"/>
          </a:p>
        </p:txBody>
      </p:sp>
      <p:sp>
        <p:nvSpPr>
          <p:cNvPr id="19" name="Text Placeholder 15"/>
          <p:cNvSpPr>
            <a:spLocks noGrp="1"/>
          </p:cNvSpPr>
          <p:nvPr userDrawn="1">
            <p:ph type="body" sz="quarter" idx="27"/>
          </p:nvPr>
        </p:nvSpPr>
        <p:spPr>
          <a:xfrm>
            <a:off x="4430565"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20" name="Picture Placeholder 4"/>
          <p:cNvSpPr>
            <a:spLocks noGrp="1"/>
          </p:cNvSpPr>
          <p:nvPr userDrawn="1">
            <p:ph type="pic" sz="quarter" idx="28" hasCustomPrompt="1"/>
          </p:nvPr>
        </p:nvSpPr>
        <p:spPr>
          <a:xfrm>
            <a:off x="4850563" y="2750635"/>
            <a:ext cx="642799" cy="823913"/>
          </a:xfrm>
        </p:spPr>
        <p:txBody>
          <a:bodyPr anchor="ctr">
            <a:normAutofit/>
          </a:bodyPr>
          <a:lstStyle>
            <a:lvl1pPr marL="0" indent="0" algn="ctr">
              <a:buNone/>
              <a:defRPr sz="1200"/>
            </a:lvl1pPr>
          </a:lstStyle>
          <a:p>
            <a:r>
              <a:rPr lang="en-US" dirty="0"/>
              <a:t>Icon</a:t>
            </a:r>
          </a:p>
        </p:txBody>
      </p:sp>
      <p:sp>
        <p:nvSpPr>
          <p:cNvPr id="29" name="Content Placeholder 2"/>
          <p:cNvSpPr>
            <a:spLocks noGrp="1"/>
          </p:cNvSpPr>
          <p:nvPr userDrawn="1">
            <p:ph sz="half" idx="29" hasCustomPrompt="1"/>
          </p:nvPr>
        </p:nvSpPr>
        <p:spPr>
          <a:xfrm>
            <a:off x="4534674"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8" name="Text Placeholder 15"/>
          <p:cNvSpPr>
            <a:spLocks noGrp="1"/>
          </p:cNvSpPr>
          <p:nvPr userDrawn="1">
            <p:ph type="body" sz="quarter" idx="31"/>
          </p:nvPr>
        </p:nvSpPr>
        <p:spPr>
          <a:xfrm>
            <a:off x="8126721" y="2362087"/>
            <a:ext cx="1482794" cy="2488815"/>
          </a:xfrm>
          <a:prstGeom prst="rect">
            <a:avLst/>
          </a:prstGeom>
          <a:solidFill>
            <a:srgbClr val="E8E7EF"/>
          </a:solidFill>
        </p:spPr>
        <p:txBody>
          <a:bodyPr anchor="ctr">
            <a:noAutofit/>
          </a:bodyPr>
          <a:lstStyle>
            <a:lvl1pPr marL="0" indent="0" algn="ctr">
              <a:buNone/>
              <a:defRPr sz="100" b="1" baseline="0">
                <a:solidFill>
                  <a:srgbClr val="E8E7EF"/>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endParaRPr lang="en-US" dirty="0"/>
          </a:p>
        </p:txBody>
      </p:sp>
      <p:sp>
        <p:nvSpPr>
          <p:cNvPr id="9" name="Picture Placeholder 4"/>
          <p:cNvSpPr>
            <a:spLocks noGrp="1"/>
          </p:cNvSpPr>
          <p:nvPr userDrawn="1">
            <p:ph type="pic" sz="quarter" idx="32" hasCustomPrompt="1"/>
          </p:nvPr>
        </p:nvSpPr>
        <p:spPr>
          <a:xfrm>
            <a:off x="8546719" y="2746418"/>
            <a:ext cx="642799" cy="823913"/>
          </a:xfrm>
        </p:spPr>
        <p:txBody>
          <a:bodyPr anchor="ctr">
            <a:normAutofit/>
          </a:bodyPr>
          <a:lstStyle>
            <a:lvl1pPr marL="0" indent="0" algn="ctr">
              <a:buNone/>
              <a:defRPr sz="1200"/>
            </a:lvl1pPr>
          </a:lstStyle>
          <a:p>
            <a:r>
              <a:rPr lang="en-US" dirty="0"/>
              <a:t>Icon</a:t>
            </a:r>
          </a:p>
        </p:txBody>
      </p:sp>
      <p:sp>
        <p:nvSpPr>
          <p:cNvPr id="11" name="Content Placeholder 2"/>
          <p:cNvSpPr>
            <a:spLocks noGrp="1"/>
          </p:cNvSpPr>
          <p:nvPr userDrawn="1">
            <p:ph sz="half" idx="33" hasCustomPrompt="1"/>
          </p:nvPr>
        </p:nvSpPr>
        <p:spPr>
          <a:xfrm>
            <a:off x="8230830" y="3860379"/>
            <a:ext cx="1274576"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grpSp>
        <p:nvGrpSpPr>
          <p:cNvPr id="124" name="Group 123"/>
          <p:cNvGrpSpPr/>
          <p:nvPr userDrawn="1"/>
        </p:nvGrpSpPr>
        <p:grpSpPr>
          <a:xfrm>
            <a:off x="2394618" y="1872377"/>
            <a:ext cx="226409" cy="3205947"/>
            <a:chOff x="2746644" y="1872377"/>
            <a:chExt cx="226409" cy="3205947"/>
          </a:xfrm>
        </p:grpSpPr>
        <p:sp>
          <p:nvSpPr>
            <p:cNvPr id="55" name="object 14"/>
            <p:cNvSpPr/>
            <p:nvPr/>
          </p:nvSpPr>
          <p:spPr>
            <a:xfrm>
              <a:off x="2752740" y="2113503"/>
              <a:ext cx="0" cy="2964821"/>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56" name="object 15"/>
            <p:cNvSpPr/>
            <p:nvPr/>
          </p:nvSpPr>
          <p:spPr>
            <a:xfrm>
              <a:off x="2757752" y="1880475"/>
              <a:ext cx="187388" cy="170278"/>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57" name="object 16"/>
            <p:cNvSpPr/>
            <p:nvPr/>
          </p:nvSpPr>
          <p:spPr>
            <a:xfrm>
              <a:off x="2746644" y="1872377"/>
              <a:ext cx="226409" cy="227038"/>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dirty="0"/>
            </a:p>
          </p:txBody>
        </p:sp>
      </p:grpSp>
      <p:grpSp>
        <p:nvGrpSpPr>
          <p:cNvPr id="142" name="Group 141"/>
          <p:cNvGrpSpPr/>
          <p:nvPr userDrawn="1"/>
        </p:nvGrpSpPr>
        <p:grpSpPr>
          <a:xfrm>
            <a:off x="381000" y="3351205"/>
            <a:ext cx="247488" cy="1982784"/>
            <a:chOff x="381000" y="3351205"/>
            <a:chExt cx="247488" cy="1982784"/>
          </a:xfrm>
        </p:grpSpPr>
        <p:sp>
          <p:nvSpPr>
            <p:cNvPr id="143" name="object 5"/>
            <p:cNvSpPr/>
            <p:nvPr/>
          </p:nvSpPr>
          <p:spPr>
            <a:xfrm>
              <a:off x="409283" y="3421862"/>
              <a:ext cx="0" cy="1670964"/>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dirty="0"/>
            </a:p>
          </p:txBody>
        </p:sp>
        <p:sp>
          <p:nvSpPr>
            <p:cNvPr id="144" name="object 6"/>
            <p:cNvSpPr/>
            <p:nvPr/>
          </p:nvSpPr>
          <p:spPr>
            <a:xfrm>
              <a:off x="413322" y="5155199"/>
              <a:ext cx="187388" cy="170708"/>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dirty="0"/>
            </a:p>
          </p:txBody>
        </p:sp>
        <p:sp>
          <p:nvSpPr>
            <p:cNvPr id="145" name="object 7"/>
            <p:cNvSpPr/>
            <p:nvPr/>
          </p:nvSpPr>
          <p:spPr>
            <a:xfrm>
              <a:off x="402212" y="5106567"/>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6" name="object 9"/>
            <p:cNvSpPr/>
            <p:nvPr/>
          </p:nvSpPr>
          <p:spPr>
            <a:xfrm>
              <a:off x="614337" y="5319799"/>
              <a:ext cx="14151" cy="14190"/>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47" name="object 12"/>
            <p:cNvSpPr/>
            <p:nvPr/>
          </p:nvSpPr>
          <p:spPr>
            <a:xfrm>
              <a:off x="381000" y="3351205"/>
              <a:ext cx="56602" cy="56759"/>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dirty="0"/>
            </a:p>
          </p:txBody>
        </p:sp>
      </p:grpSp>
      <p:grpSp>
        <p:nvGrpSpPr>
          <p:cNvPr id="113" name="Group 112"/>
          <p:cNvGrpSpPr/>
          <p:nvPr userDrawn="1"/>
        </p:nvGrpSpPr>
        <p:grpSpPr>
          <a:xfrm>
            <a:off x="608958" y="5141587"/>
            <a:ext cx="1796116" cy="191424"/>
            <a:chOff x="608957" y="5141587"/>
            <a:chExt cx="2142079" cy="191424"/>
          </a:xfrm>
        </p:grpSpPr>
        <p:sp>
          <p:nvSpPr>
            <p:cNvPr id="61" name="object 8"/>
            <p:cNvSpPr/>
            <p:nvPr/>
          </p:nvSpPr>
          <p:spPr>
            <a:xfrm>
              <a:off x="608957" y="5326991"/>
              <a:ext cx="1955026" cy="602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dirty="0"/>
            </a:p>
          </p:txBody>
        </p:sp>
        <p:sp>
          <p:nvSpPr>
            <p:cNvPr id="63" name="object 10"/>
            <p:cNvSpPr/>
            <p:nvPr/>
          </p:nvSpPr>
          <p:spPr>
            <a:xfrm>
              <a:off x="2614035" y="5141587"/>
              <a:ext cx="137001" cy="187478"/>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dirty="0"/>
            </a:p>
          </p:txBody>
        </p:sp>
      </p:grpSp>
      <p:grpSp>
        <p:nvGrpSpPr>
          <p:cNvPr id="24" name="object 21"/>
          <p:cNvGrpSpPr/>
          <p:nvPr/>
        </p:nvGrpSpPr>
        <p:grpSpPr>
          <a:xfrm>
            <a:off x="4240298" y="2134832"/>
            <a:ext cx="226409" cy="3206049"/>
            <a:chOff x="10072992" y="3905106"/>
            <a:chExt cx="335280" cy="4734560"/>
          </a:xfrm>
        </p:grpSpPr>
        <p:sp>
          <p:nvSpPr>
            <p:cNvPr id="49"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50"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51"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23" name="object 17"/>
          <p:cNvGrpSpPr/>
          <p:nvPr/>
        </p:nvGrpSpPr>
        <p:grpSpPr>
          <a:xfrm>
            <a:off x="2629119" y="1872371"/>
            <a:ext cx="1626896" cy="227038"/>
            <a:chOff x="6313944" y="3517515"/>
            <a:chExt cx="3780154" cy="335280"/>
          </a:xfrm>
        </p:grpSpPr>
        <p:sp>
          <p:nvSpPr>
            <p:cNvPr id="52" name="object 18"/>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53" name="object 19"/>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54" name="object 20"/>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dirty="0"/>
            </a:p>
          </p:txBody>
        </p:sp>
      </p:grpSp>
      <p:grpSp>
        <p:nvGrpSpPr>
          <p:cNvPr id="26" name="object 29"/>
          <p:cNvGrpSpPr/>
          <p:nvPr/>
        </p:nvGrpSpPr>
        <p:grpSpPr>
          <a:xfrm>
            <a:off x="6086644" y="1872371"/>
            <a:ext cx="226409" cy="3206049"/>
            <a:chOff x="14219462" y="3517515"/>
            <a:chExt cx="335280" cy="4734560"/>
          </a:xfrm>
        </p:grpSpPr>
        <p:sp>
          <p:nvSpPr>
            <p:cNvPr id="43"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44"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45"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25" name="object 25"/>
          <p:cNvGrpSpPr/>
          <p:nvPr/>
        </p:nvGrpSpPr>
        <p:grpSpPr>
          <a:xfrm>
            <a:off x="4474333" y="5113658"/>
            <a:ext cx="1623784" cy="227038"/>
            <a:chOff x="10460414" y="8304114"/>
            <a:chExt cx="3780154" cy="335280"/>
          </a:xfrm>
        </p:grpSpPr>
        <p:sp>
          <p:nvSpPr>
            <p:cNvPr id="46" name="object 26"/>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dirty="0"/>
            </a:p>
          </p:txBody>
        </p:sp>
        <p:sp>
          <p:nvSpPr>
            <p:cNvPr id="47" name="object 27"/>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dirty="0"/>
            </a:p>
          </p:txBody>
        </p:sp>
        <p:sp>
          <p:nvSpPr>
            <p:cNvPr id="48" name="object 28"/>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dirty="0"/>
            </a:p>
          </p:txBody>
        </p:sp>
      </p:grpSp>
      <p:grpSp>
        <p:nvGrpSpPr>
          <p:cNvPr id="27" name="object 33"/>
          <p:cNvGrpSpPr/>
          <p:nvPr/>
        </p:nvGrpSpPr>
        <p:grpSpPr>
          <a:xfrm>
            <a:off x="10037234" y="1872371"/>
            <a:ext cx="1753116" cy="227038"/>
            <a:chOff x="14607437" y="3517515"/>
            <a:chExt cx="3874135" cy="335280"/>
          </a:xfrm>
        </p:grpSpPr>
        <p:sp>
          <p:nvSpPr>
            <p:cNvPr id="40"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41"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42"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grpSp>
        <p:nvGrpSpPr>
          <p:cNvPr id="125" name="object 21"/>
          <p:cNvGrpSpPr/>
          <p:nvPr/>
        </p:nvGrpSpPr>
        <p:grpSpPr>
          <a:xfrm>
            <a:off x="7937117" y="2134832"/>
            <a:ext cx="226409" cy="3206049"/>
            <a:chOff x="10072992" y="3905106"/>
            <a:chExt cx="335280" cy="4734560"/>
          </a:xfrm>
        </p:grpSpPr>
        <p:sp>
          <p:nvSpPr>
            <p:cNvPr id="126" name="object 22"/>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dirty="0"/>
            </a:p>
          </p:txBody>
        </p:sp>
        <p:sp>
          <p:nvSpPr>
            <p:cNvPr id="127" name="object 23"/>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dirty="0"/>
            </a:p>
          </p:txBody>
        </p:sp>
        <p:sp>
          <p:nvSpPr>
            <p:cNvPr id="128" name="object 24"/>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dirty="0"/>
            </a:p>
          </p:txBody>
        </p:sp>
      </p:grpSp>
      <p:grpSp>
        <p:nvGrpSpPr>
          <p:cNvPr id="114" name="object 29"/>
          <p:cNvGrpSpPr/>
          <p:nvPr userDrawn="1"/>
        </p:nvGrpSpPr>
        <p:grpSpPr>
          <a:xfrm>
            <a:off x="9782172" y="1872371"/>
            <a:ext cx="226409" cy="3206049"/>
            <a:chOff x="14219462" y="3517515"/>
            <a:chExt cx="335280" cy="4734560"/>
          </a:xfrm>
        </p:grpSpPr>
        <p:sp>
          <p:nvSpPr>
            <p:cNvPr id="115" name="object 30"/>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dirty="0"/>
            </a:p>
          </p:txBody>
        </p:sp>
        <p:sp>
          <p:nvSpPr>
            <p:cNvPr id="116" name="object 31"/>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dirty="0"/>
            </a:p>
          </p:txBody>
        </p:sp>
        <p:sp>
          <p:nvSpPr>
            <p:cNvPr id="117" name="object 32"/>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dirty="0"/>
            </a:p>
          </p:txBody>
        </p:sp>
      </p:grpSp>
      <p:grpSp>
        <p:nvGrpSpPr>
          <p:cNvPr id="118" name="object 37"/>
          <p:cNvGrpSpPr/>
          <p:nvPr userDrawn="1"/>
        </p:nvGrpSpPr>
        <p:grpSpPr>
          <a:xfrm>
            <a:off x="11755685" y="2134641"/>
            <a:ext cx="55315" cy="1408236"/>
            <a:chOff x="18429794" y="3904825"/>
            <a:chExt cx="81915" cy="2079625"/>
          </a:xfrm>
        </p:grpSpPr>
        <p:sp>
          <p:nvSpPr>
            <p:cNvPr id="119" name="object 38"/>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dirty="0"/>
            </a:p>
          </p:txBody>
        </p:sp>
        <p:sp>
          <p:nvSpPr>
            <p:cNvPr id="120" name="object 39"/>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dirty="0"/>
            </a:p>
          </p:txBody>
        </p:sp>
        <p:sp>
          <p:nvSpPr>
            <p:cNvPr id="121" name="object 40"/>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dirty="0"/>
            </a:p>
          </p:txBody>
        </p:sp>
      </p:grpSp>
      <p:grpSp>
        <p:nvGrpSpPr>
          <p:cNvPr id="122" name="object 33"/>
          <p:cNvGrpSpPr/>
          <p:nvPr userDrawn="1"/>
        </p:nvGrpSpPr>
        <p:grpSpPr>
          <a:xfrm>
            <a:off x="6354143" y="1872371"/>
            <a:ext cx="1588843" cy="227038"/>
            <a:chOff x="14607437" y="3517515"/>
            <a:chExt cx="3874135" cy="335280"/>
          </a:xfrm>
        </p:grpSpPr>
        <p:sp>
          <p:nvSpPr>
            <p:cNvPr id="123" name="object 34"/>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dirty="0"/>
            </a:p>
          </p:txBody>
        </p:sp>
        <p:sp>
          <p:nvSpPr>
            <p:cNvPr id="129" name="object 35"/>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dirty="0"/>
            </a:p>
          </p:txBody>
        </p:sp>
        <p:sp>
          <p:nvSpPr>
            <p:cNvPr id="130" name="object 36"/>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dirty="0"/>
            </a:p>
          </p:txBody>
        </p:sp>
      </p:gr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hape - 1">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hape - 2">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hape - 3">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hape - 4">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4" name="Text Placeholder 4"/>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with Image">
    <p:spTree>
      <p:nvGrpSpPr>
        <p:cNvPr id="1" name=""/>
        <p:cNvGrpSpPr/>
        <p:nvPr/>
      </p:nvGrpSpPr>
      <p:grpSpPr>
        <a:xfrm>
          <a:off x="0" y="0"/>
          <a:ext cx="0" cy="0"/>
          <a:chOff x="0" y="0"/>
          <a:chExt cx="0" cy="0"/>
        </a:xfrm>
      </p:grpSpPr>
      <p:sp>
        <p:nvSpPr>
          <p:cNvPr id="11" name="Text Placeholder 4"/>
          <p:cNvSpPr>
            <a:spLocks noGrp="1"/>
          </p:cNvSpPr>
          <p:nvPr>
            <p:ph type="body" sz="quarter" idx="10" hasCustomPrompt="1"/>
          </p:nvPr>
        </p:nvSpPr>
        <p:spPr>
          <a:xfrm>
            <a:off x="384175" y="1170535"/>
            <a:ext cx="7301457"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2"/>
          <p:cNvSpPr>
            <a:spLocks noGrp="1"/>
          </p:cNvSpPr>
          <p:nvPr>
            <p:ph type="body" sz="quarter" idx="12" hasCustomPrompt="1"/>
          </p:nvPr>
        </p:nvSpPr>
        <p:spPr>
          <a:xfrm>
            <a:off x="384175" y="1740535"/>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4" name="Text Placeholder 12"/>
          <p:cNvSpPr>
            <a:spLocks noGrp="1"/>
          </p:cNvSpPr>
          <p:nvPr>
            <p:ph type="body" sz="quarter" idx="13" hasCustomPrompt="1"/>
          </p:nvPr>
        </p:nvSpPr>
        <p:spPr>
          <a:xfrm>
            <a:off x="384175" y="2164087"/>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15" name="Text Placeholder 12"/>
          <p:cNvSpPr>
            <a:spLocks noGrp="1"/>
          </p:cNvSpPr>
          <p:nvPr>
            <p:ph type="body" sz="quarter" idx="14" hasCustomPrompt="1"/>
          </p:nvPr>
        </p:nvSpPr>
        <p:spPr>
          <a:xfrm>
            <a:off x="384175" y="4085081"/>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6" name="Text Placeholder 12"/>
          <p:cNvSpPr>
            <a:spLocks noGrp="1"/>
          </p:cNvSpPr>
          <p:nvPr>
            <p:ph type="body" sz="quarter" idx="15" hasCustomPrompt="1"/>
          </p:nvPr>
        </p:nvSpPr>
        <p:spPr>
          <a:xfrm>
            <a:off x="384175" y="4508633"/>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9" name="Picture Placeholder 8"/>
          <p:cNvSpPr>
            <a:spLocks noGrp="1"/>
          </p:cNvSpPr>
          <p:nvPr>
            <p:ph type="pic" sz="quarter" idx="11"/>
          </p:nvPr>
        </p:nvSpPr>
        <p:spPr>
          <a:xfrm>
            <a:off x="6070600" y="0"/>
            <a:ext cx="6118800" cy="6858000"/>
          </a:xfrm>
          <a:custGeom>
            <a:avLst/>
            <a:gdLst>
              <a:gd name="connsiteX0" fmla="*/ 3049853 w 6118800"/>
              <a:gd name="connsiteY0" fmla="*/ 0 h 6858000"/>
              <a:gd name="connsiteX1" fmla="*/ 6118800 w 6118800"/>
              <a:gd name="connsiteY1" fmla="*/ 0 h 6858000"/>
              <a:gd name="connsiteX2" fmla="*/ 6118800 w 6118800"/>
              <a:gd name="connsiteY2" fmla="*/ 6858000 h 6858000"/>
              <a:gd name="connsiteX3" fmla="*/ 0 w 61188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118800" h="6858000">
                <a:moveTo>
                  <a:pt x="3049853" y="0"/>
                </a:moveTo>
                <a:lnTo>
                  <a:pt x="6118800" y="0"/>
                </a:lnTo>
                <a:lnTo>
                  <a:pt x="6118800" y="6858000"/>
                </a:lnTo>
                <a:lnTo>
                  <a:pt x="0" y="6858000"/>
                </a:lnTo>
                <a:close/>
              </a:path>
            </a:pathLst>
          </a:custGeom>
        </p:spPr>
        <p:txBody>
          <a:bodyPr wrap="square" anchor="ctr">
            <a:noAutofit/>
          </a:bodyPr>
          <a:lstStyle>
            <a:lvl1pPr marL="0" indent="0" algn="ctr">
              <a:buNone/>
              <a:defRPr sz="1400"/>
            </a:lvl1pPr>
          </a:lstStyle>
          <a:p>
            <a:endParaRPr lang="en-US" dirty="0"/>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lour slide - 1">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p:cNvSpPr>
            <a:spLocks noGrp="1"/>
          </p:cNvSpPr>
          <p:nvPr>
            <p:ph type="title"/>
          </p:nvPr>
        </p:nvSpPr>
        <p:spPr/>
        <p:txBody>
          <a:bodyPr/>
          <a:lstStyle/>
          <a:p>
            <a:r>
              <a:rPr lang="en-US"/>
              <a:t>Click to edit Master title style</a:t>
            </a:r>
            <a:endParaRPr lang="en-IN"/>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olour slide - 2">
    <p:bg>
      <p:bgPr>
        <a:solidFill>
          <a:schemeClr val="accent4"/>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6321119"/>
            <a:ext cx="739897" cy="245411"/>
          </a:xfrm>
          <a:prstGeom prst="rect">
            <a:avLst/>
          </a:prstGeom>
        </p:spPr>
      </p:pic>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0" name="TextBox 9"/>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sp>
        <p:nvSpPr>
          <p:cNvPr id="3" name="Title 2"/>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Colour slide - 3">
    <p:bg>
      <p:bgPr>
        <a:solidFill>
          <a:schemeClr val="accent1"/>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pic>
        <p:nvPicPr>
          <p:cNvPr id="8" name="Graphic 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3908" y="6321119"/>
            <a:ext cx="739897" cy="245411"/>
          </a:xfrm>
          <a:prstGeom prst="rect">
            <a:avLst/>
          </a:prstGeom>
        </p:spPr>
      </p:pic>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0" name="TextBox 9"/>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sp>
        <p:nvSpPr>
          <p:cNvPr id="2" name="Title 1"/>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9" name="Group 8"/>
          <p:cNvGrpSpPr/>
          <p:nvPr userDrawn="1"/>
        </p:nvGrpSpPr>
        <p:grpSpPr>
          <a:xfrm>
            <a:off x="4664822" y="1853965"/>
            <a:ext cx="7527178" cy="3172826"/>
            <a:chOff x="6843171" y="2880169"/>
            <a:chExt cx="13261527" cy="5589946"/>
          </a:xfrm>
        </p:grpSpPr>
        <p:sp>
          <p:nvSpPr>
            <p:cNvPr id="10" name="object 3"/>
            <p:cNvSpPr/>
            <p:nvPr/>
          </p:nvSpPr>
          <p:spPr>
            <a:xfrm>
              <a:off x="11915702" y="5512356"/>
              <a:ext cx="1968500" cy="2938780"/>
            </a:xfrm>
            <a:custGeom>
              <a:avLst/>
              <a:gdLst/>
              <a:ahLst/>
              <a:cxnLst/>
              <a:rect l="l" t="t" r="r" b="b"/>
              <a:pathLst>
                <a:path w="1968500" h="2938779">
                  <a:moveTo>
                    <a:pt x="1968128" y="1983897"/>
                  </a:moveTo>
                  <a:lnTo>
                    <a:pt x="1403213" y="2938350"/>
                  </a:lnTo>
                  <a:lnTo>
                    <a:pt x="0" y="954358"/>
                  </a:lnTo>
                  <a:lnTo>
                    <a:pt x="564872" y="0"/>
                  </a:lnTo>
                  <a:lnTo>
                    <a:pt x="1968128" y="1983897"/>
                  </a:lnTo>
                  <a:close/>
                </a:path>
              </a:pathLst>
            </a:custGeom>
            <a:ln w="18962">
              <a:solidFill>
                <a:srgbClr val="FF6196"/>
              </a:solidFill>
            </a:ln>
          </p:spPr>
          <p:txBody>
            <a:bodyPr wrap="square" lIns="0" tIns="0" rIns="0" bIns="0" rtlCol="0"/>
            <a:lstStyle/>
            <a:p>
              <a:endParaRPr dirty="0"/>
            </a:p>
          </p:txBody>
        </p:sp>
        <p:sp>
          <p:nvSpPr>
            <p:cNvPr id="11" name="object 4"/>
            <p:cNvSpPr/>
            <p:nvPr/>
          </p:nvSpPr>
          <p:spPr>
            <a:xfrm>
              <a:off x="15772093" y="3874620"/>
              <a:ext cx="4332605" cy="4595495"/>
            </a:xfrm>
            <a:custGeom>
              <a:avLst/>
              <a:gdLst/>
              <a:ahLst/>
              <a:cxnLst/>
              <a:rect l="l" t="t" r="r" b="b"/>
              <a:pathLst>
                <a:path w="4332605" h="4595495">
                  <a:moveTo>
                    <a:pt x="0" y="2343101"/>
                  </a:moveTo>
                  <a:lnTo>
                    <a:pt x="4332006" y="4595492"/>
                  </a:lnTo>
                </a:path>
                <a:path w="4332605" h="4595495">
                  <a:moveTo>
                    <a:pt x="4332006" y="2197142"/>
                  </a:moveTo>
                  <a:lnTo>
                    <a:pt x="149073" y="0"/>
                  </a:lnTo>
                  <a:lnTo>
                    <a:pt x="0" y="2343101"/>
                  </a:lnTo>
                </a:path>
              </a:pathLst>
            </a:custGeom>
            <a:ln w="18962">
              <a:solidFill>
                <a:srgbClr val="FF6196"/>
              </a:solidFill>
            </a:ln>
          </p:spPr>
          <p:txBody>
            <a:bodyPr wrap="square" lIns="0" tIns="0" rIns="0" bIns="0" rtlCol="0"/>
            <a:lstStyle/>
            <a:p>
              <a:endParaRPr dirty="0"/>
            </a:p>
          </p:txBody>
        </p:sp>
        <p:sp>
          <p:nvSpPr>
            <p:cNvPr id="12" name="object 5"/>
            <p:cNvSpPr/>
            <p:nvPr/>
          </p:nvSpPr>
          <p:spPr>
            <a:xfrm>
              <a:off x="6843171" y="2880169"/>
              <a:ext cx="3718560" cy="3296285"/>
            </a:xfrm>
            <a:custGeom>
              <a:avLst/>
              <a:gdLst/>
              <a:ahLst/>
              <a:cxnLst/>
              <a:rect l="l" t="t" r="r" b="b"/>
              <a:pathLst>
                <a:path w="3718559" h="3296285">
                  <a:moveTo>
                    <a:pt x="2086596" y="0"/>
                  </a:moveTo>
                  <a:lnTo>
                    <a:pt x="0" y="2983008"/>
                  </a:lnTo>
                  <a:lnTo>
                    <a:pt x="1631699" y="3296161"/>
                  </a:lnTo>
                  <a:lnTo>
                    <a:pt x="3718200" y="313194"/>
                  </a:lnTo>
                  <a:lnTo>
                    <a:pt x="2086596" y="0"/>
                  </a:lnTo>
                  <a:close/>
                </a:path>
              </a:pathLst>
            </a:custGeom>
            <a:ln w="18962">
              <a:solidFill>
                <a:srgbClr val="FF6196"/>
              </a:solidFill>
            </a:ln>
          </p:spPr>
          <p:txBody>
            <a:bodyPr wrap="square" lIns="0" tIns="0" rIns="0" bIns="0" rtlCol="0"/>
            <a:lstStyle/>
            <a:p>
              <a:endParaRPr dirty="0"/>
            </a:p>
          </p:txBody>
        </p:sp>
      </p:grpSp>
      <p:sp>
        <p:nvSpPr>
          <p:cNvPr id="4" name="object 12"/>
          <p:cNvSpPr txBox="1"/>
          <p:nvPr userDrawn="1"/>
        </p:nvSpPr>
        <p:spPr>
          <a:xfrm>
            <a:off x="288132" y="1642095"/>
            <a:ext cx="654025" cy="1538883"/>
          </a:xfrm>
          <a:prstGeom prst="rect">
            <a:avLst/>
          </a:prstGeom>
        </p:spPr>
        <p:txBody>
          <a:bodyPr vert="horz" wrap="none" lIns="0" tIns="0" rIns="0" bIns="0" rtlCol="0" anchor="t">
            <a:spAutoFit/>
          </a:bodyPr>
          <a:lstStyle>
            <a:lvl1pPr algn="l" defTabSz="914400" rtl="0" eaLnBrk="1" latinLnBrk="0" hangingPunct="1">
              <a:lnSpc>
                <a:spcPct val="90000"/>
              </a:lnSpc>
              <a:spcBef>
                <a:spcPct val="0"/>
              </a:spcBef>
              <a:buNone/>
              <a:defRPr sz="2600" b="1" kern="1200">
                <a:solidFill>
                  <a:schemeClr val="bg1"/>
                </a:solidFill>
                <a:latin typeface="Arial" panose="020B0604020202020204" pitchFamily="34" charset="0"/>
                <a:ea typeface="+mj-ea"/>
                <a:cs typeface="Arial" panose="020B0604020202020204" pitchFamily="34" charset="0"/>
              </a:defRPr>
            </a:lvl1pPr>
          </a:lstStyle>
          <a:p>
            <a:pPr marL="12700">
              <a:lnSpc>
                <a:spcPct val="100000"/>
              </a:lnSpc>
              <a:spcBef>
                <a:spcPts val="140"/>
              </a:spcBef>
              <a:tabLst>
                <a:tab pos="9925685" algn="l"/>
              </a:tabLst>
            </a:pPr>
            <a:r>
              <a:rPr lang="en-GB" sz="10000" dirty="0"/>
              <a:t>“</a:t>
            </a:r>
          </a:p>
        </p:txBody>
      </p:sp>
      <p:sp>
        <p:nvSpPr>
          <p:cNvPr id="6" name="Text Placeholder 5"/>
          <p:cNvSpPr>
            <a:spLocks noGrp="1"/>
          </p:cNvSpPr>
          <p:nvPr>
            <p:ph type="body" sz="quarter" idx="11" hasCustomPrompt="1"/>
          </p:nvPr>
        </p:nvSpPr>
        <p:spPr>
          <a:xfrm>
            <a:off x="857723" y="2609504"/>
            <a:ext cx="7426326" cy="2598117"/>
          </a:xfrm>
        </p:spPr>
        <p:txBody>
          <a:bodyPr>
            <a:normAutofit/>
          </a:bodyPr>
          <a:lstStyle>
            <a:lvl1pPr marL="0" indent="0">
              <a:buNone/>
              <a:defRPr sz="3600"/>
            </a:lvl1pPr>
          </a:lstStyle>
          <a:p>
            <a:pPr lvl="0"/>
            <a:r>
              <a:rPr lang="en-GB"/>
              <a:t>Delivering a streamlined reporting service that gives a direct and transparent view of the quality of our work, and creates value for customers and World Courier.</a:t>
            </a:r>
            <a:endParaRPr lang="en-US"/>
          </a:p>
        </p:txBody>
      </p:sp>
      <p:sp>
        <p:nvSpPr>
          <p:cNvPr id="13" name="Title 1"/>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14" name="Text Placeholder 4"/>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Blank">
    <p:bg>
      <p:bgPr>
        <a:solidFill>
          <a:schemeClr val="tx2"/>
        </a:solid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5" name="Text Placeholder 4"/>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4.sv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image" Target="../media/image3.png"/><Relationship Id="rId5" Type="http://schemas.openxmlformats.org/officeDocument/2006/relationships/slideLayout" Target="../slideLayouts/slideLayout15.xml"/><Relationship Id="rId10" Type="http://schemas.openxmlformats.org/officeDocument/2006/relationships/tags" Target="../tags/tag3.xml"/><Relationship Id="rId4" Type="http://schemas.openxmlformats.org/officeDocument/2006/relationships/slideLayout" Target="../slideLayouts/slideLayout14.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9" Type="http://schemas.openxmlformats.org/officeDocument/2006/relationships/slideLayout" Target="../slideLayouts/slideLayout57.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42" Type="http://schemas.openxmlformats.org/officeDocument/2006/relationships/image" Target="../media/image2.svg"/><Relationship Id="rId7" Type="http://schemas.openxmlformats.org/officeDocument/2006/relationships/slideLayout" Target="../slideLayouts/slideLayout2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slideLayout" Target="../slideLayouts/slideLayout38.xml"/><Relationship Id="rId29" Type="http://schemas.openxmlformats.org/officeDocument/2006/relationships/slideLayout" Target="../slideLayouts/slideLayout47.xml"/><Relationship Id="rId41" Type="http://schemas.openxmlformats.org/officeDocument/2006/relationships/image" Target="../media/image1.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37" Type="http://schemas.openxmlformats.org/officeDocument/2006/relationships/slideLayout" Target="../slideLayouts/slideLayout55.xml"/><Relationship Id="rId40" Type="http://schemas.openxmlformats.org/officeDocument/2006/relationships/theme" Target="../theme/theme3.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slideLayout" Target="../slideLayouts/slideLayout54.xml"/><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slideLayout" Target="../slideLayouts/slideLayout53.xml"/><Relationship Id="rId8" Type="http://schemas.openxmlformats.org/officeDocument/2006/relationships/slideLayout" Target="../slideLayouts/slideLayout26.xml"/><Relationship Id="rId3" Type="http://schemas.openxmlformats.org/officeDocument/2006/relationships/slideLayout" Target="../slideLayouts/slideLayout21.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38" Type="http://schemas.openxmlformats.org/officeDocument/2006/relationships/slideLayout" Target="../slideLayouts/slideLayout56.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59.xml"/><Relationship Id="rId1" Type="http://schemas.openxmlformats.org/officeDocument/2006/relationships/slideLayout" Target="../slideLayouts/slideLayout58.xml"/><Relationship Id="rId5" Type="http://schemas.openxmlformats.org/officeDocument/2006/relationships/image" Target="../media/image4.svg"/><Relationship Id="rId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AADDC-A1DD-46B3-89BE-C6244EF0A8E6}" type="datetime4">
              <a:rPr lang="en-GB" smtClean="0"/>
              <a:t>12 May 2026</a:t>
            </a:fld>
            <a:endParaRPr lang="en-GB" dirty="0"/>
          </a:p>
        </p:txBody>
      </p:sp>
    </p:spTree>
    <p:custDataLst>
      <p:tags r:id="rId12"/>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p:txStyles>
    <p:titleStyle>
      <a:lvl1pPr algn="l" defTabSz="914400" rtl="0" eaLnBrk="1" latinLnBrk="0" hangingPunct="1">
        <a:lnSpc>
          <a:spcPct val="90000"/>
        </a:lnSpc>
        <a:spcBef>
          <a:spcPct val="0"/>
        </a:spcBef>
        <a:buNone/>
        <a:defRPr sz="40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2"/>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2"/>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bg object 18"/>
          <p:cNvSpPr/>
          <p:nvPr userDrawn="1"/>
        </p:nvSpPr>
        <p:spPr>
          <a:xfrm>
            <a:off x="11307847" y="6413630"/>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4" name="TextBox 13"/>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sp>
        <p:nvSpPr>
          <p:cNvPr id="15" name="TextBox 14"/>
          <p:cNvSpPr txBox="1"/>
          <p:nvPr userDrawn="1"/>
        </p:nvSpPr>
        <p:spPr>
          <a:xfrm>
            <a:off x="11464173" y="6413630"/>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dirty="0">
              <a:solidFill>
                <a:schemeClr val="tx1"/>
              </a:solidFill>
              <a:latin typeface="Arial" panose="020B0604020202020204" pitchFamily="34" charset="0"/>
              <a:cs typeface="Arial" panose="020B0604020202020204" pitchFamily="34" charset="0"/>
            </a:endParaRPr>
          </a:p>
        </p:txBody>
      </p:sp>
      <p:pic>
        <p:nvPicPr>
          <p:cNvPr id="16" name="Graphic 15"/>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383908" y="6383663"/>
            <a:ext cx="739897" cy="245411"/>
          </a:xfrm>
          <a:prstGeom prst="rect">
            <a:avLst/>
          </a:prstGeom>
        </p:spPr>
      </p:pic>
    </p:spTree>
    <p:custDataLst>
      <p:tags r:id="rId10"/>
    </p:custData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Lst>
  <p:hf sldNum="0" hdr="0" ftr="0"/>
  <p:txStyles>
    <p:titleStyle>
      <a:lvl1pPr algn="l" defTabSz="914400" rtl="0" eaLnBrk="1" latinLnBrk="0" hangingPunct="1">
        <a:lnSpc>
          <a:spcPct val="90000"/>
        </a:lnSpc>
        <a:spcBef>
          <a:spcPct val="0"/>
        </a:spcBef>
        <a:buNone/>
        <a:defRPr sz="4000" b="1" kern="1200">
          <a:solidFill>
            <a:schemeClr val="bg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958265"/>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90000" tIns="90000" rIns="90000" bIns="9000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bg object 18"/>
          <p:cNvSpPr/>
          <p:nvPr userDrawn="1"/>
        </p:nvSpPr>
        <p:spPr>
          <a:xfrm>
            <a:off x="11307847" y="6413631"/>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rgbClr val="1A0F5C"/>
          </a:solidFill>
        </p:spPr>
        <p:txBody>
          <a:bodyPr wrap="square" lIns="0" tIns="0" rIns="0" bIns="0" rtlCol="0"/>
          <a:lstStyle/>
          <a:p>
            <a:endParaRPr dirty="0"/>
          </a:p>
        </p:txBody>
      </p:sp>
      <p:sp>
        <p:nvSpPr>
          <p:cNvPr id="15" name="TextBox 14"/>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2"/>
                </a:solidFill>
                <a:latin typeface="+mn-lt"/>
                <a:cs typeface="Arial" panose="020B0604020202020204" pitchFamily="34" charset="0"/>
              </a:rPr>
              <a:t>Circulation</a:t>
            </a:r>
            <a:r>
              <a:rPr lang="en-GB" sz="800" spc="120" dirty="0">
                <a:solidFill>
                  <a:schemeClr val="bg2"/>
                </a:solidFill>
                <a:latin typeface="+mn-lt"/>
                <a:cs typeface="Arial" panose="020B0604020202020204" pitchFamily="34" charset="0"/>
              </a:rPr>
              <a:t> </a:t>
            </a:r>
            <a:r>
              <a:rPr lang="en-GB" sz="800" spc="55" dirty="0">
                <a:solidFill>
                  <a:schemeClr val="bg2"/>
                </a:solidFill>
                <a:latin typeface="+mn-lt"/>
                <a:cs typeface="Arial" panose="020B0604020202020204" pitchFamily="34" charset="0"/>
              </a:rPr>
              <a:t>Limited</a:t>
            </a:r>
            <a:r>
              <a:rPr lang="en-GB" sz="800" spc="125" dirty="0">
                <a:solidFill>
                  <a:schemeClr val="bg2"/>
                </a:solidFill>
                <a:latin typeface="+mn-lt"/>
                <a:cs typeface="Arial" panose="020B0604020202020204" pitchFamily="34" charset="0"/>
              </a:rPr>
              <a:t> </a:t>
            </a:r>
            <a:r>
              <a:rPr lang="en-GB" sz="800" dirty="0">
                <a:solidFill>
                  <a:schemeClr val="bg2"/>
                </a:solidFill>
                <a:latin typeface="+mn-lt"/>
                <a:cs typeface="Arial" panose="020B0604020202020204" pitchFamily="34" charset="0"/>
              </a:rPr>
              <a:t>–</a:t>
            </a:r>
            <a:r>
              <a:rPr lang="en-GB" sz="800" spc="120" dirty="0">
                <a:solidFill>
                  <a:schemeClr val="bg2"/>
                </a:solidFill>
                <a:latin typeface="+mn-lt"/>
                <a:cs typeface="Arial" panose="020B0604020202020204" pitchFamily="34" charset="0"/>
              </a:rPr>
              <a:t> </a:t>
            </a:r>
            <a:r>
              <a:rPr lang="en-GB" sz="800" spc="55" dirty="0">
                <a:solidFill>
                  <a:schemeClr val="bg2"/>
                </a:solidFill>
                <a:latin typeface="+mn-lt"/>
                <a:cs typeface="Arial" panose="020B0604020202020204" pitchFamily="34" charset="0"/>
              </a:rPr>
              <a:t>Commercial</a:t>
            </a:r>
          </a:p>
        </p:txBody>
      </p:sp>
      <p:sp>
        <p:nvSpPr>
          <p:cNvPr id="17" name="TextBox 16"/>
          <p:cNvSpPr txBox="1"/>
          <p:nvPr userDrawn="1"/>
        </p:nvSpPr>
        <p:spPr>
          <a:xfrm>
            <a:off x="11464173" y="6413631"/>
            <a:ext cx="571500" cy="215444"/>
          </a:xfrm>
          <a:prstGeom prst="rect">
            <a:avLst/>
          </a:prstGeom>
          <a:noFill/>
        </p:spPr>
        <p:txBody>
          <a:bodyPr wrap="square" rtlCol="0">
            <a:spAutoFit/>
          </a:bodyPr>
          <a:lstStyle/>
          <a:p>
            <a:fld id="{5CAB9123-6C5D-6742-A884-75399720DA2F}" type="slidenum">
              <a:rPr lang="en-US" sz="800" smtClean="0">
                <a:solidFill>
                  <a:schemeClr val="bg1"/>
                </a:solidFill>
                <a:latin typeface="+mn-lt"/>
                <a:cs typeface="Arial" panose="020B0604020202020204" pitchFamily="34" charset="0"/>
              </a:rPr>
              <a:t>‹#›</a:t>
            </a:fld>
            <a:endParaRPr lang="en-US" sz="800" dirty="0">
              <a:solidFill>
                <a:schemeClr val="bg1"/>
              </a:solidFill>
              <a:latin typeface="+mn-lt"/>
              <a:cs typeface="Arial" panose="020B0604020202020204" pitchFamily="34" charset="0"/>
            </a:endParaRPr>
          </a:p>
        </p:txBody>
      </p:sp>
      <p:pic>
        <p:nvPicPr>
          <p:cNvPr id="14" name="Graphic 13"/>
          <p:cNvPicPr>
            <a:picLocks noChangeAspect="1"/>
          </p:cNvPicPr>
          <p:nvPr userDrawn="1"/>
        </p:nvPicPr>
        <p:blipFill>
          <a:blip r:embed="rId41">
            <a:extLst>
              <a:ext uri="{96DAC541-7B7A-43D3-8B79-37D633B846F1}">
                <asvg:svgBlip xmlns:asvg="http://schemas.microsoft.com/office/drawing/2016/SVG/main" r:embed="rId42"/>
              </a:ext>
            </a:extLst>
          </a:blip>
          <a:stretch>
            <a:fillRect/>
          </a:stretch>
        </p:blipFill>
        <p:spPr>
          <a:xfrm>
            <a:off x="383908" y="6383663"/>
            <a:ext cx="739897" cy="245411"/>
          </a:xfrm>
          <a:prstGeom prst="rect">
            <a:avLst/>
          </a:prstGeom>
        </p:spPr>
      </p:pic>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 id="2147483688" r:id="rId20"/>
    <p:sldLayoutId id="2147483689" r:id="rId21"/>
    <p:sldLayoutId id="2147483690" r:id="rId22"/>
    <p:sldLayoutId id="2147483691" r:id="rId23"/>
    <p:sldLayoutId id="2147483692" r:id="rId24"/>
    <p:sldLayoutId id="2147483693" r:id="rId25"/>
    <p:sldLayoutId id="2147483694" r:id="rId26"/>
    <p:sldLayoutId id="2147483695" r:id="rId27"/>
    <p:sldLayoutId id="2147483696" r:id="rId28"/>
    <p:sldLayoutId id="2147483697" r:id="rId29"/>
    <p:sldLayoutId id="2147483698" r:id="rId30"/>
    <p:sldLayoutId id="2147483699" r:id="rId31"/>
    <p:sldLayoutId id="2147483700" r:id="rId32"/>
    <p:sldLayoutId id="2147483701" r:id="rId33"/>
    <p:sldLayoutId id="2147483702" r:id="rId34"/>
    <p:sldLayoutId id="2147483703" r:id="rId35"/>
    <p:sldLayoutId id="2147483704" r:id="rId36"/>
    <p:sldLayoutId id="2147483705" r:id="rId37"/>
    <p:sldLayoutId id="2147483706" r:id="rId38"/>
    <p:sldLayoutId id="2147483707" r:id="rId39"/>
  </p:sldLayoutIdLst>
  <p:hf sldNum="0" hdr="0" ftr="0"/>
  <p:txStyles>
    <p:titleStyle>
      <a:lvl1pPr algn="l" defTabSz="914400" rtl="0" eaLnBrk="1" latinLnBrk="0" hangingPunct="1">
        <a:lnSpc>
          <a:spcPct val="90000"/>
        </a:lnSpc>
        <a:spcBef>
          <a:spcPct val="0"/>
        </a:spcBef>
        <a:buNone/>
        <a:defRPr sz="23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180520"/>
            <a:ext cx="114300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381000" y="1749425"/>
            <a:ext cx="11430000" cy="4410075"/>
          </a:xfrm>
          <a:prstGeom prst="rect">
            <a:avLst/>
          </a:prstGeom>
        </p:spPr>
        <p:txBody>
          <a:bodyPr vert="horz" lIns="72000" tIns="45720" rIns="7200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bg object 18"/>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dirty="0"/>
          </a:p>
        </p:txBody>
      </p:sp>
      <p:sp>
        <p:nvSpPr>
          <p:cNvPr id="15" name="TextBox 14"/>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GB" sz="800" spc="55" dirty="0">
                <a:solidFill>
                  <a:schemeClr val="bg1"/>
                </a:solidFill>
                <a:latin typeface="Arial" panose="020B0604020202020204" pitchFamily="34" charset="0"/>
                <a:cs typeface="Arial" panose="020B0604020202020204" pitchFamily="34" charset="0"/>
              </a:rPr>
              <a:t>Circulation</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mn-lt"/>
                <a:cs typeface="Arial" panose="020B0604020202020204" pitchFamily="34" charset="0"/>
              </a:rPr>
              <a:t>Limited</a:t>
            </a:r>
            <a:r>
              <a:rPr lang="en-GB" sz="800" spc="125" dirty="0">
                <a:solidFill>
                  <a:schemeClr val="bg1"/>
                </a:solidFill>
                <a:latin typeface="Arial" panose="020B0604020202020204" pitchFamily="34" charset="0"/>
                <a:cs typeface="Arial" panose="020B0604020202020204" pitchFamily="34" charset="0"/>
              </a:rPr>
              <a:t> </a:t>
            </a:r>
            <a:r>
              <a:rPr lang="en-GB" sz="800" dirty="0">
                <a:solidFill>
                  <a:schemeClr val="bg1"/>
                </a:solidFill>
                <a:latin typeface="Arial" panose="020B0604020202020204" pitchFamily="34" charset="0"/>
                <a:cs typeface="Arial" panose="020B0604020202020204" pitchFamily="34" charset="0"/>
              </a:rPr>
              <a:t>–</a:t>
            </a:r>
            <a:r>
              <a:rPr lang="en-GB" sz="800" spc="120" dirty="0">
                <a:solidFill>
                  <a:schemeClr val="bg1"/>
                </a:solidFill>
                <a:latin typeface="Arial" panose="020B0604020202020204" pitchFamily="34" charset="0"/>
                <a:cs typeface="Arial" panose="020B0604020202020204" pitchFamily="34" charset="0"/>
              </a:rPr>
              <a:t> </a:t>
            </a:r>
            <a:r>
              <a:rPr lang="en-GB" sz="800" spc="55" dirty="0">
                <a:solidFill>
                  <a:schemeClr val="bg1"/>
                </a:solidFill>
                <a:latin typeface="Arial" panose="020B0604020202020204" pitchFamily="34" charset="0"/>
                <a:cs typeface="Arial" panose="020B0604020202020204" pitchFamily="34" charset="0"/>
              </a:rPr>
              <a:t>Commercial</a:t>
            </a:r>
          </a:p>
        </p:txBody>
      </p:sp>
      <p:sp>
        <p:nvSpPr>
          <p:cNvPr id="17" name="TextBox 16"/>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mn-lt"/>
                <a:cs typeface="Arial" panose="020B0604020202020204" pitchFamily="34" charset="0"/>
              </a:rPr>
              <a:t>‹#›</a:t>
            </a:fld>
            <a:endParaRPr lang="en-US" sz="800" dirty="0">
              <a:solidFill>
                <a:schemeClr val="tx1"/>
              </a:solidFill>
              <a:latin typeface="+mn-lt"/>
              <a:cs typeface="Arial" panose="020B0604020202020204" pitchFamily="34" charset="0"/>
            </a:endParaRPr>
          </a:p>
        </p:txBody>
      </p:sp>
      <p:pic>
        <p:nvPicPr>
          <p:cNvPr id="11" name="Graphic 10"/>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3908" y="6321119"/>
            <a:ext cx="739897" cy="245411"/>
          </a:xfrm>
          <a:prstGeom prst="rect">
            <a:avLst/>
          </a:prstGeom>
        </p:spPr>
      </p:pic>
    </p:spTree>
  </p:cSld>
  <p:clrMap bg1="lt1" tx1="dk1" bg2="lt2" tx2="dk2" accent1="accent1" accent2="accent2" accent3="accent3" accent4="accent4" accent5="accent5" accent6="accent6" hlink="hlink" folHlink="folHlink"/>
  <p:sldLayoutIdLst>
    <p:sldLayoutId id="2147483710" r:id="rId1"/>
    <p:sldLayoutId id="2147483711" r:id="rId2"/>
  </p:sldLayoutIdLst>
  <p:hf sldNum="0" hdr="0" ftr="0"/>
  <p:txStyles>
    <p:titleStyle>
      <a:lvl1pPr algn="l" defTabSz="914400" rtl="0" eaLnBrk="1" latinLnBrk="0" hangingPunct="1">
        <a:lnSpc>
          <a:spcPct val="90000"/>
        </a:lnSpc>
        <a:spcBef>
          <a:spcPct val="0"/>
        </a:spcBef>
        <a:buNone/>
        <a:defRPr sz="2300" b="1" kern="1200">
          <a:solidFill>
            <a:schemeClr val="bg1"/>
          </a:solidFill>
          <a:latin typeface="+mn-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0.xml"/><Relationship Id="rId1" Type="http://schemas.openxmlformats.org/officeDocument/2006/relationships/tags" Target="../tags/tag5.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2.xml"/><Relationship Id="rId1" Type="http://schemas.openxmlformats.org/officeDocument/2006/relationships/tags" Target="../tags/tag6.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0.xml"/><Relationship Id="rId1" Type="http://schemas.openxmlformats.org/officeDocument/2006/relationships/tags" Target="../tags/tag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3.xml"/><Relationship Id="rId1" Type="http://schemas.openxmlformats.org/officeDocument/2006/relationships/tags" Target="../tags/tag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0.xml"/><Relationship Id="rId1" Type="http://schemas.openxmlformats.org/officeDocument/2006/relationships/tags" Target="../tags/tag9.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3.xml"/><Relationship Id="rId1" Type="http://schemas.openxmlformats.org/officeDocument/2006/relationships/tags" Target="../tags/tag10.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1.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3.xml"/><Relationship Id="rId1" Type="http://schemas.openxmlformats.org/officeDocument/2006/relationships/tags" Target="../tags/tag12.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3.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4.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slideLayout" Target="../slideLayouts/slideLayout23.xml"/><Relationship Id="rId1" Type="http://schemas.openxmlformats.org/officeDocument/2006/relationships/tags" Target="../tags/tag15.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slideLayout" Target="../slideLayouts/slideLayout23.xml"/><Relationship Id="rId1" Type="http://schemas.openxmlformats.org/officeDocument/2006/relationships/tags" Target="../tags/tag16.xml"/><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7.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3.xml"/><Relationship Id="rId1" Type="http://schemas.openxmlformats.org/officeDocument/2006/relationships/tags" Target="../tags/tag18.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83908" y="2643127"/>
            <a:ext cx="6719536" cy="1325563"/>
          </a:xfrm>
        </p:spPr>
        <p:txBody>
          <a:bodyPr/>
          <a:lstStyle/>
          <a:p>
            <a:r>
              <a:rPr lang="en-GB" dirty="0"/>
              <a:t>CUSTOMER COHORT AND RETENTION ANALYSIS</a:t>
            </a:r>
          </a:p>
        </p:txBody>
      </p:sp>
      <p:sp>
        <p:nvSpPr>
          <p:cNvPr id="2" name="Date Placeholder 1"/>
          <p:cNvSpPr>
            <a:spLocks noGrp="1"/>
          </p:cNvSpPr>
          <p:nvPr>
            <p:ph type="dt" sz="half" idx="2"/>
          </p:nvPr>
        </p:nvSpPr>
        <p:spPr>
          <a:xfrm>
            <a:off x="383908" y="4073362"/>
            <a:ext cx="3519877" cy="338554"/>
          </a:xfrm>
        </p:spPr>
        <p:txBody>
          <a:bodyPr/>
          <a:lstStyle/>
          <a:p>
            <a:r>
              <a:rPr lang="en-IN" dirty="0"/>
              <a:t>13 May 2026</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37327-0F64-5219-2CDE-C46B257BCD76}"/>
            </a:ext>
          </a:extLst>
        </p:cNvPr>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FA6B9501-87CF-D78E-0038-3F34E8289EF1}"/>
              </a:ext>
            </a:extLst>
          </p:cNvPr>
          <p:cNvSpPr>
            <a:spLocks noGrp="1"/>
          </p:cNvSpPr>
          <p:nvPr>
            <p:ph idx="15"/>
          </p:nvPr>
        </p:nvSpPr>
        <p:spPr>
          <a:xfrm>
            <a:off x="381000" y="1239099"/>
            <a:ext cx="5036357" cy="365760"/>
          </a:xfrm>
        </p:spPr>
        <p:txBody>
          <a:bodyPr/>
          <a:lstStyle/>
          <a:p>
            <a:r>
              <a:rPr lang="en-US" dirty="0"/>
              <a:t>Problem Statement</a:t>
            </a:r>
          </a:p>
        </p:txBody>
      </p:sp>
      <p:sp>
        <p:nvSpPr>
          <p:cNvPr id="20" name="Content Placeholder 19">
            <a:extLst>
              <a:ext uri="{FF2B5EF4-FFF2-40B4-BE49-F238E27FC236}">
                <a16:creationId xmlns:a16="http://schemas.microsoft.com/office/drawing/2014/main" id="{4358FC52-A5A1-108E-CC13-DE954BDA2328}"/>
              </a:ext>
            </a:extLst>
          </p:cNvPr>
          <p:cNvSpPr>
            <a:spLocks noGrp="1"/>
          </p:cNvSpPr>
          <p:nvPr>
            <p:ph idx="16"/>
          </p:nvPr>
        </p:nvSpPr>
        <p:spPr>
          <a:xfrm>
            <a:off x="372208" y="1961980"/>
            <a:ext cx="5036357" cy="365760"/>
          </a:xfrm>
        </p:spPr>
        <p:txBody>
          <a:bodyPr/>
          <a:lstStyle/>
          <a:p>
            <a:r>
              <a:rPr lang="en-US" dirty="0"/>
              <a:t>Expected Deliverables</a:t>
            </a:r>
          </a:p>
        </p:txBody>
      </p:sp>
      <p:sp>
        <p:nvSpPr>
          <p:cNvPr id="21" name="Text Placeholder 20">
            <a:extLst>
              <a:ext uri="{FF2B5EF4-FFF2-40B4-BE49-F238E27FC236}">
                <a16:creationId xmlns:a16="http://schemas.microsoft.com/office/drawing/2014/main" id="{5E894734-96DC-1B16-F232-8092BEE7F3A2}"/>
              </a:ext>
            </a:extLst>
          </p:cNvPr>
          <p:cNvSpPr>
            <a:spLocks noGrp="1"/>
          </p:cNvSpPr>
          <p:nvPr>
            <p:ph type="body" sz="quarter" idx="17"/>
          </p:nvPr>
        </p:nvSpPr>
        <p:spPr>
          <a:xfrm>
            <a:off x="578314" y="1870540"/>
            <a:ext cx="731520" cy="548640"/>
          </a:xfrm>
        </p:spPr>
        <p:txBody>
          <a:bodyPr/>
          <a:lstStyle/>
          <a:p>
            <a:r>
              <a:rPr lang="en-US" dirty="0"/>
              <a:t>2</a:t>
            </a:r>
          </a:p>
        </p:txBody>
      </p:sp>
      <p:sp>
        <p:nvSpPr>
          <p:cNvPr id="24" name="Content Placeholder 23">
            <a:extLst>
              <a:ext uri="{FF2B5EF4-FFF2-40B4-BE49-F238E27FC236}">
                <a16:creationId xmlns:a16="http://schemas.microsoft.com/office/drawing/2014/main" id="{12CB1256-83C0-A411-270B-D214EF798593}"/>
              </a:ext>
            </a:extLst>
          </p:cNvPr>
          <p:cNvSpPr>
            <a:spLocks noGrp="1"/>
          </p:cNvSpPr>
          <p:nvPr>
            <p:ph idx="22"/>
          </p:nvPr>
        </p:nvSpPr>
        <p:spPr>
          <a:xfrm>
            <a:off x="381000" y="2634740"/>
            <a:ext cx="5036357" cy="365760"/>
          </a:xfrm>
        </p:spPr>
        <p:txBody>
          <a:bodyPr/>
          <a:lstStyle/>
          <a:p>
            <a:r>
              <a:rPr lang="en-US" dirty="0"/>
              <a:t>Data Understanding</a:t>
            </a:r>
          </a:p>
        </p:txBody>
      </p:sp>
      <p:sp>
        <p:nvSpPr>
          <p:cNvPr id="22" name="Text Placeholder 21">
            <a:extLst>
              <a:ext uri="{FF2B5EF4-FFF2-40B4-BE49-F238E27FC236}">
                <a16:creationId xmlns:a16="http://schemas.microsoft.com/office/drawing/2014/main" id="{89073274-74EB-D55B-DFBB-31C7B2FA3CF2}"/>
              </a:ext>
            </a:extLst>
          </p:cNvPr>
          <p:cNvSpPr>
            <a:spLocks noGrp="1"/>
          </p:cNvSpPr>
          <p:nvPr>
            <p:ph type="body" sz="quarter" idx="19"/>
          </p:nvPr>
        </p:nvSpPr>
        <p:spPr>
          <a:xfrm>
            <a:off x="587106" y="2543300"/>
            <a:ext cx="731520" cy="548640"/>
          </a:xfrm>
        </p:spPr>
        <p:txBody>
          <a:bodyPr/>
          <a:lstStyle/>
          <a:p>
            <a:r>
              <a:rPr lang="en-US" dirty="0"/>
              <a:t>3</a:t>
            </a:r>
          </a:p>
        </p:txBody>
      </p:sp>
      <p:sp>
        <p:nvSpPr>
          <p:cNvPr id="25" name="Content Placeholder 24">
            <a:extLst>
              <a:ext uri="{FF2B5EF4-FFF2-40B4-BE49-F238E27FC236}">
                <a16:creationId xmlns:a16="http://schemas.microsoft.com/office/drawing/2014/main" id="{FA83C734-CF5B-459E-1EA2-4A785672F70C}"/>
              </a:ext>
            </a:extLst>
          </p:cNvPr>
          <p:cNvSpPr>
            <a:spLocks noGrp="1"/>
          </p:cNvSpPr>
          <p:nvPr>
            <p:ph idx="23"/>
          </p:nvPr>
        </p:nvSpPr>
        <p:spPr>
          <a:xfrm>
            <a:off x="301869" y="3366260"/>
            <a:ext cx="5106696" cy="365760"/>
          </a:xfrm>
        </p:spPr>
        <p:txBody>
          <a:bodyPr/>
          <a:lstStyle/>
          <a:p>
            <a:r>
              <a:rPr lang="en-US" dirty="0"/>
              <a:t>Executive Summary of Findings</a:t>
            </a:r>
          </a:p>
        </p:txBody>
      </p:sp>
      <p:sp>
        <p:nvSpPr>
          <p:cNvPr id="23" name="Text Placeholder 22">
            <a:extLst>
              <a:ext uri="{FF2B5EF4-FFF2-40B4-BE49-F238E27FC236}">
                <a16:creationId xmlns:a16="http://schemas.microsoft.com/office/drawing/2014/main" id="{DA178740-C8A2-371A-DA88-8DF8CEC9C046}"/>
              </a:ext>
            </a:extLst>
          </p:cNvPr>
          <p:cNvSpPr>
            <a:spLocks noGrp="1"/>
          </p:cNvSpPr>
          <p:nvPr>
            <p:ph type="body" sz="quarter" idx="21"/>
          </p:nvPr>
        </p:nvSpPr>
        <p:spPr>
          <a:xfrm>
            <a:off x="507975" y="3274820"/>
            <a:ext cx="731520" cy="548640"/>
          </a:xfrm>
          <a:solidFill>
            <a:schemeClr val="bg1">
              <a:lumMod val="85000"/>
            </a:schemeClr>
          </a:solidFill>
        </p:spPr>
        <p:txBody>
          <a:bodyPr/>
          <a:lstStyle/>
          <a:p>
            <a:r>
              <a:rPr lang="en-US" dirty="0"/>
              <a:t>4</a:t>
            </a:r>
          </a:p>
        </p:txBody>
      </p:sp>
      <p:sp>
        <p:nvSpPr>
          <p:cNvPr id="17" name="Title 16">
            <a:extLst>
              <a:ext uri="{FF2B5EF4-FFF2-40B4-BE49-F238E27FC236}">
                <a16:creationId xmlns:a16="http://schemas.microsoft.com/office/drawing/2014/main" id="{51983CDE-DC06-3618-B902-BC16DD201811}"/>
              </a:ext>
            </a:extLst>
          </p:cNvPr>
          <p:cNvSpPr>
            <a:spLocks noGrp="1"/>
          </p:cNvSpPr>
          <p:nvPr>
            <p:ph type="title"/>
          </p:nvPr>
        </p:nvSpPr>
        <p:spPr/>
        <p:txBody>
          <a:bodyPr/>
          <a:lstStyle/>
          <a:p>
            <a:r>
              <a:rPr lang="en-US" dirty="0"/>
              <a:t>Agenda</a:t>
            </a:r>
          </a:p>
        </p:txBody>
      </p:sp>
      <p:sp>
        <p:nvSpPr>
          <p:cNvPr id="26" name="Content Placeholder 25">
            <a:extLst>
              <a:ext uri="{FF2B5EF4-FFF2-40B4-BE49-F238E27FC236}">
                <a16:creationId xmlns:a16="http://schemas.microsoft.com/office/drawing/2014/main" id="{EE23FBE1-D0F1-98DA-381C-D00451E009C6}"/>
              </a:ext>
            </a:extLst>
          </p:cNvPr>
          <p:cNvSpPr>
            <a:spLocks noGrp="1"/>
          </p:cNvSpPr>
          <p:nvPr>
            <p:ph idx="24"/>
          </p:nvPr>
        </p:nvSpPr>
        <p:spPr>
          <a:xfrm>
            <a:off x="301869" y="4106654"/>
            <a:ext cx="5106696" cy="365760"/>
          </a:xfrm>
        </p:spPr>
        <p:txBody>
          <a:bodyPr/>
          <a:lstStyle/>
          <a:p>
            <a:r>
              <a:rPr lang="en-US" dirty="0"/>
              <a:t>Visual Storytelling of Retention Trends</a:t>
            </a:r>
          </a:p>
        </p:txBody>
      </p:sp>
      <p:sp>
        <p:nvSpPr>
          <p:cNvPr id="27" name="Text Placeholder 26">
            <a:extLst>
              <a:ext uri="{FF2B5EF4-FFF2-40B4-BE49-F238E27FC236}">
                <a16:creationId xmlns:a16="http://schemas.microsoft.com/office/drawing/2014/main" id="{D8E577A5-34FF-4FBD-B355-55F0A54DB757}"/>
              </a:ext>
            </a:extLst>
          </p:cNvPr>
          <p:cNvSpPr>
            <a:spLocks noGrp="1"/>
          </p:cNvSpPr>
          <p:nvPr>
            <p:ph type="body" sz="quarter" idx="25"/>
          </p:nvPr>
        </p:nvSpPr>
        <p:spPr>
          <a:xfrm>
            <a:off x="507975" y="4015214"/>
            <a:ext cx="731520" cy="548640"/>
          </a:xfrm>
        </p:spPr>
        <p:txBody>
          <a:bodyPr/>
          <a:lstStyle/>
          <a:p>
            <a:r>
              <a:rPr lang="en-US" dirty="0"/>
              <a:t>5</a:t>
            </a:r>
          </a:p>
        </p:txBody>
      </p:sp>
      <p:sp>
        <p:nvSpPr>
          <p:cNvPr id="2" name="Text Placeholder 17">
            <a:extLst>
              <a:ext uri="{FF2B5EF4-FFF2-40B4-BE49-F238E27FC236}">
                <a16:creationId xmlns:a16="http://schemas.microsoft.com/office/drawing/2014/main" id="{A897B100-63E4-CDCC-12A4-B4091F27A5F7}"/>
              </a:ext>
            </a:extLst>
          </p:cNvPr>
          <p:cNvSpPr txBox="1">
            <a:spLocks/>
          </p:cNvSpPr>
          <p:nvPr/>
        </p:nvSpPr>
        <p:spPr>
          <a:xfrm>
            <a:off x="578314" y="1865077"/>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5" name="Text Placeholder 21">
            <a:extLst>
              <a:ext uri="{FF2B5EF4-FFF2-40B4-BE49-F238E27FC236}">
                <a16:creationId xmlns:a16="http://schemas.microsoft.com/office/drawing/2014/main" id="{E6471634-85D7-D1A0-4120-C2A14755FF33}"/>
              </a:ext>
            </a:extLst>
          </p:cNvPr>
          <p:cNvSpPr txBox="1">
            <a:spLocks/>
          </p:cNvSpPr>
          <p:nvPr/>
        </p:nvSpPr>
        <p:spPr>
          <a:xfrm>
            <a:off x="516353" y="1147659"/>
            <a:ext cx="731520" cy="548640"/>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
        <p:nvSpPr>
          <p:cNvPr id="3" name="Content Placeholder 25">
            <a:extLst>
              <a:ext uri="{FF2B5EF4-FFF2-40B4-BE49-F238E27FC236}">
                <a16:creationId xmlns:a16="http://schemas.microsoft.com/office/drawing/2014/main" id="{C3D8C2FB-1EF0-93D5-0D9F-E1BFBD37FEA4}"/>
              </a:ext>
            </a:extLst>
          </p:cNvPr>
          <p:cNvSpPr txBox="1">
            <a:spLocks/>
          </p:cNvSpPr>
          <p:nvPr/>
        </p:nvSpPr>
        <p:spPr>
          <a:xfrm>
            <a:off x="301869" y="483817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Key Metrics And Benchmarks</a:t>
            </a:r>
          </a:p>
        </p:txBody>
      </p:sp>
      <p:sp>
        <p:nvSpPr>
          <p:cNvPr id="4" name="Text Placeholder 26">
            <a:extLst>
              <a:ext uri="{FF2B5EF4-FFF2-40B4-BE49-F238E27FC236}">
                <a16:creationId xmlns:a16="http://schemas.microsoft.com/office/drawing/2014/main" id="{07B534EF-801B-8266-616B-104856D1940A}"/>
              </a:ext>
            </a:extLst>
          </p:cNvPr>
          <p:cNvSpPr txBox="1">
            <a:spLocks/>
          </p:cNvSpPr>
          <p:nvPr/>
        </p:nvSpPr>
        <p:spPr>
          <a:xfrm>
            <a:off x="507975" y="474673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6</a:t>
            </a:r>
          </a:p>
        </p:txBody>
      </p:sp>
      <p:sp>
        <p:nvSpPr>
          <p:cNvPr id="6" name="Content Placeholder 18">
            <a:extLst>
              <a:ext uri="{FF2B5EF4-FFF2-40B4-BE49-F238E27FC236}">
                <a16:creationId xmlns:a16="http://schemas.microsoft.com/office/drawing/2014/main" id="{F963D18C-A30C-35E9-AA35-2BAFFD211EC0}"/>
              </a:ext>
            </a:extLst>
          </p:cNvPr>
          <p:cNvSpPr txBox="1">
            <a:spLocks/>
          </p:cNvSpPr>
          <p:nvPr/>
        </p:nvSpPr>
        <p:spPr>
          <a:xfrm>
            <a:off x="6568537" y="1239099"/>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sz="1400" kern="1200" baseline="0">
                <a:solidFill>
                  <a:schemeClr val="tx1"/>
                </a:solidFill>
                <a:latin typeface="+mn-lt"/>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Cohort Retention Matrix</a:t>
            </a:r>
          </a:p>
        </p:txBody>
      </p:sp>
      <p:sp>
        <p:nvSpPr>
          <p:cNvPr id="7" name="Content Placeholder 19">
            <a:extLst>
              <a:ext uri="{FF2B5EF4-FFF2-40B4-BE49-F238E27FC236}">
                <a16:creationId xmlns:a16="http://schemas.microsoft.com/office/drawing/2014/main" id="{6E3A6FCA-4582-F8C8-EB39-E4D7B64C95C4}"/>
              </a:ext>
            </a:extLst>
          </p:cNvPr>
          <p:cNvSpPr txBox="1">
            <a:spLocks/>
          </p:cNvSpPr>
          <p:nvPr/>
        </p:nvSpPr>
        <p:spPr>
          <a:xfrm>
            <a:off x="6559745" y="196198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Regional &amp; Service Channel Analysis</a:t>
            </a:r>
          </a:p>
        </p:txBody>
      </p:sp>
      <p:sp>
        <p:nvSpPr>
          <p:cNvPr id="8" name="Text Placeholder 20">
            <a:extLst>
              <a:ext uri="{FF2B5EF4-FFF2-40B4-BE49-F238E27FC236}">
                <a16:creationId xmlns:a16="http://schemas.microsoft.com/office/drawing/2014/main" id="{148CEA68-3428-D3FB-8919-B852B1E4068A}"/>
              </a:ext>
            </a:extLst>
          </p:cNvPr>
          <p:cNvSpPr txBox="1">
            <a:spLocks/>
          </p:cNvSpPr>
          <p:nvPr/>
        </p:nvSpPr>
        <p:spPr>
          <a:xfrm>
            <a:off x="6765851" y="187054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2</a:t>
            </a:r>
            <a:endParaRPr lang="en-US" dirty="0"/>
          </a:p>
        </p:txBody>
      </p:sp>
      <p:sp>
        <p:nvSpPr>
          <p:cNvPr id="9" name="Content Placeholder 23">
            <a:extLst>
              <a:ext uri="{FF2B5EF4-FFF2-40B4-BE49-F238E27FC236}">
                <a16:creationId xmlns:a16="http://schemas.microsoft.com/office/drawing/2014/main" id="{CD368DFD-6BD5-2293-BE5A-2CAB3724A184}"/>
              </a:ext>
            </a:extLst>
          </p:cNvPr>
          <p:cNvSpPr txBox="1">
            <a:spLocks/>
          </p:cNvSpPr>
          <p:nvPr/>
        </p:nvSpPr>
        <p:spPr>
          <a:xfrm>
            <a:off x="6568537" y="263474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Customer Engagement Insights</a:t>
            </a:r>
          </a:p>
        </p:txBody>
      </p:sp>
      <p:sp>
        <p:nvSpPr>
          <p:cNvPr id="10" name="Text Placeholder 21">
            <a:extLst>
              <a:ext uri="{FF2B5EF4-FFF2-40B4-BE49-F238E27FC236}">
                <a16:creationId xmlns:a16="http://schemas.microsoft.com/office/drawing/2014/main" id="{11128EE2-D5B0-B2D4-991C-F052A086238D}"/>
              </a:ext>
            </a:extLst>
          </p:cNvPr>
          <p:cNvSpPr txBox="1">
            <a:spLocks/>
          </p:cNvSpPr>
          <p:nvPr/>
        </p:nvSpPr>
        <p:spPr>
          <a:xfrm>
            <a:off x="6774643" y="254330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9</a:t>
            </a:r>
          </a:p>
        </p:txBody>
      </p:sp>
      <p:sp>
        <p:nvSpPr>
          <p:cNvPr id="11" name="Content Placeholder 24">
            <a:extLst>
              <a:ext uri="{FF2B5EF4-FFF2-40B4-BE49-F238E27FC236}">
                <a16:creationId xmlns:a16="http://schemas.microsoft.com/office/drawing/2014/main" id="{9275C956-7FB5-AE2F-25A6-2A568BE79CFC}"/>
              </a:ext>
            </a:extLst>
          </p:cNvPr>
          <p:cNvSpPr txBox="1">
            <a:spLocks/>
          </p:cNvSpPr>
          <p:nvPr/>
        </p:nvSpPr>
        <p:spPr>
          <a:xfrm>
            <a:off x="6489406" y="3366260"/>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Strategic Recommendations</a:t>
            </a:r>
          </a:p>
        </p:txBody>
      </p:sp>
      <p:sp>
        <p:nvSpPr>
          <p:cNvPr id="12" name="Text Placeholder 22">
            <a:extLst>
              <a:ext uri="{FF2B5EF4-FFF2-40B4-BE49-F238E27FC236}">
                <a16:creationId xmlns:a16="http://schemas.microsoft.com/office/drawing/2014/main" id="{2118A55D-80DE-603A-21A7-A9637E0295B0}"/>
              </a:ext>
            </a:extLst>
          </p:cNvPr>
          <p:cNvSpPr txBox="1">
            <a:spLocks/>
          </p:cNvSpPr>
          <p:nvPr/>
        </p:nvSpPr>
        <p:spPr>
          <a:xfrm>
            <a:off x="6695512" y="327482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a:t>
            </a:r>
          </a:p>
        </p:txBody>
      </p:sp>
      <p:sp>
        <p:nvSpPr>
          <p:cNvPr id="13" name="Content Placeholder 25">
            <a:extLst>
              <a:ext uri="{FF2B5EF4-FFF2-40B4-BE49-F238E27FC236}">
                <a16:creationId xmlns:a16="http://schemas.microsoft.com/office/drawing/2014/main" id="{316EE417-98A3-902E-D1E8-387CD024353A}"/>
              </a:ext>
            </a:extLst>
          </p:cNvPr>
          <p:cNvSpPr txBox="1">
            <a:spLocks/>
          </p:cNvSpPr>
          <p:nvPr/>
        </p:nvSpPr>
        <p:spPr>
          <a:xfrm>
            <a:off x="6489406" y="410665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Future Considerations</a:t>
            </a:r>
          </a:p>
        </p:txBody>
      </p:sp>
      <p:sp>
        <p:nvSpPr>
          <p:cNvPr id="14" name="Text Placeholder 26">
            <a:extLst>
              <a:ext uri="{FF2B5EF4-FFF2-40B4-BE49-F238E27FC236}">
                <a16:creationId xmlns:a16="http://schemas.microsoft.com/office/drawing/2014/main" id="{5897F506-87FA-5A76-B6B3-2099068E7CA1}"/>
              </a:ext>
            </a:extLst>
          </p:cNvPr>
          <p:cNvSpPr txBox="1">
            <a:spLocks/>
          </p:cNvSpPr>
          <p:nvPr/>
        </p:nvSpPr>
        <p:spPr>
          <a:xfrm>
            <a:off x="6695512" y="401521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11</a:t>
            </a:r>
          </a:p>
        </p:txBody>
      </p:sp>
      <p:sp>
        <p:nvSpPr>
          <p:cNvPr id="15" name="Text Placeholder 17">
            <a:extLst>
              <a:ext uri="{FF2B5EF4-FFF2-40B4-BE49-F238E27FC236}">
                <a16:creationId xmlns:a16="http://schemas.microsoft.com/office/drawing/2014/main" id="{1356C824-F24B-0B3C-36D3-39388A18B48A}"/>
              </a:ext>
            </a:extLst>
          </p:cNvPr>
          <p:cNvSpPr txBox="1">
            <a:spLocks/>
          </p:cNvSpPr>
          <p:nvPr/>
        </p:nvSpPr>
        <p:spPr>
          <a:xfrm>
            <a:off x="6765851" y="1865077"/>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8</a:t>
            </a:r>
          </a:p>
        </p:txBody>
      </p:sp>
      <p:sp>
        <p:nvSpPr>
          <p:cNvPr id="16" name="Text Placeholder 21">
            <a:extLst>
              <a:ext uri="{FF2B5EF4-FFF2-40B4-BE49-F238E27FC236}">
                <a16:creationId xmlns:a16="http://schemas.microsoft.com/office/drawing/2014/main" id="{5B3B5CB1-7547-CF9F-6225-D30EB3828933}"/>
              </a:ext>
            </a:extLst>
          </p:cNvPr>
          <p:cNvSpPr txBox="1">
            <a:spLocks/>
          </p:cNvSpPr>
          <p:nvPr/>
        </p:nvSpPr>
        <p:spPr>
          <a:xfrm>
            <a:off x="6703890" y="114765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7</a:t>
            </a:r>
          </a:p>
        </p:txBody>
      </p:sp>
    </p:spTree>
    <p:custDataLst>
      <p:tags r:id="rId1"/>
    </p:custDataLst>
    <p:extLst>
      <p:ext uri="{BB962C8B-B14F-4D97-AF65-F5344CB8AC3E}">
        <p14:creationId xmlns:p14="http://schemas.microsoft.com/office/powerpoint/2010/main" val="449701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95826" y="-4373935"/>
            <a:ext cx="5276579"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en-US" sz="1000" b="0" i="0" u="none" strike="noStrike" cap="none" normalizeH="0" baseline="0">
                <a:ln>
                  <a:noFill/>
                </a:ln>
                <a:solidFill>
                  <a:schemeClr val="tx1"/>
                </a:solidFill>
                <a:effectLst/>
                <a:latin typeface="Segoe UI" panose="020B0502040204020203" pitchFamily="34" charset="0"/>
                <a:cs typeface="Segoe UI" panose="020B0502040204020203" pitchFamily="34" charset="0"/>
              </a:rPr>
              <a:t>The client is grappling with a major issue of high customer churn rates, which are undermining their revenue and escalating the costs of acquiring new customers. Their current retention strategies are mostly reactive and fail to utilize advanced predictive analytics to proactively identify customers at risk of leaving. Consequently, the client struggles to allocate resources efficiently or implement targeted retention campaigns that cater to the specific needs and pain points of individual customers. Additionally, there is a limited understanding of the primary factors driving churn—whether it's due to service quality, pricing, customer experience, or competitor offerings—making it challenging to develop effective strategies to reduce churn.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 name="TextBox 4"/>
          <p:cNvSpPr txBox="1"/>
          <p:nvPr/>
        </p:nvSpPr>
        <p:spPr>
          <a:xfrm>
            <a:off x="381000" y="609982"/>
            <a:ext cx="5259405" cy="597138"/>
          </a:xfrm>
          <a:prstGeom prst="rect">
            <a:avLst/>
          </a:prstGeom>
          <a:noFill/>
        </p:spPr>
        <p:txBody>
          <a:bodyPr wrap="none" lIns="90000" tIns="90000" rIns="90000" bIns="90000" rtlCol="0">
            <a:noAutofit/>
          </a:bodyPr>
          <a:lstStyle/>
          <a:p>
            <a:pPr algn="l"/>
            <a:r>
              <a:rPr lang="en-US" b="1" dirty="0">
                <a:solidFill>
                  <a:schemeClr val="bg2"/>
                </a:solidFill>
              </a:rPr>
              <a:t>PROBLEM STATEMENT</a:t>
            </a:r>
            <a:endParaRPr lang="en-IN" b="1" dirty="0">
              <a:solidFill>
                <a:schemeClr val="bg2"/>
              </a:solidFill>
            </a:endParaRPr>
          </a:p>
        </p:txBody>
      </p:sp>
      <p:graphicFrame>
        <p:nvGraphicFramePr>
          <p:cNvPr id="6" name="Table 5">
            <a:extLst>
              <a:ext uri="{FF2B5EF4-FFF2-40B4-BE49-F238E27FC236}">
                <a16:creationId xmlns:a16="http://schemas.microsoft.com/office/drawing/2014/main" id="{B177F202-EDA4-F9CC-10CB-884AE6932045}"/>
              </a:ext>
            </a:extLst>
          </p:cNvPr>
          <p:cNvGraphicFramePr>
            <a:graphicFrameLocks noGrp="1"/>
          </p:cNvGraphicFramePr>
          <p:nvPr>
            <p:extLst>
              <p:ext uri="{D42A27DB-BD31-4B8C-83A1-F6EECF244321}">
                <p14:modId xmlns:p14="http://schemas.microsoft.com/office/powerpoint/2010/main" val="6253779"/>
              </p:ext>
            </p:extLst>
          </p:nvPr>
        </p:nvGraphicFramePr>
        <p:xfrm>
          <a:off x="462013" y="1039528"/>
          <a:ext cx="11030551" cy="6006365"/>
        </p:xfrm>
        <a:graphic>
          <a:graphicData uri="http://schemas.openxmlformats.org/drawingml/2006/table">
            <a:tbl>
              <a:tblPr/>
              <a:tblGrid>
                <a:gridCol w="11030551">
                  <a:extLst>
                    <a:ext uri="{9D8B030D-6E8A-4147-A177-3AD203B41FA5}">
                      <a16:colId xmlns:a16="http://schemas.microsoft.com/office/drawing/2014/main" val="2941052383"/>
                    </a:ext>
                  </a:extLst>
                </a:gridCol>
              </a:tblGrid>
              <a:tr h="3659706">
                <a:tc>
                  <a:txBody>
                    <a:bodyPr/>
                    <a:lstStyle/>
                    <a:p>
                      <a:pPr marL="0" marR="0" lvl="0" indent="0" algn="just" defTabSz="914400" rtl="0" eaLnBrk="1" fontAlgn="b" latinLnBrk="0" hangingPunct="1">
                        <a:lnSpc>
                          <a:spcPct val="150000"/>
                        </a:lnSpc>
                        <a:spcBef>
                          <a:spcPts val="0"/>
                        </a:spcBef>
                        <a:spcAft>
                          <a:spcPts val="0"/>
                        </a:spcAft>
                        <a:buClrTx/>
                        <a:buSzTx/>
                        <a:buFontTx/>
                        <a:buNone/>
                        <a:tabLst/>
                        <a:defRPr/>
                      </a:pPr>
                      <a:endParaRPr lang="en-GB" sz="1800" kern="1200" dirty="0">
                        <a:solidFill>
                          <a:srgbClr val="3C287D"/>
                        </a:solidFill>
                        <a:effectLst/>
                        <a:latin typeface="+mn-lt"/>
                        <a:ea typeface="+mn-ea"/>
                        <a:cs typeface="+mn-cs"/>
                      </a:endParaRPr>
                    </a:p>
                    <a:p>
                      <a:pPr marL="0" marR="0" lvl="0" indent="0" algn="just" defTabSz="914400" rtl="0" eaLnBrk="1" fontAlgn="b" latinLnBrk="0" hangingPunct="1">
                        <a:lnSpc>
                          <a:spcPct val="150000"/>
                        </a:lnSpc>
                        <a:spcBef>
                          <a:spcPts val="0"/>
                        </a:spcBef>
                        <a:spcAft>
                          <a:spcPts val="0"/>
                        </a:spcAft>
                        <a:buClrTx/>
                        <a:buSzTx/>
                        <a:buFontTx/>
                        <a:buNone/>
                        <a:tabLst/>
                        <a:defRPr/>
                      </a:pPr>
                      <a:r>
                        <a:rPr lang="en-GB" sz="1800" kern="1200" dirty="0">
                          <a:solidFill>
                            <a:srgbClr val="3C287D"/>
                          </a:solidFill>
                          <a:effectLst/>
                          <a:latin typeface="+mn-lt"/>
                          <a:ea typeface="+mn-ea"/>
                          <a:cs typeface="+mn-cs"/>
                        </a:rPr>
                        <a:t>NFX</a:t>
                      </a:r>
                      <a:r>
                        <a:rPr lang="en-IN" sz="1800" kern="1200" dirty="0">
                          <a:solidFill>
                            <a:srgbClr val="3C287D"/>
                          </a:solidFill>
                          <a:effectLst/>
                          <a:latin typeface="+mn-lt"/>
                          <a:ea typeface="+mn-ea"/>
                          <a:cs typeface="+mn-cs"/>
                        </a:rPr>
                        <a:t> is a digital-first professional service business serving a variety of customers across different geographies and services &amp; tiers. Over time, NFX has seen fluctuating engagement levels across its customer base, and they want to understand how user behaviour changes after onboarding, which services / location are most effective, and how retention varies across cohorts.</a:t>
                      </a:r>
                    </a:p>
                    <a:p>
                      <a:pPr algn="just" fontAlgn="b">
                        <a:lnSpc>
                          <a:spcPct val="150000"/>
                        </a:lnSpc>
                      </a:pPr>
                      <a:endParaRPr lang="en-US" sz="1800" b="0" i="0" u="none" strike="noStrike" dirty="0">
                        <a:solidFill>
                          <a:srgbClr val="3C287D"/>
                        </a:solidFill>
                        <a:effectLst/>
                        <a:latin typeface="Roboto" panose="02000000000000000000" pitchFamily="2" charset="0"/>
                        <a:ea typeface="Roboto" panose="02000000000000000000" pitchFamily="2" charset="0"/>
                        <a:cs typeface="Roboto" panose="02000000000000000000" pitchFamily="2" charset="0"/>
                      </a:endParaRPr>
                    </a:p>
                    <a:p>
                      <a:r>
                        <a:rPr lang="en-US" dirty="0">
                          <a:solidFill>
                            <a:srgbClr val="3C287D"/>
                          </a:solidFill>
                        </a:rPr>
                        <a:t>NFX requires a comprehensive cohort and retention analysis framework to:</a:t>
                      </a:r>
                    </a:p>
                    <a:p>
                      <a:endParaRPr lang="en-US" dirty="0">
                        <a:solidFill>
                          <a:srgbClr val="3C287D"/>
                        </a:solidFill>
                      </a:endParaRPr>
                    </a:p>
                    <a:p>
                      <a:pPr marL="285750" indent="-285750">
                        <a:buFont typeface="Arial" panose="020B0604020202020204" pitchFamily="34" charset="0"/>
                        <a:buChar char="•"/>
                      </a:pPr>
                      <a:r>
                        <a:rPr lang="en-US" dirty="0">
                          <a:solidFill>
                            <a:srgbClr val="3C287D"/>
                          </a:solidFill>
                        </a:rPr>
                        <a:t>evaluate customer engagement trends over time, </a:t>
                      </a:r>
                    </a:p>
                    <a:p>
                      <a:pPr marL="285750" indent="-285750">
                        <a:buFont typeface="Arial" panose="020B0604020202020204" pitchFamily="34" charset="0"/>
                        <a:buChar char="•"/>
                      </a:pPr>
                      <a:r>
                        <a:rPr lang="en-US" dirty="0">
                          <a:solidFill>
                            <a:srgbClr val="3C287D"/>
                          </a:solidFill>
                        </a:rPr>
                        <a:t>identify high-value and loyal customer segments, </a:t>
                      </a:r>
                    </a:p>
                    <a:p>
                      <a:pPr marL="285750" indent="-285750">
                        <a:buFont typeface="Arial" panose="020B0604020202020204" pitchFamily="34" charset="0"/>
                        <a:buChar char="•"/>
                      </a:pPr>
                      <a:r>
                        <a:rPr lang="en-US" dirty="0">
                          <a:solidFill>
                            <a:srgbClr val="3C287D"/>
                          </a:solidFill>
                        </a:rPr>
                        <a:t>measure churn and retention performance, </a:t>
                      </a:r>
                    </a:p>
                    <a:p>
                      <a:pPr marL="285750" indent="-285750">
                        <a:buFont typeface="Arial" panose="020B0604020202020204" pitchFamily="34" charset="0"/>
                        <a:buChar char="•"/>
                      </a:pPr>
                      <a:r>
                        <a:rPr lang="en-US" dirty="0">
                          <a:solidFill>
                            <a:srgbClr val="3C287D"/>
                          </a:solidFill>
                        </a:rPr>
                        <a:t>analyze acquisition channel effectiveness, </a:t>
                      </a:r>
                    </a:p>
                    <a:p>
                      <a:pPr marL="285750" indent="-285750">
                        <a:buFont typeface="Arial" panose="020B0604020202020204" pitchFamily="34" charset="0"/>
                        <a:buChar char="•"/>
                      </a:pPr>
                      <a:r>
                        <a:rPr lang="en-US" dirty="0">
                          <a:solidFill>
                            <a:srgbClr val="3C287D"/>
                          </a:solidFill>
                        </a:rPr>
                        <a:t>and uncover actionable insights to improve customer lifecycle management, retention strategies, and long-term revenue growth.</a:t>
                      </a:r>
                    </a:p>
                  </a:txBody>
                  <a:tcPr marL="9525" marR="9525" marT="9525" anchor="b">
                    <a:lnL>
                      <a:noFill/>
                    </a:lnL>
                    <a:lnR>
                      <a:noFill/>
                    </a:lnR>
                    <a:lnT>
                      <a:noFill/>
                    </a:lnT>
                    <a:lnB>
                      <a:noFill/>
                    </a:lnB>
                    <a:noFill/>
                  </a:tcPr>
                </a:tc>
                <a:extLst>
                  <a:ext uri="{0D108BD9-81ED-4DB2-BD59-A6C34878D82A}">
                    <a16:rowId xmlns:a16="http://schemas.microsoft.com/office/drawing/2014/main" val="2117863559"/>
                  </a:ext>
                </a:extLst>
              </a:tr>
              <a:tr h="1287680">
                <a:tc>
                  <a:txBody>
                    <a:bodyPr/>
                    <a:lstStyle/>
                    <a:p>
                      <a:pPr algn="just" fontAlgn="b">
                        <a:lnSpc>
                          <a:spcPct val="150000"/>
                        </a:lnSpc>
                      </a:pPr>
                      <a:endParaRPr lang="en-US" sz="2000" b="0" i="0" u="none" strike="noStrike" dirty="0">
                        <a:solidFill>
                          <a:srgbClr val="3C287D"/>
                        </a:solidFill>
                        <a:effectLst/>
                        <a:latin typeface="Roboto" panose="02000000000000000000" pitchFamily="2" charset="0"/>
                        <a:ea typeface="Roboto" panose="02000000000000000000" pitchFamily="2" charset="0"/>
                        <a:cs typeface="Roboto" panose="02000000000000000000" pitchFamily="2" charset="0"/>
                      </a:endParaRPr>
                    </a:p>
                  </a:txBody>
                  <a:tcPr marL="9525" marR="9525" marT="9525" anchor="b">
                    <a:lnL>
                      <a:noFill/>
                    </a:lnL>
                    <a:lnR>
                      <a:noFill/>
                    </a:lnR>
                    <a:lnT>
                      <a:noFill/>
                    </a:lnT>
                    <a:lnB>
                      <a:noFill/>
                    </a:lnB>
                    <a:noFill/>
                  </a:tcPr>
                </a:tc>
                <a:extLst>
                  <a:ext uri="{0D108BD9-81ED-4DB2-BD59-A6C34878D82A}">
                    <a16:rowId xmlns:a16="http://schemas.microsoft.com/office/drawing/2014/main" val="2708192470"/>
                  </a:ext>
                </a:extLst>
              </a:tr>
            </a:tbl>
          </a:graphicData>
        </a:graphic>
      </p:graphicFrame>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CC797-9AE7-2162-E23A-C8351233A38E}"/>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5802454F-9B19-C38D-A1B0-B64815DBEB07}"/>
              </a:ext>
            </a:extLst>
          </p:cNvPr>
          <p:cNvSpPr>
            <a:spLocks noGrp="1"/>
          </p:cNvSpPr>
          <p:nvPr>
            <p:ph type="title"/>
          </p:nvPr>
        </p:nvSpPr>
        <p:spPr/>
        <p:txBody>
          <a:bodyPr/>
          <a:lstStyle/>
          <a:p>
            <a:r>
              <a:rPr lang="en-US" dirty="0"/>
              <a:t>Agenda</a:t>
            </a:r>
          </a:p>
        </p:txBody>
      </p:sp>
      <p:sp>
        <p:nvSpPr>
          <p:cNvPr id="32" name="Content Placeholder 18">
            <a:extLst>
              <a:ext uri="{FF2B5EF4-FFF2-40B4-BE49-F238E27FC236}">
                <a16:creationId xmlns:a16="http://schemas.microsoft.com/office/drawing/2014/main" id="{86B72043-36AC-58C4-2495-DECD500AD673}"/>
              </a:ext>
            </a:extLst>
          </p:cNvPr>
          <p:cNvSpPr>
            <a:spLocks noGrp="1"/>
          </p:cNvSpPr>
          <p:nvPr>
            <p:ph idx="15"/>
          </p:nvPr>
        </p:nvSpPr>
        <p:spPr>
          <a:xfrm>
            <a:off x="381000" y="1239099"/>
            <a:ext cx="5036357" cy="365760"/>
          </a:xfrm>
        </p:spPr>
        <p:txBody>
          <a:bodyPr/>
          <a:lstStyle/>
          <a:p>
            <a:r>
              <a:rPr lang="en-US" dirty="0"/>
              <a:t>Problem Statement</a:t>
            </a:r>
          </a:p>
        </p:txBody>
      </p:sp>
      <p:sp>
        <p:nvSpPr>
          <p:cNvPr id="33" name="Content Placeholder 19">
            <a:extLst>
              <a:ext uri="{FF2B5EF4-FFF2-40B4-BE49-F238E27FC236}">
                <a16:creationId xmlns:a16="http://schemas.microsoft.com/office/drawing/2014/main" id="{19D601A0-946B-5697-5379-A6BB4049E0C4}"/>
              </a:ext>
            </a:extLst>
          </p:cNvPr>
          <p:cNvSpPr>
            <a:spLocks noGrp="1"/>
          </p:cNvSpPr>
          <p:nvPr>
            <p:ph idx="16"/>
          </p:nvPr>
        </p:nvSpPr>
        <p:spPr>
          <a:xfrm>
            <a:off x="372208" y="1961980"/>
            <a:ext cx="5036357" cy="365760"/>
          </a:xfrm>
        </p:spPr>
        <p:txBody>
          <a:bodyPr/>
          <a:lstStyle/>
          <a:p>
            <a:r>
              <a:rPr lang="en-US" dirty="0"/>
              <a:t>Expected Deliverables</a:t>
            </a:r>
          </a:p>
        </p:txBody>
      </p:sp>
      <p:sp>
        <p:nvSpPr>
          <p:cNvPr id="34" name="Text Placeholder 20">
            <a:extLst>
              <a:ext uri="{FF2B5EF4-FFF2-40B4-BE49-F238E27FC236}">
                <a16:creationId xmlns:a16="http://schemas.microsoft.com/office/drawing/2014/main" id="{56959A3E-1294-42F0-E742-26D268BC55BD}"/>
              </a:ext>
            </a:extLst>
          </p:cNvPr>
          <p:cNvSpPr txBox="1">
            <a:spLocks/>
          </p:cNvSpPr>
          <p:nvPr/>
        </p:nvSpPr>
        <p:spPr>
          <a:xfrm>
            <a:off x="578314" y="187054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2</a:t>
            </a:r>
            <a:endParaRPr lang="en-US" dirty="0"/>
          </a:p>
        </p:txBody>
      </p:sp>
      <p:sp>
        <p:nvSpPr>
          <p:cNvPr id="35" name="Content Placeholder 23">
            <a:extLst>
              <a:ext uri="{FF2B5EF4-FFF2-40B4-BE49-F238E27FC236}">
                <a16:creationId xmlns:a16="http://schemas.microsoft.com/office/drawing/2014/main" id="{32D94301-8943-96C5-F715-991783DBFAD6}"/>
              </a:ext>
            </a:extLst>
          </p:cNvPr>
          <p:cNvSpPr>
            <a:spLocks noGrp="1"/>
          </p:cNvSpPr>
          <p:nvPr>
            <p:ph idx="22"/>
          </p:nvPr>
        </p:nvSpPr>
        <p:spPr>
          <a:xfrm>
            <a:off x="381000" y="2634740"/>
            <a:ext cx="5036357" cy="365760"/>
          </a:xfrm>
        </p:spPr>
        <p:txBody>
          <a:bodyPr/>
          <a:lstStyle/>
          <a:p>
            <a:r>
              <a:rPr lang="en-US" dirty="0"/>
              <a:t>Data Understanding</a:t>
            </a:r>
          </a:p>
        </p:txBody>
      </p:sp>
      <p:sp>
        <p:nvSpPr>
          <p:cNvPr id="36" name="Text Placeholder 21">
            <a:extLst>
              <a:ext uri="{FF2B5EF4-FFF2-40B4-BE49-F238E27FC236}">
                <a16:creationId xmlns:a16="http://schemas.microsoft.com/office/drawing/2014/main" id="{9BBC5550-65B2-4222-9F95-75F2B65490D3}"/>
              </a:ext>
            </a:extLst>
          </p:cNvPr>
          <p:cNvSpPr txBox="1">
            <a:spLocks/>
          </p:cNvSpPr>
          <p:nvPr/>
        </p:nvSpPr>
        <p:spPr>
          <a:xfrm>
            <a:off x="587106" y="254330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3</a:t>
            </a:r>
            <a:endParaRPr lang="en-US" dirty="0"/>
          </a:p>
        </p:txBody>
      </p:sp>
      <p:sp>
        <p:nvSpPr>
          <p:cNvPr id="37" name="Content Placeholder 24">
            <a:extLst>
              <a:ext uri="{FF2B5EF4-FFF2-40B4-BE49-F238E27FC236}">
                <a16:creationId xmlns:a16="http://schemas.microsoft.com/office/drawing/2014/main" id="{6030CD04-A922-F44B-0E96-A5AC1D43E006}"/>
              </a:ext>
            </a:extLst>
          </p:cNvPr>
          <p:cNvSpPr>
            <a:spLocks noGrp="1"/>
          </p:cNvSpPr>
          <p:nvPr>
            <p:ph idx="23"/>
          </p:nvPr>
        </p:nvSpPr>
        <p:spPr>
          <a:xfrm>
            <a:off x="301869" y="3366260"/>
            <a:ext cx="5106696" cy="365760"/>
          </a:xfrm>
        </p:spPr>
        <p:txBody>
          <a:bodyPr/>
          <a:lstStyle/>
          <a:p>
            <a:r>
              <a:rPr lang="en-US" dirty="0"/>
              <a:t>Executive Summary of Findings</a:t>
            </a:r>
          </a:p>
        </p:txBody>
      </p:sp>
      <p:sp>
        <p:nvSpPr>
          <p:cNvPr id="38" name="Text Placeholder 22">
            <a:extLst>
              <a:ext uri="{FF2B5EF4-FFF2-40B4-BE49-F238E27FC236}">
                <a16:creationId xmlns:a16="http://schemas.microsoft.com/office/drawing/2014/main" id="{45F02F41-7340-6EF6-8378-02E723A85E3A}"/>
              </a:ext>
            </a:extLst>
          </p:cNvPr>
          <p:cNvSpPr txBox="1">
            <a:spLocks/>
          </p:cNvSpPr>
          <p:nvPr/>
        </p:nvSpPr>
        <p:spPr>
          <a:xfrm>
            <a:off x="507975" y="327482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endParaRPr lang="en-US" dirty="0"/>
          </a:p>
        </p:txBody>
      </p:sp>
      <p:sp>
        <p:nvSpPr>
          <p:cNvPr id="39" name="Content Placeholder 25">
            <a:extLst>
              <a:ext uri="{FF2B5EF4-FFF2-40B4-BE49-F238E27FC236}">
                <a16:creationId xmlns:a16="http://schemas.microsoft.com/office/drawing/2014/main" id="{2DDF1ABE-0795-7583-2C76-69CC20D5DF8F}"/>
              </a:ext>
            </a:extLst>
          </p:cNvPr>
          <p:cNvSpPr>
            <a:spLocks noGrp="1"/>
          </p:cNvSpPr>
          <p:nvPr>
            <p:ph idx="24"/>
          </p:nvPr>
        </p:nvSpPr>
        <p:spPr>
          <a:xfrm>
            <a:off x="301869" y="4106654"/>
            <a:ext cx="5106696" cy="365760"/>
          </a:xfrm>
        </p:spPr>
        <p:txBody>
          <a:bodyPr/>
          <a:lstStyle/>
          <a:p>
            <a:r>
              <a:rPr lang="en-US" dirty="0"/>
              <a:t>Visual Storytelling of Retention Trends</a:t>
            </a:r>
          </a:p>
        </p:txBody>
      </p:sp>
      <p:sp>
        <p:nvSpPr>
          <p:cNvPr id="40" name="Text Placeholder 26">
            <a:extLst>
              <a:ext uri="{FF2B5EF4-FFF2-40B4-BE49-F238E27FC236}">
                <a16:creationId xmlns:a16="http://schemas.microsoft.com/office/drawing/2014/main" id="{BBB7D2C9-2762-F938-DE88-E8DE79EB1103}"/>
              </a:ext>
            </a:extLst>
          </p:cNvPr>
          <p:cNvSpPr txBox="1">
            <a:spLocks/>
          </p:cNvSpPr>
          <p:nvPr/>
        </p:nvSpPr>
        <p:spPr>
          <a:xfrm>
            <a:off x="507975" y="401521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5</a:t>
            </a:r>
            <a:endParaRPr lang="en-US" dirty="0"/>
          </a:p>
        </p:txBody>
      </p:sp>
      <p:sp>
        <p:nvSpPr>
          <p:cNvPr id="41" name="Text Placeholder 17">
            <a:extLst>
              <a:ext uri="{FF2B5EF4-FFF2-40B4-BE49-F238E27FC236}">
                <a16:creationId xmlns:a16="http://schemas.microsoft.com/office/drawing/2014/main" id="{561C7F6D-0BC7-E0EA-4457-69B861F0C06B}"/>
              </a:ext>
            </a:extLst>
          </p:cNvPr>
          <p:cNvSpPr txBox="1">
            <a:spLocks/>
          </p:cNvSpPr>
          <p:nvPr/>
        </p:nvSpPr>
        <p:spPr>
          <a:xfrm>
            <a:off x="578314" y="1865077"/>
            <a:ext cx="731520" cy="548640"/>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42" name="Text Placeholder 21">
            <a:extLst>
              <a:ext uri="{FF2B5EF4-FFF2-40B4-BE49-F238E27FC236}">
                <a16:creationId xmlns:a16="http://schemas.microsoft.com/office/drawing/2014/main" id="{A11856E0-619A-7382-FA4D-F4CAAADA169F}"/>
              </a:ext>
            </a:extLst>
          </p:cNvPr>
          <p:cNvSpPr txBox="1">
            <a:spLocks/>
          </p:cNvSpPr>
          <p:nvPr/>
        </p:nvSpPr>
        <p:spPr>
          <a:xfrm>
            <a:off x="516353" y="114765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
        <p:nvSpPr>
          <p:cNvPr id="43" name="Content Placeholder 25">
            <a:extLst>
              <a:ext uri="{FF2B5EF4-FFF2-40B4-BE49-F238E27FC236}">
                <a16:creationId xmlns:a16="http://schemas.microsoft.com/office/drawing/2014/main" id="{68EEAC3A-93C2-087C-1FD6-A48059146B32}"/>
              </a:ext>
            </a:extLst>
          </p:cNvPr>
          <p:cNvSpPr txBox="1">
            <a:spLocks/>
          </p:cNvSpPr>
          <p:nvPr/>
        </p:nvSpPr>
        <p:spPr>
          <a:xfrm>
            <a:off x="301869" y="483817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Key Metrics And Benchmarks</a:t>
            </a:r>
          </a:p>
        </p:txBody>
      </p:sp>
      <p:sp>
        <p:nvSpPr>
          <p:cNvPr id="44" name="Text Placeholder 26">
            <a:extLst>
              <a:ext uri="{FF2B5EF4-FFF2-40B4-BE49-F238E27FC236}">
                <a16:creationId xmlns:a16="http://schemas.microsoft.com/office/drawing/2014/main" id="{95E4C0BF-F73D-DD5F-C244-592495655CBE}"/>
              </a:ext>
            </a:extLst>
          </p:cNvPr>
          <p:cNvSpPr txBox="1">
            <a:spLocks/>
          </p:cNvSpPr>
          <p:nvPr/>
        </p:nvSpPr>
        <p:spPr>
          <a:xfrm>
            <a:off x="507975" y="474673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6</a:t>
            </a:r>
          </a:p>
        </p:txBody>
      </p:sp>
      <p:sp>
        <p:nvSpPr>
          <p:cNvPr id="45" name="Content Placeholder 18">
            <a:extLst>
              <a:ext uri="{FF2B5EF4-FFF2-40B4-BE49-F238E27FC236}">
                <a16:creationId xmlns:a16="http://schemas.microsoft.com/office/drawing/2014/main" id="{BEF0FF94-BA3A-EC51-9687-E4B295D45264}"/>
              </a:ext>
            </a:extLst>
          </p:cNvPr>
          <p:cNvSpPr txBox="1">
            <a:spLocks/>
          </p:cNvSpPr>
          <p:nvPr/>
        </p:nvSpPr>
        <p:spPr>
          <a:xfrm>
            <a:off x="6568537" y="1239099"/>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sz="1400" kern="1200" baseline="0">
                <a:solidFill>
                  <a:schemeClr val="tx1"/>
                </a:solidFill>
                <a:latin typeface="+mn-lt"/>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Cohort Retention Matrix</a:t>
            </a:r>
          </a:p>
        </p:txBody>
      </p:sp>
      <p:sp>
        <p:nvSpPr>
          <p:cNvPr id="46" name="Content Placeholder 19">
            <a:extLst>
              <a:ext uri="{FF2B5EF4-FFF2-40B4-BE49-F238E27FC236}">
                <a16:creationId xmlns:a16="http://schemas.microsoft.com/office/drawing/2014/main" id="{EFDA673E-A688-8754-653A-50D9116D1AB4}"/>
              </a:ext>
            </a:extLst>
          </p:cNvPr>
          <p:cNvSpPr txBox="1">
            <a:spLocks/>
          </p:cNvSpPr>
          <p:nvPr/>
        </p:nvSpPr>
        <p:spPr>
          <a:xfrm>
            <a:off x="6559745" y="196198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Regional &amp; Service Channel Analysis</a:t>
            </a:r>
          </a:p>
        </p:txBody>
      </p:sp>
      <p:sp>
        <p:nvSpPr>
          <p:cNvPr id="47" name="Text Placeholder 20">
            <a:extLst>
              <a:ext uri="{FF2B5EF4-FFF2-40B4-BE49-F238E27FC236}">
                <a16:creationId xmlns:a16="http://schemas.microsoft.com/office/drawing/2014/main" id="{CBE13B9E-C77A-AF3B-8538-A2030BA90302}"/>
              </a:ext>
            </a:extLst>
          </p:cNvPr>
          <p:cNvSpPr txBox="1">
            <a:spLocks/>
          </p:cNvSpPr>
          <p:nvPr/>
        </p:nvSpPr>
        <p:spPr>
          <a:xfrm>
            <a:off x="6765851" y="187054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2</a:t>
            </a:r>
            <a:endParaRPr lang="en-US" dirty="0"/>
          </a:p>
        </p:txBody>
      </p:sp>
      <p:sp>
        <p:nvSpPr>
          <p:cNvPr id="48" name="Content Placeholder 23">
            <a:extLst>
              <a:ext uri="{FF2B5EF4-FFF2-40B4-BE49-F238E27FC236}">
                <a16:creationId xmlns:a16="http://schemas.microsoft.com/office/drawing/2014/main" id="{238E84C8-CD3E-B65F-DBC8-9E2590A69C01}"/>
              </a:ext>
            </a:extLst>
          </p:cNvPr>
          <p:cNvSpPr txBox="1">
            <a:spLocks/>
          </p:cNvSpPr>
          <p:nvPr/>
        </p:nvSpPr>
        <p:spPr>
          <a:xfrm>
            <a:off x="6568537" y="263474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Customer Engagement Insights</a:t>
            </a:r>
          </a:p>
        </p:txBody>
      </p:sp>
      <p:sp>
        <p:nvSpPr>
          <p:cNvPr id="49" name="Text Placeholder 21">
            <a:extLst>
              <a:ext uri="{FF2B5EF4-FFF2-40B4-BE49-F238E27FC236}">
                <a16:creationId xmlns:a16="http://schemas.microsoft.com/office/drawing/2014/main" id="{2FC02584-7293-192D-5A47-C3F766F34C29}"/>
              </a:ext>
            </a:extLst>
          </p:cNvPr>
          <p:cNvSpPr txBox="1">
            <a:spLocks/>
          </p:cNvSpPr>
          <p:nvPr/>
        </p:nvSpPr>
        <p:spPr>
          <a:xfrm>
            <a:off x="6774643" y="254330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9</a:t>
            </a:r>
          </a:p>
        </p:txBody>
      </p:sp>
      <p:sp>
        <p:nvSpPr>
          <p:cNvPr id="50" name="Content Placeholder 24">
            <a:extLst>
              <a:ext uri="{FF2B5EF4-FFF2-40B4-BE49-F238E27FC236}">
                <a16:creationId xmlns:a16="http://schemas.microsoft.com/office/drawing/2014/main" id="{0D274166-B503-7E79-EBD5-9BD48EE433CB}"/>
              </a:ext>
            </a:extLst>
          </p:cNvPr>
          <p:cNvSpPr txBox="1">
            <a:spLocks/>
          </p:cNvSpPr>
          <p:nvPr/>
        </p:nvSpPr>
        <p:spPr>
          <a:xfrm>
            <a:off x="6489406" y="3366260"/>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Strategic Recommendations</a:t>
            </a:r>
          </a:p>
        </p:txBody>
      </p:sp>
      <p:sp>
        <p:nvSpPr>
          <p:cNvPr id="51" name="Text Placeholder 22">
            <a:extLst>
              <a:ext uri="{FF2B5EF4-FFF2-40B4-BE49-F238E27FC236}">
                <a16:creationId xmlns:a16="http://schemas.microsoft.com/office/drawing/2014/main" id="{7134BA0D-303A-2860-9DDD-4E33192A354C}"/>
              </a:ext>
            </a:extLst>
          </p:cNvPr>
          <p:cNvSpPr txBox="1">
            <a:spLocks/>
          </p:cNvSpPr>
          <p:nvPr/>
        </p:nvSpPr>
        <p:spPr>
          <a:xfrm>
            <a:off x="6695512" y="327482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a:t>
            </a:r>
          </a:p>
        </p:txBody>
      </p:sp>
      <p:sp>
        <p:nvSpPr>
          <p:cNvPr id="52" name="Content Placeholder 25">
            <a:extLst>
              <a:ext uri="{FF2B5EF4-FFF2-40B4-BE49-F238E27FC236}">
                <a16:creationId xmlns:a16="http://schemas.microsoft.com/office/drawing/2014/main" id="{E4B1AF71-49F9-037A-5C5A-DC3F9A3FDA21}"/>
              </a:ext>
            </a:extLst>
          </p:cNvPr>
          <p:cNvSpPr txBox="1">
            <a:spLocks/>
          </p:cNvSpPr>
          <p:nvPr/>
        </p:nvSpPr>
        <p:spPr>
          <a:xfrm>
            <a:off x="6489406" y="410665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Future Considerations</a:t>
            </a:r>
          </a:p>
        </p:txBody>
      </p:sp>
      <p:sp>
        <p:nvSpPr>
          <p:cNvPr id="53" name="Text Placeholder 26">
            <a:extLst>
              <a:ext uri="{FF2B5EF4-FFF2-40B4-BE49-F238E27FC236}">
                <a16:creationId xmlns:a16="http://schemas.microsoft.com/office/drawing/2014/main" id="{E0ADFEC9-8963-FE79-CA84-3DE4AE032E2E}"/>
              </a:ext>
            </a:extLst>
          </p:cNvPr>
          <p:cNvSpPr txBox="1">
            <a:spLocks/>
          </p:cNvSpPr>
          <p:nvPr/>
        </p:nvSpPr>
        <p:spPr>
          <a:xfrm>
            <a:off x="6695512" y="401521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11</a:t>
            </a:r>
          </a:p>
        </p:txBody>
      </p:sp>
      <p:sp>
        <p:nvSpPr>
          <p:cNvPr id="54" name="Text Placeholder 17">
            <a:extLst>
              <a:ext uri="{FF2B5EF4-FFF2-40B4-BE49-F238E27FC236}">
                <a16:creationId xmlns:a16="http://schemas.microsoft.com/office/drawing/2014/main" id="{DBECD771-0010-45B3-72C2-31EC8F070E07}"/>
              </a:ext>
            </a:extLst>
          </p:cNvPr>
          <p:cNvSpPr txBox="1">
            <a:spLocks/>
          </p:cNvSpPr>
          <p:nvPr/>
        </p:nvSpPr>
        <p:spPr>
          <a:xfrm>
            <a:off x="6765851" y="1865077"/>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8</a:t>
            </a:r>
          </a:p>
        </p:txBody>
      </p:sp>
      <p:sp>
        <p:nvSpPr>
          <p:cNvPr id="55" name="Text Placeholder 21">
            <a:extLst>
              <a:ext uri="{FF2B5EF4-FFF2-40B4-BE49-F238E27FC236}">
                <a16:creationId xmlns:a16="http://schemas.microsoft.com/office/drawing/2014/main" id="{BEEE6952-E56F-6B3C-D7D4-9A6995D70A15}"/>
              </a:ext>
            </a:extLst>
          </p:cNvPr>
          <p:cNvSpPr txBox="1">
            <a:spLocks/>
          </p:cNvSpPr>
          <p:nvPr/>
        </p:nvSpPr>
        <p:spPr>
          <a:xfrm>
            <a:off x="6703890" y="114765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7</a:t>
            </a:r>
          </a:p>
        </p:txBody>
      </p:sp>
    </p:spTree>
    <p:custDataLst>
      <p:tags r:id="rId1"/>
    </p:custDataLst>
    <p:extLst>
      <p:ext uri="{BB962C8B-B14F-4D97-AF65-F5344CB8AC3E}">
        <p14:creationId xmlns:p14="http://schemas.microsoft.com/office/powerpoint/2010/main" val="2549421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Expected Deliverables</a:t>
            </a:r>
            <a:endParaRPr lang="en-IN" dirty="0"/>
          </a:p>
        </p:txBody>
      </p:sp>
      <p:sp>
        <p:nvSpPr>
          <p:cNvPr id="3" name="TextBox 2">
            <a:extLst>
              <a:ext uri="{FF2B5EF4-FFF2-40B4-BE49-F238E27FC236}">
                <a16:creationId xmlns:a16="http://schemas.microsoft.com/office/drawing/2014/main" id="{77389FEF-F8C3-F73F-6894-928832138EDD}"/>
              </a:ext>
            </a:extLst>
          </p:cNvPr>
          <p:cNvSpPr txBox="1"/>
          <p:nvPr/>
        </p:nvSpPr>
        <p:spPr>
          <a:xfrm>
            <a:off x="7392201" y="3280405"/>
            <a:ext cx="5852160" cy="2030930"/>
          </a:xfrm>
          <a:prstGeom prst="rect">
            <a:avLst/>
          </a:prstGeom>
          <a:noFill/>
        </p:spPr>
        <p:txBody>
          <a:bodyPr wrap="none" lIns="90000" tIns="90000" rIns="90000" bIns="90000" rtlCol="0">
            <a:noAutofit/>
          </a:bodyPr>
          <a:lstStyle/>
          <a:p>
            <a:pPr marL="285750" indent="-285750">
              <a:buFont typeface="Arial" panose="020B0604020202020204" pitchFamily="34" charset="0"/>
              <a:buChar char="•"/>
            </a:pPr>
            <a:r>
              <a:rPr lang="en-US" sz="1600" dirty="0">
                <a:solidFill>
                  <a:schemeClr val="bg2"/>
                </a:solidFill>
              </a:rPr>
              <a:t>IV. </a:t>
            </a:r>
            <a:r>
              <a:rPr lang="en-IN" sz="1600" b="1" dirty="0">
                <a:solidFill>
                  <a:schemeClr val="tx2"/>
                </a:solidFill>
              </a:rPr>
              <a:t>Revenue &amp; Acquisition Analysis</a:t>
            </a:r>
            <a:endParaRPr lang="en-US" sz="1600" b="1" dirty="0">
              <a:solidFill>
                <a:schemeClr val="tx2"/>
              </a:solidFill>
            </a:endParaRP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Revenue by acquisition channel</a:t>
            </a:r>
          </a:p>
          <a:p>
            <a:pPr marL="285750" indent="-285750" algn="l">
              <a:buFont typeface="Arial" panose="020B0604020202020204" pitchFamily="34" charset="0"/>
              <a:buChar char="•"/>
            </a:pPr>
            <a:r>
              <a:rPr lang="en-US" sz="1600" dirty="0">
                <a:solidFill>
                  <a:schemeClr val="bg2"/>
                </a:solidFill>
              </a:rPr>
              <a:t>b. Revenue by service category</a:t>
            </a:r>
          </a:p>
          <a:p>
            <a:pPr marL="285750" indent="-285750" algn="l">
              <a:buFont typeface="Arial" panose="020B0604020202020204" pitchFamily="34" charset="0"/>
              <a:buChar char="•"/>
            </a:pPr>
            <a:r>
              <a:rPr lang="en-US" sz="1600" dirty="0">
                <a:solidFill>
                  <a:schemeClr val="bg2"/>
                </a:solidFill>
              </a:rPr>
              <a:t>c. Revenue by service tier</a:t>
            </a:r>
          </a:p>
          <a:p>
            <a:pPr algn="l"/>
            <a:endParaRPr lang="en-IN" sz="1200" dirty="0">
              <a:solidFill>
                <a:schemeClr val="bg2"/>
              </a:solidFill>
            </a:endParaRPr>
          </a:p>
        </p:txBody>
      </p:sp>
      <p:sp>
        <p:nvSpPr>
          <p:cNvPr id="4" name="TextBox 3">
            <a:extLst>
              <a:ext uri="{FF2B5EF4-FFF2-40B4-BE49-F238E27FC236}">
                <a16:creationId xmlns:a16="http://schemas.microsoft.com/office/drawing/2014/main" id="{B853A162-66B4-B782-D823-CF52EE95EE85}"/>
              </a:ext>
            </a:extLst>
          </p:cNvPr>
          <p:cNvSpPr txBox="1"/>
          <p:nvPr/>
        </p:nvSpPr>
        <p:spPr>
          <a:xfrm>
            <a:off x="7382575" y="1533420"/>
            <a:ext cx="4196894" cy="1895580"/>
          </a:xfrm>
          <a:prstGeom prst="rect">
            <a:avLst/>
          </a:prstGeom>
          <a:noFill/>
        </p:spPr>
        <p:txBody>
          <a:bodyPr wrap="none" lIns="90000" tIns="90000" rIns="90000" bIns="90000" rtlCol="0">
            <a:noAutofit/>
          </a:bodyPr>
          <a:lstStyle/>
          <a:p>
            <a:pPr marL="285750" indent="-285750">
              <a:buFont typeface="Arial" panose="020B0604020202020204" pitchFamily="34" charset="0"/>
              <a:buChar char="•"/>
            </a:pPr>
            <a:r>
              <a:rPr lang="en-US" sz="1600" dirty="0">
                <a:solidFill>
                  <a:schemeClr val="bg2"/>
                </a:solidFill>
              </a:rPr>
              <a:t>III. </a:t>
            </a:r>
            <a:r>
              <a:rPr lang="en-IN" sz="1600" b="1" dirty="0">
                <a:solidFill>
                  <a:schemeClr val="tx2"/>
                </a:solidFill>
              </a:rPr>
              <a:t>Customer Engagement &amp; Reactivation</a:t>
            </a:r>
            <a:endParaRPr lang="en-US" sz="1600" b="1" dirty="0">
              <a:solidFill>
                <a:schemeClr val="tx2"/>
              </a:solidFill>
            </a:endParaRP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Cross Product Holding Analysis</a:t>
            </a:r>
          </a:p>
          <a:p>
            <a:pPr marL="285750" indent="-285750" algn="l">
              <a:buFont typeface="Arial" panose="020B0604020202020204" pitchFamily="34" charset="0"/>
              <a:buChar char="•"/>
            </a:pPr>
            <a:r>
              <a:rPr lang="en-US" sz="1600" dirty="0">
                <a:solidFill>
                  <a:schemeClr val="bg2"/>
                </a:solidFill>
              </a:rPr>
              <a:t>b. Engagement Bucket Analysis</a:t>
            </a:r>
          </a:p>
          <a:p>
            <a:pPr marL="285750" indent="-285750" algn="l">
              <a:buFont typeface="Arial" panose="020B0604020202020204" pitchFamily="34" charset="0"/>
              <a:buChar char="•"/>
            </a:pPr>
            <a:r>
              <a:rPr lang="en-US" sz="1600" dirty="0">
                <a:solidFill>
                  <a:schemeClr val="bg2"/>
                </a:solidFill>
              </a:rPr>
              <a:t>c. Reactivation Rate Tracking</a:t>
            </a:r>
            <a:endParaRPr lang="en-IN" sz="1600" dirty="0">
              <a:solidFill>
                <a:schemeClr val="bg2"/>
              </a:solidFill>
            </a:endParaRPr>
          </a:p>
        </p:txBody>
      </p:sp>
      <p:sp>
        <p:nvSpPr>
          <p:cNvPr id="6" name="TextBox 5">
            <a:extLst>
              <a:ext uri="{FF2B5EF4-FFF2-40B4-BE49-F238E27FC236}">
                <a16:creationId xmlns:a16="http://schemas.microsoft.com/office/drawing/2014/main" id="{5E51D83E-2C3F-6ED5-354A-283DD326067E}"/>
              </a:ext>
            </a:extLst>
          </p:cNvPr>
          <p:cNvSpPr txBox="1"/>
          <p:nvPr/>
        </p:nvSpPr>
        <p:spPr>
          <a:xfrm>
            <a:off x="496503" y="1663660"/>
            <a:ext cx="3859732" cy="1616745"/>
          </a:xfrm>
          <a:prstGeom prst="rect">
            <a:avLst/>
          </a:prstGeom>
          <a:noFill/>
        </p:spPr>
        <p:txBody>
          <a:bodyPr wrap="none" lIns="90000" tIns="90000" rIns="90000" bIns="90000" rtlCol="0">
            <a:noAutofit/>
          </a:bodyPr>
          <a:lstStyle/>
          <a:p>
            <a:pPr marL="285750" indent="-285750">
              <a:buFont typeface="Arial" panose="020B0604020202020204" pitchFamily="34" charset="0"/>
              <a:buChar char="•"/>
            </a:pPr>
            <a:r>
              <a:rPr lang="en-US" sz="1600" dirty="0">
                <a:solidFill>
                  <a:schemeClr val="bg2"/>
                </a:solidFill>
              </a:rPr>
              <a:t>I. </a:t>
            </a:r>
            <a:r>
              <a:rPr lang="en-IN" sz="1600" b="1" dirty="0">
                <a:solidFill>
                  <a:schemeClr val="tx2"/>
                </a:solidFill>
              </a:rPr>
              <a:t>Executive Dashboard</a:t>
            </a:r>
            <a:endParaRPr lang="en-US" sz="1600" b="1" dirty="0">
              <a:solidFill>
                <a:schemeClr val="tx2"/>
              </a:solidFill>
            </a:endParaRPr>
          </a:p>
          <a:p>
            <a:pPr algn="l"/>
            <a:r>
              <a:rPr lang="en-US" sz="1600" dirty="0">
                <a:solidFill>
                  <a:schemeClr val="bg2"/>
                </a:solidFill>
              </a:rPr>
              <a:t>                                                                                                              </a:t>
            </a:r>
          </a:p>
          <a:p>
            <a:pPr marL="285750" indent="-285750" algn="l">
              <a:buFont typeface="Arial" panose="020B0604020202020204" pitchFamily="34" charset="0"/>
              <a:buChar char="•"/>
            </a:pPr>
            <a:r>
              <a:rPr lang="en-US" sz="1600" dirty="0">
                <a:solidFill>
                  <a:schemeClr val="bg2"/>
                </a:solidFill>
              </a:rPr>
              <a:t>a. Total Customers vs Active Customers</a:t>
            </a:r>
          </a:p>
          <a:p>
            <a:pPr marL="285750" indent="-285750" algn="l">
              <a:buFont typeface="Arial" panose="020B0604020202020204" pitchFamily="34" charset="0"/>
              <a:buChar char="•"/>
            </a:pPr>
            <a:r>
              <a:rPr lang="en-US" sz="1600" dirty="0">
                <a:solidFill>
                  <a:schemeClr val="bg2"/>
                </a:solidFill>
              </a:rPr>
              <a:t>b. Churn Rate</a:t>
            </a:r>
          </a:p>
          <a:p>
            <a:pPr marL="285750" indent="-285750" algn="l">
              <a:buFont typeface="Arial" panose="020B0604020202020204" pitchFamily="34" charset="0"/>
              <a:buChar char="•"/>
            </a:pPr>
            <a:r>
              <a:rPr lang="en-US" sz="1600" dirty="0">
                <a:solidFill>
                  <a:schemeClr val="bg2"/>
                </a:solidFill>
              </a:rPr>
              <a:t>c. Revenue Analysis</a:t>
            </a:r>
          </a:p>
          <a:p>
            <a:pPr marL="285750" indent="-285750" algn="l">
              <a:buFont typeface="Arial" panose="020B0604020202020204" pitchFamily="34" charset="0"/>
              <a:buChar char="•"/>
            </a:pPr>
            <a:endParaRPr lang="en-IN" sz="1600" dirty="0">
              <a:solidFill>
                <a:schemeClr val="bg2"/>
              </a:solidFill>
            </a:endParaRPr>
          </a:p>
        </p:txBody>
      </p:sp>
      <p:sp>
        <p:nvSpPr>
          <p:cNvPr id="9" name="TextBox 8">
            <a:extLst>
              <a:ext uri="{FF2B5EF4-FFF2-40B4-BE49-F238E27FC236}">
                <a16:creationId xmlns:a16="http://schemas.microsoft.com/office/drawing/2014/main" id="{24405387-FD76-3C76-11A0-499D78B59E77}"/>
              </a:ext>
            </a:extLst>
          </p:cNvPr>
          <p:cNvSpPr txBox="1"/>
          <p:nvPr/>
        </p:nvSpPr>
        <p:spPr>
          <a:xfrm>
            <a:off x="496502" y="3428999"/>
            <a:ext cx="5599498" cy="1476829"/>
          </a:xfrm>
          <a:prstGeom prst="rect">
            <a:avLst/>
          </a:prstGeom>
          <a:noFill/>
        </p:spPr>
        <p:txBody>
          <a:bodyPr wrap="none" lIns="90000" tIns="90000" rIns="90000" bIns="90000" rtlCol="0">
            <a:noAutofit/>
          </a:bodyPr>
          <a:lstStyle/>
          <a:p>
            <a:pPr marL="285750" indent="-285750">
              <a:buFont typeface="Arial" panose="020B0604020202020204" pitchFamily="34" charset="0"/>
              <a:buChar char="•"/>
            </a:pPr>
            <a:r>
              <a:rPr lang="en-US" sz="1600" dirty="0">
                <a:solidFill>
                  <a:schemeClr val="bg2"/>
                </a:solidFill>
              </a:rPr>
              <a:t>II. </a:t>
            </a:r>
            <a:r>
              <a:rPr lang="en-IN" sz="1600" b="1" dirty="0">
                <a:solidFill>
                  <a:schemeClr val="tx2"/>
                </a:solidFill>
              </a:rPr>
              <a:t>Cohort Retention Analysis</a:t>
            </a:r>
            <a:endParaRPr lang="en-US" sz="1600" b="1" dirty="0">
              <a:solidFill>
                <a:schemeClr val="tx2"/>
              </a:solidFill>
            </a:endParaRPr>
          </a:p>
          <a:p>
            <a:pPr marL="285750" indent="-285750" algn="l">
              <a:buFont typeface="Arial" panose="020B0604020202020204" pitchFamily="34" charset="0"/>
              <a:buChar char="•"/>
            </a:pPr>
            <a:endParaRPr lang="en-US" sz="1600" dirty="0">
              <a:solidFill>
                <a:schemeClr val="bg2"/>
              </a:solidFill>
            </a:endParaRPr>
          </a:p>
          <a:p>
            <a:pPr marL="285750" indent="-285750" algn="l">
              <a:buFont typeface="Arial" panose="020B0604020202020204" pitchFamily="34" charset="0"/>
              <a:buChar char="•"/>
            </a:pPr>
            <a:r>
              <a:rPr lang="en-US" sz="1600" dirty="0">
                <a:solidFill>
                  <a:schemeClr val="bg2"/>
                </a:solidFill>
              </a:rPr>
              <a:t>a. Cohort Retention Heatmap</a:t>
            </a:r>
          </a:p>
          <a:p>
            <a:pPr marL="285750" indent="-285750" algn="l">
              <a:buFont typeface="Arial" panose="020B0604020202020204" pitchFamily="34" charset="0"/>
              <a:buChar char="•"/>
            </a:pPr>
            <a:r>
              <a:rPr lang="en-US" sz="1600" dirty="0">
                <a:solidFill>
                  <a:schemeClr val="bg2"/>
                </a:solidFill>
              </a:rPr>
              <a:t>b. Quarterly Retention Trend Analysis</a:t>
            </a:r>
          </a:p>
          <a:p>
            <a:pPr marL="285750" indent="-285750" algn="l">
              <a:buFont typeface="Arial" panose="020B0604020202020204" pitchFamily="34" charset="0"/>
              <a:buChar char="•"/>
            </a:pPr>
            <a:r>
              <a:rPr lang="en-US" sz="1600" dirty="0">
                <a:solidFill>
                  <a:schemeClr val="bg2"/>
                </a:solidFill>
              </a:rPr>
              <a:t>c. Customer Cohort Size Distribution</a:t>
            </a:r>
            <a:endParaRPr lang="en-IN" sz="1600" dirty="0">
              <a:solidFill>
                <a:schemeClr val="bg2"/>
              </a:solidFill>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37609-4606-10C8-4EB2-2353D4E42E50}"/>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3490AFC8-E4CF-5637-47A6-2D263AD72165}"/>
              </a:ext>
            </a:extLst>
          </p:cNvPr>
          <p:cNvSpPr>
            <a:spLocks noGrp="1"/>
          </p:cNvSpPr>
          <p:nvPr>
            <p:ph type="title"/>
          </p:nvPr>
        </p:nvSpPr>
        <p:spPr/>
        <p:txBody>
          <a:bodyPr/>
          <a:lstStyle/>
          <a:p>
            <a:r>
              <a:rPr lang="en-US" dirty="0"/>
              <a:t>Agenda</a:t>
            </a:r>
          </a:p>
        </p:txBody>
      </p:sp>
      <p:sp>
        <p:nvSpPr>
          <p:cNvPr id="32" name="Content Placeholder 18">
            <a:extLst>
              <a:ext uri="{FF2B5EF4-FFF2-40B4-BE49-F238E27FC236}">
                <a16:creationId xmlns:a16="http://schemas.microsoft.com/office/drawing/2014/main" id="{A120F68F-A1C6-E6E6-0D55-2C3BC1213E56}"/>
              </a:ext>
            </a:extLst>
          </p:cNvPr>
          <p:cNvSpPr>
            <a:spLocks noGrp="1"/>
          </p:cNvSpPr>
          <p:nvPr>
            <p:ph idx="15"/>
          </p:nvPr>
        </p:nvSpPr>
        <p:spPr>
          <a:xfrm>
            <a:off x="381000" y="1239099"/>
            <a:ext cx="5036357" cy="365760"/>
          </a:xfrm>
        </p:spPr>
        <p:txBody>
          <a:bodyPr/>
          <a:lstStyle/>
          <a:p>
            <a:r>
              <a:rPr lang="en-US" dirty="0"/>
              <a:t>Problem Statement</a:t>
            </a:r>
          </a:p>
        </p:txBody>
      </p:sp>
      <p:sp>
        <p:nvSpPr>
          <p:cNvPr id="33" name="Content Placeholder 19">
            <a:extLst>
              <a:ext uri="{FF2B5EF4-FFF2-40B4-BE49-F238E27FC236}">
                <a16:creationId xmlns:a16="http://schemas.microsoft.com/office/drawing/2014/main" id="{F254F83A-7ABE-63B2-F2FB-8D79B8E5AF49}"/>
              </a:ext>
            </a:extLst>
          </p:cNvPr>
          <p:cNvSpPr>
            <a:spLocks noGrp="1"/>
          </p:cNvSpPr>
          <p:nvPr>
            <p:ph idx="16"/>
          </p:nvPr>
        </p:nvSpPr>
        <p:spPr>
          <a:xfrm>
            <a:off x="372208" y="1961980"/>
            <a:ext cx="5036357" cy="365760"/>
          </a:xfrm>
        </p:spPr>
        <p:txBody>
          <a:bodyPr/>
          <a:lstStyle/>
          <a:p>
            <a:r>
              <a:rPr lang="en-US" dirty="0"/>
              <a:t>Expected Deliverables</a:t>
            </a:r>
          </a:p>
        </p:txBody>
      </p:sp>
      <p:sp>
        <p:nvSpPr>
          <p:cNvPr id="34" name="Text Placeholder 20">
            <a:extLst>
              <a:ext uri="{FF2B5EF4-FFF2-40B4-BE49-F238E27FC236}">
                <a16:creationId xmlns:a16="http://schemas.microsoft.com/office/drawing/2014/main" id="{8EEE1E48-84DD-8D4C-884D-D6B90047C1A9}"/>
              </a:ext>
            </a:extLst>
          </p:cNvPr>
          <p:cNvSpPr txBox="1">
            <a:spLocks/>
          </p:cNvSpPr>
          <p:nvPr/>
        </p:nvSpPr>
        <p:spPr>
          <a:xfrm>
            <a:off x="578314" y="187054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2</a:t>
            </a:r>
            <a:endParaRPr lang="en-US" dirty="0"/>
          </a:p>
        </p:txBody>
      </p:sp>
      <p:sp>
        <p:nvSpPr>
          <p:cNvPr id="35" name="Content Placeholder 23">
            <a:extLst>
              <a:ext uri="{FF2B5EF4-FFF2-40B4-BE49-F238E27FC236}">
                <a16:creationId xmlns:a16="http://schemas.microsoft.com/office/drawing/2014/main" id="{E3D67D0A-F3E1-3C98-E3FF-C640D91FEA3F}"/>
              </a:ext>
            </a:extLst>
          </p:cNvPr>
          <p:cNvSpPr>
            <a:spLocks noGrp="1"/>
          </p:cNvSpPr>
          <p:nvPr>
            <p:ph idx="22"/>
          </p:nvPr>
        </p:nvSpPr>
        <p:spPr>
          <a:xfrm>
            <a:off x="381000" y="2634740"/>
            <a:ext cx="5036357" cy="365760"/>
          </a:xfrm>
        </p:spPr>
        <p:txBody>
          <a:bodyPr/>
          <a:lstStyle/>
          <a:p>
            <a:r>
              <a:rPr lang="en-US" dirty="0"/>
              <a:t>Data Understanding</a:t>
            </a:r>
          </a:p>
        </p:txBody>
      </p:sp>
      <p:sp>
        <p:nvSpPr>
          <p:cNvPr id="36" name="Text Placeholder 21">
            <a:extLst>
              <a:ext uri="{FF2B5EF4-FFF2-40B4-BE49-F238E27FC236}">
                <a16:creationId xmlns:a16="http://schemas.microsoft.com/office/drawing/2014/main" id="{7FAA5FB0-D4BC-7F23-7674-3BA56D570F10}"/>
              </a:ext>
            </a:extLst>
          </p:cNvPr>
          <p:cNvSpPr txBox="1">
            <a:spLocks/>
          </p:cNvSpPr>
          <p:nvPr/>
        </p:nvSpPr>
        <p:spPr>
          <a:xfrm>
            <a:off x="587106" y="2543300"/>
            <a:ext cx="731520" cy="548640"/>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3</a:t>
            </a:r>
            <a:endParaRPr lang="en-US" dirty="0"/>
          </a:p>
        </p:txBody>
      </p:sp>
      <p:sp>
        <p:nvSpPr>
          <p:cNvPr id="37" name="Content Placeholder 24">
            <a:extLst>
              <a:ext uri="{FF2B5EF4-FFF2-40B4-BE49-F238E27FC236}">
                <a16:creationId xmlns:a16="http://schemas.microsoft.com/office/drawing/2014/main" id="{020AFDAF-159D-F384-C066-EB69C7788F7B}"/>
              </a:ext>
            </a:extLst>
          </p:cNvPr>
          <p:cNvSpPr>
            <a:spLocks noGrp="1"/>
          </p:cNvSpPr>
          <p:nvPr>
            <p:ph idx="23"/>
          </p:nvPr>
        </p:nvSpPr>
        <p:spPr>
          <a:xfrm>
            <a:off x="301869" y="3366260"/>
            <a:ext cx="5106696" cy="365760"/>
          </a:xfrm>
        </p:spPr>
        <p:txBody>
          <a:bodyPr/>
          <a:lstStyle/>
          <a:p>
            <a:r>
              <a:rPr lang="en-US" dirty="0"/>
              <a:t>Executive Summary of Findings</a:t>
            </a:r>
          </a:p>
        </p:txBody>
      </p:sp>
      <p:sp>
        <p:nvSpPr>
          <p:cNvPr id="38" name="Text Placeholder 22">
            <a:extLst>
              <a:ext uri="{FF2B5EF4-FFF2-40B4-BE49-F238E27FC236}">
                <a16:creationId xmlns:a16="http://schemas.microsoft.com/office/drawing/2014/main" id="{9D515658-E80E-80A7-6118-8B381B1B0C41}"/>
              </a:ext>
            </a:extLst>
          </p:cNvPr>
          <p:cNvSpPr txBox="1">
            <a:spLocks/>
          </p:cNvSpPr>
          <p:nvPr/>
        </p:nvSpPr>
        <p:spPr>
          <a:xfrm>
            <a:off x="507975" y="327482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4</a:t>
            </a:r>
            <a:endParaRPr lang="en-US" dirty="0"/>
          </a:p>
        </p:txBody>
      </p:sp>
      <p:sp>
        <p:nvSpPr>
          <p:cNvPr id="39" name="Content Placeholder 25">
            <a:extLst>
              <a:ext uri="{FF2B5EF4-FFF2-40B4-BE49-F238E27FC236}">
                <a16:creationId xmlns:a16="http://schemas.microsoft.com/office/drawing/2014/main" id="{6CE7DB94-DC53-9C90-5396-FC4C02F94328}"/>
              </a:ext>
            </a:extLst>
          </p:cNvPr>
          <p:cNvSpPr>
            <a:spLocks noGrp="1"/>
          </p:cNvSpPr>
          <p:nvPr>
            <p:ph idx="24"/>
          </p:nvPr>
        </p:nvSpPr>
        <p:spPr>
          <a:xfrm>
            <a:off x="301869" y="4106654"/>
            <a:ext cx="5106696" cy="365760"/>
          </a:xfrm>
        </p:spPr>
        <p:txBody>
          <a:bodyPr/>
          <a:lstStyle/>
          <a:p>
            <a:r>
              <a:rPr lang="en-US" dirty="0"/>
              <a:t>Visual Storytelling of Retention Trends</a:t>
            </a:r>
          </a:p>
        </p:txBody>
      </p:sp>
      <p:sp>
        <p:nvSpPr>
          <p:cNvPr id="40" name="Text Placeholder 26">
            <a:extLst>
              <a:ext uri="{FF2B5EF4-FFF2-40B4-BE49-F238E27FC236}">
                <a16:creationId xmlns:a16="http://schemas.microsoft.com/office/drawing/2014/main" id="{CA42491C-4F3B-4AF1-5FBF-26A6EE06E132}"/>
              </a:ext>
            </a:extLst>
          </p:cNvPr>
          <p:cNvSpPr txBox="1">
            <a:spLocks/>
          </p:cNvSpPr>
          <p:nvPr/>
        </p:nvSpPr>
        <p:spPr>
          <a:xfrm>
            <a:off x="507975" y="401521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5</a:t>
            </a:r>
            <a:endParaRPr lang="en-US" dirty="0"/>
          </a:p>
        </p:txBody>
      </p:sp>
      <p:sp>
        <p:nvSpPr>
          <p:cNvPr id="41" name="Text Placeholder 17">
            <a:extLst>
              <a:ext uri="{FF2B5EF4-FFF2-40B4-BE49-F238E27FC236}">
                <a16:creationId xmlns:a16="http://schemas.microsoft.com/office/drawing/2014/main" id="{9A32C099-E449-2A37-5798-87EEC7F834DC}"/>
              </a:ext>
            </a:extLst>
          </p:cNvPr>
          <p:cNvSpPr txBox="1">
            <a:spLocks/>
          </p:cNvSpPr>
          <p:nvPr/>
        </p:nvSpPr>
        <p:spPr>
          <a:xfrm>
            <a:off x="578314" y="1865077"/>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42" name="Text Placeholder 21">
            <a:extLst>
              <a:ext uri="{FF2B5EF4-FFF2-40B4-BE49-F238E27FC236}">
                <a16:creationId xmlns:a16="http://schemas.microsoft.com/office/drawing/2014/main" id="{0D3AA83D-FD53-BB8A-E616-3C4D1F4F851E}"/>
              </a:ext>
            </a:extLst>
          </p:cNvPr>
          <p:cNvSpPr txBox="1">
            <a:spLocks/>
          </p:cNvSpPr>
          <p:nvPr/>
        </p:nvSpPr>
        <p:spPr>
          <a:xfrm>
            <a:off x="516353" y="114765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
        <p:nvSpPr>
          <p:cNvPr id="43" name="Content Placeholder 25">
            <a:extLst>
              <a:ext uri="{FF2B5EF4-FFF2-40B4-BE49-F238E27FC236}">
                <a16:creationId xmlns:a16="http://schemas.microsoft.com/office/drawing/2014/main" id="{71C92791-C700-61BE-94CC-3432AF27A89A}"/>
              </a:ext>
            </a:extLst>
          </p:cNvPr>
          <p:cNvSpPr txBox="1">
            <a:spLocks/>
          </p:cNvSpPr>
          <p:nvPr/>
        </p:nvSpPr>
        <p:spPr>
          <a:xfrm>
            <a:off x="301869" y="483817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Key Metrics And Benchmarks</a:t>
            </a:r>
          </a:p>
        </p:txBody>
      </p:sp>
      <p:sp>
        <p:nvSpPr>
          <p:cNvPr id="44" name="Text Placeholder 26">
            <a:extLst>
              <a:ext uri="{FF2B5EF4-FFF2-40B4-BE49-F238E27FC236}">
                <a16:creationId xmlns:a16="http://schemas.microsoft.com/office/drawing/2014/main" id="{5EF3B646-988D-8184-3C1A-D5A7C6BFFB30}"/>
              </a:ext>
            </a:extLst>
          </p:cNvPr>
          <p:cNvSpPr txBox="1">
            <a:spLocks/>
          </p:cNvSpPr>
          <p:nvPr/>
        </p:nvSpPr>
        <p:spPr>
          <a:xfrm>
            <a:off x="507975" y="474673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6</a:t>
            </a:r>
          </a:p>
        </p:txBody>
      </p:sp>
      <p:sp>
        <p:nvSpPr>
          <p:cNvPr id="45" name="Content Placeholder 18">
            <a:extLst>
              <a:ext uri="{FF2B5EF4-FFF2-40B4-BE49-F238E27FC236}">
                <a16:creationId xmlns:a16="http://schemas.microsoft.com/office/drawing/2014/main" id="{08B9555F-7A37-CD25-0690-FD63B1E55BF5}"/>
              </a:ext>
            </a:extLst>
          </p:cNvPr>
          <p:cNvSpPr txBox="1">
            <a:spLocks/>
          </p:cNvSpPr>
          <p:nvPr/>
        </p:nvSpPr>
        <p:spPr>
          <a:xfrm>
            <a:off x="6568537" y="1239099"/>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sz="1400" kern="1200" baseline="0">
                <a:solidFill>
                  <a:schemeClr val="tx1"/>
                </a:solidFill>
                <a:latin typeface="+mn-lt"/>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Cohort Retention Matrix</a:t>
            </a:r>
          </a:p>
        </p:txBody>
      </p:sp>
      <p:sp>
        <p:nvSpPr>
          <p:cNvPr id="46" name="Content Placeholder 19">
            <a:extLst>
              <a:ext uri="{FF2B5EF4-FFF2-40B4-BE49-F238E27FC236}">
                <a16:creationId xmlns:a16="http://schemas.microsoft.com/office/drawing/2014/main" id="{F81462EE-E309-D93D-ED65-3452BE3893F1}"/>
              </a:ext>
            </a:extLst>
          </p:cNvPr>
          <p:cNvSpPr txBox="1">
            <a:spLocks/>
          </p:cNvSpPr>
          <p:nvPr/>
        </p:nvSpPr>
        <p:spPr>
          <a:xfrm>
            <a:off x="6559745" y="196198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Regional &amp; Service Channel Analysis</a:t>
            </a:r>
          </a:p>
        </p:txBody>
      </p:sp>
      <p:sp>
        <p:nvSpPr>
          <p:cNvPr id="47" name="Text Placeholder 20">
            <a:extLst>
              <a:ext uri="{FF2B5EF4-FFF2-40B4-BE49-F238E27FC236}">
                <a16:creationId xmlns:a16="http://schemas.microsoft.com/office/drawing/2014/main" id="{A3C16BF3-6F66-E341-6277-CA6AE4960055}"/>
              </a:ext>
            </a:extLst>
          </p:cNvPr>
          <p:cNvSpPr txBox="1">
            <a:spLocks/>
          </p:cNvSpPr>
          <p:nvPr/>
        </p:nvSpPr>
        <p:spPr>
          <a:xfrm>
            <a:off x="6765851" y="187054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2</a:t>
            </a:r>
            <a:endParaRPr lang="en-US" dirty="0"/>
          </a:p>
        </p:txBody>
      </p:sp>
      <p:sp>
        <p:nvSpPr>
          <p:cNvPr id="48" name="Content Placeholder 23">
            <a:extLst>
              <a:ext uri="{FF2B5EF4-FFF2-40B4-BE49-F238E27FC236}">
                <a16:creationId xmlns:a16="http://schemas.microsoft.com/office/drawing/2014/main" id="{311C3EFC-B97F-49CA-5836-36A3E8D070D6}"/>
              </a:ext>
            </a:extLst>
          </p:cNvPr>
          <p:cNvSpPr txBox="1">
            <a:spLocks/>
          </p:cNvSpPr>
          <p:nvPr/>
        </p:nvSpPr>
        <p:spPr>
          <a:xfrm>
            <a:off x="6568537" y="2634740"/>
            <a:ext cx="5036357"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Customer Engagement Insights</a:t>
            </a:r>
          </a:p>
        </p:txBody>
      </p:sp>
      <p:sp>
        <p:nvSpPr>
          <p:cNvPr id="49" name="Text Placeholder 21">
            <a:extLst>
              <a:ext uri="{FF2B5EF4-FFF2-40B4-BE49-F238E27FC236}">
                <a16:creationId xmlns:a16="http://schemas.microsoft.com/office/drawing/2014/main" id="{FF611DAD-18DA-6185-E61B-B690B2C49EE9}"/>
              </a:ext>
            </a:extLst>
          </p:cNvPr>
          <p:cNvSpPr txBox="1">
            <a:spLocks/>
          </p:cNvSpPr>
          <p:nvPr/>
        </p:nvSpPr>
        <p:spPr>
          <a:xfrm>
            <a:off x="6774643" y="254330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9</a:t>
            </a:r>
          </a:p>
        </p:txBody>
      </p:sp>
      <p:sp>
        <p:nvSpPr>
          <p:cNvPr id="50" name="Content Placeholder 24">
            <a:extLst>
              <a:ext uri="{FF2B5EF4-FFF2-40B4-BE49-F238E27FC236}">
                <a16:creationId xmlns:a16="http://schemas.microsoft.com/office/drawing/2014/main" id="{155FD237-3F4C-16E6-8F89-B42E06EE593F}"/>
              </a:ext>
            </a:extLst>
          </p:cNvPr>
          <p:cNvSpPr txBox="1">
            <a:spLocks/>
          </p:cNvSpPr>
          <p:nvPr/>
        </p:nvSpPr>
        <p:spPr>
          <a:xfrm>
            <a:off x="6489406" y="3366260"/>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Strategic Recommendations</a:t>
            </a:r>
          </a:p>
        </p:txBody>
      </p:sp>
      <p:sp>
        <p:nvSpPr>
          <p:cNvPr id="51" name="Text Placeholder 22">
            <a:extLst>
              <a:ext uri="{FF2B5EF4-FFF2-40B4-BE49-F238E27FC236}">
                <a16:creationId xmlns:a16="http://schemas.microsoft.com/office/drawing/2014/main" id="{1920C34F-FAD2-0C35-23D6-B705D84CAA34}"/>
              </a:ext>
            </a:extLst>
          </p:cNvPr>
          <p:cNvSpPr txBox="1">
            <a:spLocks/>
          </p:cNvSpPr>
          <p:nvPr/>
        </p:nvSpPr>
        <p:spPr>
          <a:xfrm>
            <a:off x="6695512" y="3274820"/>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a:t>
            </a:r>
          </a:p>
        </p:txBody>
      </p:sp>
      <p:sp>
        <p:nvSpPr>
          <p:cNvPr id="52" name="Content Placeholder 25">
            <a:extLst>
              <a:ext uri="{FF2B5EF4-FFF2-40B4-BE49-F238E27FC236}">
                <a16:creationId xmlns:a16="http://schemas.microsoft.com/office/drawing/2014/main" id="{75A7E33A-56EC-7293-363F-699DAEC5E87A}"/>
              </a:ext>
            </a:extLst>
          </p:cNvPr>
          <p:cNvSpPr txBox="1">
            <a:spLocks/>
          </p:cNvSpPr>
          <p:nvPr/>
        </p:nvSpPr>
        <p:spPr>
          <a:xfrm>
            <a:off x="6489406" y="4106654"/>
            <a:ext cx="5106696"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90000" rIns="90000" bIns="9000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Future Considerations</a:t>
            </a:r>
          </a:p>
        </p:txBody>
      </p:sp>
      <p:sp>
        <p:nvSpPr>
          <p:cNvPr id="53" name="Text Placeholder 26">
            <a:extLst>
              <a:ext uri="{FF2B5EF4-FFF2-40B4-BE49-F238E27FC236}">
                <a16:creationId xmlns:a16="http://schemas.microsoft.com/office/drawing/2014/main" id="{278CA682-44D1-C77C-C2E7-4C1F1AEE6A77}"/>
              </a:ext>
            </a:extLst>
          </p:cNvPr>
          <p:cNvSpPr txBox="1">
            <a:spLocks/>
          </p:cNvSpPr>
          <p:nvPr/>
        </p:nvSpPr>
        <p:spPr>
          <a:xfrm>
            <a:off x="6695512" y="4015214"/>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11</a:t>
            </a:r>
          </a:p>
        </p:txBody>
      </p:sp>
      <p:sp>
        <p:nvSpPr>
          <p:cNvPr id="54" name="Text Placeholder 17">
            <a:extLst>
              <a:ext uri="{FF2B5EF4-FFF2-40B4-BE49-F238E27FC236}">
                <a16:creationId xmlns:a16="http://schemas.microsoft.com/office/drawing/2014/main" id="{0E7B52A7-21BC-7747-1926-151FFB20959C}"/>
              </a:ext>
            </a:extLst>
          </p:cNvPr>
          <p:cNvSpPr txBox="1">
            <a:spLocks/>
          </p:cNvSpPr>
          <p:nvPr/>
        </p:nvSpPr>
        <p:spPr>
          <a:xfrm>
            <a:off x="6765851" y="1865077"/>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8</a:t>
            </a:r>
          </a:p>
        </p:txBody>
      </p:sp>
      <p:sp>
        <p:nvSpPr>
          <p:cNvPr id="55" name="Text Placeholder 21">
            <a:extLst>
              <a:ext uri="{FF2B5EF4-FFF2-40B4-BE49-F238E27FC236}">
                <a16:creationId xmlns:a16="http://schemas.microsoft.com/office/drawing/2014/main" id="{BBDEF5A8-7E28-0B11-7952-9790A2A3A377}"/>
              </a:ext>
            </a:extLst>
          </p:cNvPr>
          <p:cNvSpPr txBox="1">
            <a:spLocks/>
          </p:cNvSpPr>
          <p:nvPr/>
        </p:nvSpPr>
        <p:spPr>
          <a:xfrm>
            <a:off x="6703890" y="1147659"/>
            <a:ext cx="731520" cy="548640"/>
          </a:xfrm>
          <a:prstGeom prst="flowChartInputOutput">
            <a:avLst/>
          </a:prstGeom>
          <a:solidFill>
            <a:schemeClr val="bg1">
              <a:lumMod val="85000"/>
            </a:schemeClr>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7</a:t>
            </a:r>
          </a:p>
        </p:txBody>
      </p:sp>
    </p:spTree>
    <p:custDataLst>
      <p:tags r:id="rId1"/>
    </p:custDataLst>
    <p:extLst>
      <p:ext uri="{BB962C8B-B14F-4D97-AF65-F5344CB8AC3E}">
        <p14:creationId xmlns:p14="http://schemas.microsoft.com/office/powerpoint/2010/main" val="2159909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44F89-DEFA-FF8E-EF5B-B6B71D668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51A407-162E-C0B8-F073-82DF33B173F3}"/>
              </a:ext>
            </a:extLst>
          </p:cNvPr>
          <p:cNvSpPr>
            <a:spLocks noGrp="1"/>
          </p:cNvSpPr>
          <p:nvPr>
            <p:ph type="title"/>
          </p:nvPr>
        </p:nvSpPr>
        <p:spPr/>
        <p:txBody>
          <a:bodyPr/>
          <a:lstStyle/>
          <a:p>
            <a:r>
              <a:rPr lang="en-US" dirty="0"/>
              <a:t>Data Understanding</a:t>
            </a:r>
            <a:endParaRPr lang="en-IN" dirty="0"/>
          </a:p>
        </p:txBody>
      </p:sp>
      <p:sp>
        <p:nvSpPr>
          <p:cNvPr id="5" name="Text Placeholder 4">
            <a:extLst>
              <a:ext uri="{FF2B5EF4-FFF2-40B4-BE49-F238E27FC236}">
                <a16:creationId xmlns:a16="http://schemas.microsoft.com/office/drawing/2014/main" id="{60E8453D-A6E0-67C1-3B56-57F0E1A6C95E}"/>
              </a:ext>
            </a:extLst>
          </p:cNvPr>
          <p:cNvSpPr>
            <a:spLocks noGrp="1"/>
          </p:cNvSpPr>
          <p:nvPr>
            <p:ph type="body" sz="quarter" idx="10"/>
          </p:nvPr>
        </p:nvSpPr>
        <p:spPr>
          <a:xfrm>
            <a:off x="381000" y="1170535"/>
            <a:ext cx="11430000" cy="5220640"/>
          </a:xfrm>
        </p:spPr>
        <p:txBody>
          <a:bodyPr/>
          <a:lstStyle/>
          <a:p>
            <a:endParaRPr lang="en-US" dirty="0"/>
          </a:p>
          <a:p>
            <a:pPr marL="742950" lvl="1" indent="-285750"/>
            <a:endParaRPr lang="en-US" dirty="0"/>
          </a:p>
          <a:p>
            <a:pPr marL="742950" lvl="1" indent="-285750"/>
            <a:endParaRPr lang="en-US" dirty="0"/>
          </a:p>
          <a:p>
            <a:pPr marL="742950" lvl="1" indent="-285750"/>
            <a:endParaRPr lang="en-US" dirty="0"/>
          </a:p>
          <a:p>
            <a:pPr marL="742950" lvl="1" indent="-285750"/>
            <a:endParaRPr lang="en-US" dirty="0"/>
          </a:p>
        </p:txBody>
      </p:sp>
      <p:pic>
        <p:nvPicPr>
          <p:cNvPr id="9" name="Picture 8">
            <a:extLst>
              <a:ext uri="{FF2B5EF4-FFF2-40B4-BE49-F238E27FC236}">
                <a16:creationId xmlns:a16="http://schemas.microsoft.com/office/drawing/2014/main" id="{F4B638F0-1854-5AFA-C048-711A1E8FDE75}"/>
              </a:ext>
            </a:extLst>
          </p:cNvPr>
          <p:cNvPicPr>
            <a:picLocks noChangeAspect="1"/>
          </p:cNvPicPr>
          <p:nvPr/>
        </p:nvPicPr>
        <p:blipFill>
          <a:blip r:embed="rId3"/>
          <a:stretch>
            <a:fillRect/>
          </a:stretch>
        </p:blipFill>
        <p:spPr>
          <a:xfrm>
            <a:off x="5421991" y="1138785"/>
            <a:ext cx="6586201" cy="4548680"/>
          </a:xfrm>
          <a:prstGeom prst="rect">
            <a:avLst/>
          </a:prstGeom>
        </p:spPr>
      </p:pic>
      <p:pic>
        <p:nvPicPr>
          <p:cNvPr id="11" name="Picture 10">
            <a:extLst>
              <a:ext uri="{FF2B5EF4-FFF2-40B4-BE49-F238E27FC236}">
                <a16:creationId xmlns:a16="http://schemas.microsoft.com/office/drawing/2014/main" id="{5821BE03-9BB5-2A16-AF9C-4A6D68BEC528}"/>
              </a:ext>
            </a:extLst>
          </p:cNvPr>
          <p:cNvPicPr>
            <a:picLocks noChangeAspect="1"/>
          </p:cNvPicPr>
          <p:nvPr/>
        </p:nvPicPr>
        <p:blipFill>
          <a:blip r:embed="rId4"/>
          <a:stretch>
            <a:fillRect/>
          </a:stretch>
        </p:blipFill>
        <p:spPr>
          <a:xfrm>
            <a:off x="380998" y="2466422"/>
            <a:ext cx="4672264" cy="1314433"/>
          </a:xfrm>
          <a:prstGeom prst="rect">
            <a:avLst/>
          </a:prstGeom>
        </p:spPr>
      </p:pic>
      <p:sp>
        <p:nvSpPr>
          <p:cNvPr id="3" name="Rectangle 1">
            <a:extLst>
              <a:ext uri="{FF2B5EF4-FFF2-40B4-BE49-F238E27FC236}">
                <a16:creationId xmlns:a16="http://schemas.microsoft.com/office/drawing/2014/main" id="{15AF3BBE-6514-BC94-F355-5CE4F7E25879}"/>
              </a:ext>
            </a:extLst>
          </p:cNvPr>
          <p:cNvSpPr>
            <a:spLocks noChangeArrowheads="1"/>
          </p:cNvSpPr>
          <p:nvPr/>
        </p:nvSpPr>
        <p:spPr bwMode="auto">
          <a:xfrm rot="10800000" flipV="1">
            <a:off x="381000" y="3477663"/>
            <a:ext cx="5206619" cy="22683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400" b="0" i="0" u="none" strike="noStrike" cap="none" normalizeH="0" baseline="0" dirty="0">
                <a:ln>
                  <a:noFill/>
                </a:ln>
                <a:solidFill>
                  <a:srgbClr val="3C287D"/>
                </a:solidFill>
                <a:effectLst/>
                <a:latin typeface="Arial" panose="020B0604020202020204" pitchFamily="34" charset="0"/>
              </a:rPr>
              <a:t>Analyze customer retention and churn trends across cohorts </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400" b="0" i="0" u="none" strike="noStrike" cap="none" normalizeH="0" baseline="0" dirty="0">
                <a:ln>
                  <a:noFill/>
                </a:ln>
                <a:solidFill>
                  <a:srgbClr val="3C287D"/>
                </a:solidFill>
                <a:effectLst/>
                <a:latin typeface="Arial" panose="020B0604020202020204" pitchFamily="34" charset="0"/>
              </a:rPr>
              <a:t>Track customer engagement behavior after onboarding </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400" b="0" i="0" u="none" strike="noStrike" cap="none" normalizeH="0" baseline="0" dirty="0">
                <a:ln>
                  <a:noFill/>
                </a:ln>
                <a:solidFill>
                  <a:srgbClr val="3C287D"/>
                </a:solidFill>
                <a:effectLst/>
                <a:latin typeface="Arial" panose="020B0604020202020204" pitchFamily="34" charset="0"/>
              </a:rPr>
              <a:t>Identify high-value customer segments and lifecycle patterns </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400" b="0" i="0" u="none" strike="noStrike" cap="none" normalizeH="0" baseline="0" dirty="0">
                <a:ln>
                  <a:noFill/>
                </a:ln>
                <a:solidFill>
                  <a:srgbClr val="3C287D"/>
                </a:solidFill>
                <a:effectLst/>
                <a:latin typeface="Arial" panose="020B0604020202020204" pitchFamily="34" charset="0"/>
              </a:rPr>
              <a:t>Evaluate acquisition channel and service performance </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400" b="0" i="0" u="none" strike="noStrike" cap="none" normalizeH="0" baseline="0" dirty="0">
                <a:ln>
                  <a:noFill/>
                </a:ln>
                <a:solidFill>
                  <a:srgbClr val="3C287D"/>
                </a:solidFill>
                <a:effectLst/>
                <a:latin typeface="Arial" panose="020B0604020202020204" pitchFamily="34" charset="0"/>
              </a:rPr>
              <a:t>Measure revenue contribution across regions, tiers, and customer groups </a:t>
            </a:r>
          </a:p>
        </p:txBody>
      </p:sp>
      <p:sp>
        <p:nvSpPr>
          <p:cNvPr id="6" name="TextBox 5">
            <a:extLst>
              <a:ext uri="{FF2B5EF4-FFF2-40B4-BE49-F238E27FC236}">
                <a16:creationId xmlns:a16="http://schemas.microsoft.com/office/drawing/2014/main" id="{B8D9B104-00CC-1074-3C4E-7ABFCBB2FB97}"/>
              </a:ext>
            </a:extLst>
          </p:cNvPr>
          <p:cNvSpPr txBox="1"/>
          <p:nvPr/>
        </p:nvSpPr>
        <p:spPr>
          <a:xfrm>
            <a:off x="380998" y="1301047"/>
            <a:ext cx="4920764" cy="954107"/>
          </a:xfrm>
          <a:prstGeom prst="rect">
            <a:avLst/>
          </a:prstGeom>
          <a:noFill/>
        </p:spPr>
        <p:txBody>
          <a:bodyPr wrap="square">
            <a:spAutoFit/>
          </a:bodyPr>
          <a:lstStyle/>
          <a:p>
            <a:r>
              <a:rPr lang="en-US" sz="1400" dirty="0">
                <a:solidFill>
                  <a:srgbClr val="3C287D"/>
                </a:solidFill>
              </a:rPr>
              <a:t>The data is structured across four primary tables, designed to provide a comprehensive view of customer activity, engagement, retention, and revenue performance across the organization : - </a:t>
            </a:r>
            <a:endParaRPr lang="en-IN" sz="1400" dirty="0">
              <a:solidFill>
                <a:srgbClr val="3C287D"/>
              </a:solidFill>
            </a:endParaRPr>
          </a:p>
        </p:txBody>
      </p:sp>
    </p:spTree>
    <p:custDataLst>
      <p:tags r:id="rId1"/>
    </p:custDataLst>
    <p:extLst>
      <p:ext uri="{BB962C8B-B14F-4D97-AF65-F5344CB8AC3E}">
        <p14:creationId xmlns:p14="http://schemas.microsoft.com/office/powerpoint/2010/main" val="13831057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62909-C4B1-AAB3-AC18-4F17F09D37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4FAB2B-FB78-1DD2-FFE8-E011D02D0075}"/>
              </a:ext>
            </a:extLst>
          </p:cNvPr>
          <p:cNvSpPr>
            <a:spLocks noGrp="1"/>
          </p:cNvSpPr>
          <p:nvPr>
            <p:ph type="title"/>
          </p:nvPr>
        </p:nvSpPr>
        <p:spPr/>
        <p:txBody>
          <a:bodyPr/>
          <a:lstStyle/>
          <a:p>
            <a:r>
              <a:rPr lang="en-US" dirty="0"/>
              <a:t>Executive Summary of Findings</a:t>
            </a:r>
            <a:endParaRPr lang="en-IN" dirty="0"/>
          </a:p>
        </p:txBody>
      </p:sp>
      <p:grpSp>
        <p:nvGrpSpPr>
          <p:cNvPr id="16" name="Group 15">
            <a:extLst>
              <a:ext uri="{FF2B5EF4-FFF2-40B4-BE49-F238E27FC236}">
                <a16:creationId xmlns:a16="http://schemas.microsoft.com/office/drawing/2014/main" id="{2CAE9CB4-C37A-50D2-C5DD-BFDA050B5DFF}"/>
              </a:ext>
            </a:extLst>
          </p:cNvPr>
          <p:cNvGrpSpPr/>
          <p:nvPr/>
        </p:nvGrpSpPr>
        <p:grpSpPr>
          <a:xfrm>
            <a:off x="457200" y="1055074"/>
            <a:ext cx="11353800" cy="1389186"/>
            <a:chOff x="457200" y="3657600"/>
            <a:chExt cx="8595360" cy="1005841"/>
          </a:xfrm>
        </p:grpSpPr>
        <p:sp>
          <p:nvSpPr>
            <p:cNvPr id="3" name="Shape 6">
              <a:extLst>
                <a:ext uri="{FF2B5EF4-FFF2-40B4-BE49-F238E27FC236}">
                  <a16:creationId xmlns:a16="http://schemas.microsoft.com/office/drawing/2014/main" id="{E4A946AF-91AF-1D87-FAD4-A00E7BD00006}"/>
                </a:ext>
              </a:extLst>
            </p:cNvPr>
            <p:cNvSpPr/>
            <p:nvPr/>
          </p:nvSpPr>
          <p:spPr>
            <a:xfrm>
              <a:off x="457200" y="3657600"/>
              <a:ext cx="2011680" cy="1005840"/>
            </a:xfrm>
            <a:prstGeom prst="rect">
              <a:avLst/>
            </a:prstGeom>
            <a:solidFill>
              <a:srgbClr val="1A3C7A"/>
            </a:solidFill>
            <a:ln w="12700">
              <a:solidFill>
                <a:srgbClr val="1E8BC3"/>
              </a:solidFill>
              <a:prstDash val="solid"/>
            </a:ln>
          </p:spPr>
          <p:txBody>
            <a:bodyPr/>
            <a:lstStyle/>
            <a:p>
              <a:endParaRPr lang="en-IN" dirty="0"/>
            </a:p>
          </p:txBody>
        </p:sp>
        <p:sp>
          <p:nvSpPr>
            <p:cNvPr id="4" name="Text 7">
              <a:extLst>
                <a:ext uri="{FF2B5EF4-FFF2-40B4-BE49-F238E27FC236}">
                  <a16:creationId xmlns:a16="http://schemas.microsoft.com/office/drawing/2014/main" id="{0D6681B2-9667-35FB-A5D3-C760847845D8}"/>
                </a:ext>
              </a:extLst>
            </p:cNvPr>
            <p:cNvSpPr/>
            <p:nvPr/>
          </p:nvSpPr>
          <p:spPr>
            <a:xfrm>
              <a:off x="457200" y="3703320"/>
              <a:ext cx="201168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10K</a:t>
              </a:r>
              <a:endParaRPr lang="en-US" sz="2200" dirty="0"/>
            </a:p>
          </p:txBody>
        </p:sp>
        <p:sp>
          <p:nvSpPr>
            <p:cNvPr id="6" name="Text 8">
              <a:extLst>
                <a:ext uri="{FF2B5EF4-FFF2-40B4-BE49-F238E27FC236}">
                  <a16:creationId xmlns:a16="http://schemas.microsoft.com/office/drawing/2014/main" id="{287624F6-5859-CC0A-74C1-D9BCDE60FB8F}"/>
                </a:ext>
              </a:extLst>
            </p:cNvPr>
            <p:cNvSpPr/>
            <p:nvPr/>
          </p:nvSpPr>
          <p:spPr>
            <a:xfrm>
              <a:off x="457200" y="4187952"/>
              <a:ext cx="2011680" cy="365760"/>
            </a:xfrm>
            <a:prstGeom prst="rect">
              <a:avLst/>
            </a:prstGeom>
            <a:noFill/>
            <a:ln/>
          </p:spPr>
          <p:txBody>
            <a:bodyPr wrap="square" rtlCol="0" anchor="ctr"/>
            <a:lstStyle/>
            <a:p>
              <a:pPr marL="0" indent="0" algn="ctr">
                <a:buNone/>
              </a:pPr>
              <a:r>
                <a:rPr lang="en-US" sz="1600" dirty="0">
                  <a:solidFill>
                    <a:srgbClr val="E2E8F0"/>
                  </a:solidFill>
                </a:rPr>
                <a:t>Total Customers</a:t>
              </a:r>
              <a:endParaRPr lang="en-US" sz="1600" dirty="0"/>
            </a:p>
          </p:txBody>
        </p:sp>
        <p:sp>
          <p:nvSpPr>
            <p:cNvPr id="7" name="Shape 9">
              <a:extLst>
                <a:ext uri="{FF2B5EF4-FFF2-40B4-BE49-F238E27FC236}">
                  <a16:creationId xmlns:a16="http://schemas.microsoft.com/office/drawing/2014/main" id="{970591CA-E535-EEDA-5A91-1197E0E1DC61}"/>
                </a:ext>
              </a:extLst>
            </p:cNvPr>
            <p:cNvSpPr/>
            <p:nvPr/>
          </p:nvSpPr>
          <p:spPr>
            <a:xfrm>
              <a:off x="2651760" y="3657601"/>
              <a:ext cx="2011680" cy="1005840"/>
            </a:xfrm>
            <a:prstGeom prst="rect">
              <a:avLst/>
            </a:prstGeom>
            <a:solidFill>
              <a:srgbClr val="1A3C7A"/>
            </a:solidFill>
            <a:ln w="12700">
              <a:solidFill>
                <a:srgbClr val="1E8BC3"/>
              </a:solidFill>
              <a:prstDash val="solid"/>
            </a:ln>
          </p:spPr>
          <p:txBody>
            <a:bodyPr/>
            <a:lstStyle/>
            <a:p>
              <a:endParaRPr lang="en-IN" dirty="0"/>
            </a:p>
          </p:txBody>
        </p:sp>
        <p:sp>
          <p:nvSpPr>
            <p:cNvPr id="8" name="Text 10">
              <a:extLst>
                <a:ext uri="{FF2B5EF4-FFF2-40B4-BE49-F238E27FC236}">
                  <a16:creationId xmlns:a16="http://schemas.microsoft.com/office/drawing/2014/main" id="{17689E8B-AA86-8198-71DB-3BC67E684988}"/>
                </a:ext>
              </a:extLst>
            </p:cNvPr>
            <p:cNvSpPr/>
            <p:nvPr/>
          </p:nvSpPr>
          <p:spPr>
            <a:xfrm>
              <a:off x="2651760" y="3703320"/>
              <a:ext cx="201168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50.77%</a:t>
              </a:r>
              <a:endParaRPr lang="en-US" sz="2200" dirty="0"/>
            </a:p>
          </p:txBody>
        </p:sp>
        <p:sp>
          <p:nvSpPr>
            <p:cNvPr id="9" name="Text 11">
              <a:extLst>
                <a:ext uri="{FF2B5EF4-FFF2-40B4-BE49-F238E27FC236}">
                  <a16:creationId xmlns:a16="http://schemas.microsoft.com/office/drawing/2014/main" id="{31546D43-3986-0D2E-4B93-2000C53276E0}"/>
                </a:ext>
              </a:extLst>
            </p:cNvPr>
            <p:cNvSpPr/>
            <p:nvPr/>
          </p:nvSpPr>
          <p:spPr>
            <a:xfrm>
              <a:off x="2651760" y="4187952"/>
              <a:ext cx="2011680" cy="365760"/>
            </a:xfrm>
            <a:prstGeom prst="rect">
              <a:avLst/>
            </a:prstGeom>
            <a:noFill/>
            <a:ln/>
          </p:spPr>
          <p:txBody>
            <a:bodyPr wrap="square" rtlCol="0" anchor="ctr"/>
            <a:lstStyle/>
            <a:p>
              <a:pPr marL="0" indent="0" algn="ctr">
                <a:buNone/>
              </a:pPr>
              <a:r>
                <a:rPr lang="en-US" sz="1600" dirty="0">
                  <a:solidFill>
                    <a:srgbClr val="E2E8F0"/>
                  </a:solidFill>
                </a:rPr>
                <a:t>Churn Rate</a:t>
              </a:r>
              <a:endParaRPr lang="en-US" sz="1600" dirty="0"/>
            </a:p>
          </p:txBody>
        </p:sp>
        <p:sp>
          <p:nvSpPr>
            <p:cNvPr id="10" name="Shape 12">
              <a:extLst>
                <a:ext uri="{FF2B5EF4-FFF2-40B4-BE49-F238E27FC236}">
                  <a16:creationId xmlns:a16="http://schemas.microsoft.com/office/drawing/2014/main" id="{C22CFC6C-7F0B-A8C0-7D8D-439472F886C4}"/>
                </a:ext>
              </a:extLst>
            </p:cNvPr>
            <p:cNvSpPr/>
            <p:nvPr/>
          </p:nvSpPr>
          <p:spPr>
            <a:xfrm>
              <a:off x="4846320" y="3657600"/>
              <a:ext cx="2011680" cy="1005840"/>
            </a:xfrm>
            <a:prstGeom prst="rect">
              <a:avLst/>
            </a:prstGeom>
            <a:solidFill>
              <a:srgbClr val="1A3C7A"/>
            </a:solidFill>
            <a:ln w="12700">
              <a:solidFill>
                <a:srgbClr val="1E8BC3"/>
              </a:solidFill>
              <a:prstDash val="solid"/>
            </a:ln>
          </p:spPr>
        </p:sp>
        <p:sp>
          <p:nvSpPr>
            <p:cNvPr id="11" name="Text 13">
              <a:extLst>
                <a:ext uri="{FF2B5EF4-FFF2-40B4-BE49-F238E27FC236}">
                  <a16:creationId xmlns:a16="http://schemas.microsoft.com/office/drawing/2014/main" id="{64389E7A-CFAD-A8B1-5B9C-0DC4DF8989AE}"/>
                </a:ext>
              </a:extLst>
            </p:cNvPr>
            <p:cNvSpPr/>
            <p:nvPr/>
          </p:nvSpPr>
          <p:spPr>
            <a:xfrm>
              <a:off x="4846320" y="3703320"/>
              <a:ext cx="201168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32.75%</a:t>
              </a:r>
              <a:endParaRPr lang="en-US" sz="2200" dirty="0"/>
            </a:p>
          </p:txBody>
        </p:sp>
        <p:sp>
          <p:nvSpPr>
            <p:cNvPr id="12" name="Text 14">
              <a:extLst>
                <a:ext uri="{FF2B5EF4-FFF2-40B4-BE49-F238E27FC236}">
                  <a16:creationId xmlns:a16="http://schemas.microsoft.com/office/drawing/2014/main" id="{2CC034A1-E377-37DC-3A30-A26D97F438AF}"/>
                </a:ext>
              </a:extLst>
            </p:cNvPr>
            <p:cNvSpPr/>
            <p:nvPr/>
          </p:nvSpPr>
          <p:spPr>
            <a:xfrm>
              <a:off x="4846320" y="4187952"/>
              <a:ext cx="2011680" cy="365760"/>
            </a:xfrm>
            <a:prstGeom prst="rect">
              <a:avLst/>
            </a:prstGeom>
            <a:noFill/>
            <a:ln/>
          </p:spPr>
          <p:txBody>
            <a:bodyPr wrap="square" rtlCol="0" anchor="ctr"/>
            <a:lstStyle/>
            <a:p>
              <a:pPr marL="0" indent="0" algn="ctr">
                <a:buNone/>
              </a:pPr>
              <a:r>
                <a:rPr lang="en-US" sz="1600" dirty="0">
                  <a:solidFill>
                    <a:srgbClr val="E2E8F0"/>
                  </a:solidFill>
                </a:rPr>
                <a:t>Retention Rate</a:t>
              </a:r>
              <a:endParaRPr lang="en-US" sz="1600" dirty="0"/>
            </a:p>
          </p:txBody>
        </p:sp>
        <p:sp>
          <p:nvSpPr>
            <p:cNvPr id="13" name="Shape 15">
              <a:extLst>
                <a:ext uri="{FF2B5EF4-FFF2-40B4-BE49-F238E27FC236}">
                  <a16:creationId xmlns:a16="http://schemas.microsoft.com/office/drawing/2014/main" id="{32C133BD-35EB-E955-3FC4-77DF41763079}"/>
                </a:ext>
              </a:extLst>
            </p:cNvPr>
            <p:cNvSpPr/>
            <p:nvPr/>
          </p:nvSpPr>
          <p:spPr>
            <a:xfrm>
              <a:off x="7040880" y="3657600"/>
              <a:ext cx="2011680" cy="1005840"/>
            </a:xfrm>
            <a:prstGeom prst="rect">
              <a:avLst/>
            </a:prstGeom>
            <a:solidFill>
              <a:srgbClr val="1A3C7A"/>
            </a:solidFill>
            <a:ln w="12700">
              <a:solidFill>
                <a:srgbClr val="1E8BC3"/>
              </a:solidFill>
              <a:prstDash val="solid"/>
            </a:ln>
          </p:spPr>
          <p:txBody>
            <a:bodyPr/>
            <a:lstStyle/>
            <a:p>
              <a:endParaRPr lang="en-IN" dirty="0"/>
            </a:p>
          </p:txBody>
        </p:sp>
        <p:sp>
          <p:nvSpPr>
            <p:cNvPr id="14" name="Text 16">
              <a:extLst>
                <a:ext uri="{FF2B5EF4-FFF2-40B4-BE49-F238E27FC236}">
                  <a16:creationId xmlns:a16="http://schemas.microsoft.com/office/drawing/2014/main" id="{95E6BFBF-B854-CD22-F3C3-C567AAE975EE}"/>
                </a:ext>
              </a:extLst>
            </p:cNvPr>
            <p:cNvSpPr/>
            <p:nvPr/>
          </p:nvSpPr>
          <p:spPr>
            <a:xfrm>
              <a:off x="7040880" y="3703320"/>
              <a:ext cx="2011680" cy="50292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$107.95M</a:t>
              </a:r>
              <a:endParaRPr lang="en-US" sz="2200" dirty="0"/>
            </a:p>
          </p:txBody>
        </p:sp>
        <p:sp>
          <p:nvSpPr>
            <p:cNvPr id="15" name="Text 17">
              <a:extLst>
                <a:ext uri="{FF2B5EF4-FFF2-40B4-BE49-F238E27FC236}">
                  <a16:creationId xmlns:a16="http://schemas.microsoft.com/office/drawing/2014/main" id="{0601C1E1-8D0D-C095-C1FA-79DFCBDCACF0}"/>
                </a:ext>
              </a:extLst>
            </p:cNvPr>
            <p:cNvSpPr/>
            <p:nvPr/>
          </p:nvSpPr>
          <p:spPr>
            <a:xfrm>
              <a:off x="7040880" y="4187952"/>
              <a:ext cx="2011680" cy="365760"/>
            </a:xfrm>
            <a:prstGeom prst="rect">
              <a:avLst/>
            </a:prstGeom>
            <a:noFill/>
            <a:ln/>
          </p:spPr>
          <p:txBody>
            <a:bodyPr wrap="square" rtlCol="0" anchor="ctr"/>
            <a:lstStyle/>
            <a:p>
              <a:pPr marL="0" indent="0" algn="ctr">
                <a:buNone/>
              </a:pPr>
              <a:r>
                <a:rPr lang="en-US" sz="1600" dirty="0">
                  <a:solidFill>
                    <a:srgbClr val="E2E8F0"/>
                  </a:solidFill>
                </a:rPr>
                <a:t>Total Revenue</a:t>
              </a:r>
              <a:endParaRPr lang="en-US" sz="1600" dirty="0"/>
            </a:p>
          </p:txBody>
        </p:sp>
      </p:grpSp>
      <p:sp>
        <p:nvSpPr>
          <p:cNvPr id="17" name="TextBox 16">
            <a:extLst>
              <a:ext uri="{FF2B5EF4-FFF2-40B4-BE49-F238E27FC236}">
                <a16:creationId xmlns:a16="http://schemas.microsoft.com/office/drawing/2014/main" id="{37B60C97-EE0D-7424-8E84-9F5AB86DDB33}"/>
              </a:ext>
            </a:extLst>
          </p:cNvPr>
          <p:cNvSpPr txBox="1"/>
          <p:nvPr/>
        </p:nvSpPr>
        <p:spPr>
          <a:xfrm>
            <a:off x="561242" y="3156439"/>
            <a:ext cx="11069516" cy="3094892"/>
          </a:xfrm>
          <a:prstGeom prst="rect">
            <a:avLst/>
          </a:prstGeom>
          <a:noFill/>
        </p:spPr>
        <p:txBody>
          <a:bodyPr wrap="square" lIns="90000" tIns="90000" rIns="90000" bIns="90000" rtlCol="0">
            <a:noAutofit/>
          </a:bodyPr>
          <a:lstStyle/>
          <a:p>
            <a:pPr marL="285750" indent="-285750">
              <a:buFont typeface="Arial" panose="020B0604020202020204" pitchFamily="34" charset="0"/>
              <a:buChar char="•"/>
            </a:pPr>
            <a:r>
              <a:rPr lang="en-US" dirty="0"/>
              <a:t>The business generated a strong </a:t>
            </a:r>
            <a:r>
              <a:rPr lang="en-US" b="1" dirty="0"/>
              <a:t>Total Revenue of 107.95M</a:t>
            </a:r>
            <a:r>
              <a:rPr lang="en-US" dirty="0"/>
              <a:t>, with an </a:t>
            </a:r>
            <a:r>
              <a:rPr lang="en-US" b="1" dirty="0"/>
              <a:t>Average Revenue per Customer of 10.80K</a:t>
            </a:r>
            <a:r>
              <a:rPr lang="en-US" dirty="0"/>
              <a:t>, indicating good monetization of retained customers.</a:t>
            </a:r>
          </a:p>
          <a:p>
            <a:pPr marL="285750" indent="-285750">
              <a:buFont typeface="Arial" panose="020B0604020202020204" pitchFamily="34" charset="0"/>
              <a:buChar char="•"/>
            </a:pPr>
            <a:endParaRPr lang="en-US" dirty="0">
              <a:solidFill>
                <a:schemeClr val="bg2"/>
              </a:solidFill>
            </a:endParaRPr>
          </a:p>
          <a:p>
            <a:pPr marL="285750" indent="-285750">
              <a:buFont typeface="Arial" panose="020B0604020202020204" pitchFamily="34" charset="0"/>
              <a:buChar char="•"/>
            </a:pPr>
            <a:r>
              <a:rPr lang="en-US" dirty="0"/>
              <a:t>The </a:t>
            </a:r>
            <a:r>
              <a:rPr lang="en-US" b="1" dirty="0"/>
              <a:t>Retention Rate of 32.75%</a:t>
            </a:r>
            <a:r>
              <a:rPr lang="en-US" dirty="0"/>
              <a:t> suggests that only a limited portion of customers continue long-term engagement with the business.</a:t>
            </a:r>
          </a:p>
          <a:p>
            <a:pPr marL="285750" indent="-285750">
              <a:buFont typeface="Arial" panose="020B0604020202020204" pitchFamily="34" charset="0"/>
              <a:buChar char="•"/>
            </a:pPr>
            <a:endParaRPr lang="en-US" dirty="0">
              <a:solidFill>
                <a:schemeClr val="bg2"/>
              </a:solidFill>
            </a:endParaRPr>
          </a:p>
          <a:p>
            <a:pPr marL="285750" indent="-285750">
              <a:buFont typeface="Arial" panose="020B0604020202020204" pitchFamily="34" charset="0"/>
              <a:buChar char="•"/>
            </a:pPr>
            <a:r>
              <a:rPr lang="en-US" dirty="0"/>
              <a:t>Total customer base stands at </a:t>
            </a:r>
            <a:r>
              <a:rPr lang="en-US" b="1" dirty="0"/>
              <a:t>10K customers</a:t>
            </a:r>
            <a:r>
              <a:rPr lang="en-US" dirty="0"/>
              <a:t>, with </a:t>
            </a:r>
            <a:r>
              <a:rPr lang="en-US" b="1" dirty="0"/>
              <a:t>3.275K active customers</a:t>
            </a:r>
            <a:r>
              <a:rPr lang="en-US" dirty="0"/>
              <a:t> currently contributing to business activity.</a:t>
            </a:r>
            <a:endParaRPr lang="en-US" dirty="0">
              <a:solidFill>
                <a:schemeClr val="bg2"/>
              </a:solidFill>
            </a:endParaRPr>
          </a:p>
        </p:txBody>
      </p:sp>
    </p:spTree>
    <p:custDataLst>
      <p:tags r:id="rId1"/>
    </p:custDataLst>
    <p:extLst>
      <p:ext uri="{BB962C8B-B14F-4D97-AF65-F5344CB8AC3E}">
        <p14:creationId xmlns:p14="http://schemas.microsoft.com/office/powerpoint/2010/main" val="38138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702E1-5ADB-7D45-6BD6-2F7D0AF4F5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BC71-4136-79A5-3D6B-AD2AE31D2944}"/>
              </a:ext>
            </a:extLst>
          </p:cNvPr>
          <p:cNvSpPr>
            <a:spLocks noGrp="1"/>
          </p:cNvSpPr>
          <p:nvPr>
            <p:ph type="title"/>
          </p:nvPr>
        </p:nvSpPr>
        <p:spPr/>
        <p:txBody>
          <a:bodyPr/>
          <a:lstStyle/>
          <a:p>
            <a:r>
              <a:rPr lang="en-US" dirty="0"/>
              <a:t>Visual Storytelling Of Retention Trends</a:t>
            </a:r>
            <a:endParaRPr lang="en-IN" dirty="0"/>
          </a:p>
        </p:txBody>
      </p:sp>
      <p:pic>
        <p:nvPicPr>
          <p:cNvPr id="18" name="Picture 17">
            <a:extLst>
              <a:ext uri="{FF2B5EF4-FFF2-40B4-BE49-F238E27FC236}">
                <a16:creationId xmlns:a16="http://schemas.microsoft.com/office/drawing/2014/main" id="{C4241677-166B-4708-589F-72F375BB26C3}"/>
              </a:ext>
            </a:extLst>
          </p:cNvPr>
          <p:cNvPicPr>
            <a:picLocks noChangeAspect="1"/>
          </p:cNvPicPr>
          <p:nvPr/>
        </p:nvPicPr>
        <p:blipFill>
          <a:blip r:embed="rId3"/>
          <a:stretch>
            <a:fillRect/>
          </a:stretch>
        </p:blipFill>
        <p:spPr>
          <a:xfrm>
            <a:off x="1134208" y="1007451"/>
            <a:ext cx="10181492" cy="3467834"/>
          </a:xfrm>
          <a:prstGeom prst="rect">
            <a:avLst/>
          </a:prstGeom>
        </p:spPr>
      </p:pic>
      <p:sp>
        <p:nvSpPr>
          <p:cNvPr id="19" name="Shape 2">
            <a:extLst>
              <a:ext uri="{FF2B5EF4-FFF2-40B4-BE49-F238E27FC236}">
                <a16:creationId xmlns:a16="http://schemas.microsoft.com/office/drawing/2014/main" id="{A4E9224F-B765-75C2-5460-D5F8950A897E}"/>
              </a:ext>
            </a:extLst>
          </p:cNvPr>
          <p:cNvSpPr/>
          <p:nvPr/>
        </p:nvSpPr>
        <p:spPr>
          <a:xfrm>
            <a:off x="1134209" y="5073309"/>
            <a:ext cx="10181491" cy="984591"/>
          </a:xfrm>
          <a:prstGeom prst="rect">
            <a:avLst/>
          </a:prstGeom>
          <a:solidFill>
            <a:srgbClr val="0D1B3E"/>
          </a:solidFill>
          <a:ln w="12700">
            <a:solidFill>
              <a:srgbClr val="0D1B3E"/>
            </a:solidFill>
            <a:prstDash val="solid"/>
          </a:ln>
        </p:spPr>
      </p:sp>
      <p:sp>
        <p:nvSpPr>
          <p:cNvPr id="20" name="Text 3">
            <a:extLst>
              <a:ext uri="{FF2B5EF4-FFF2-40B4-BE49-F238E27FC236}">
                <a16:creationId xmlns:a16="http://schemas.microsoft.com/office/drawing/2014/main" id="{E0459A3F-95B0-5F8B-16FC-07629F595104}"/>
              </a:ext>
            </a:extLst>
          </p:cNvPr>
          <p:cNvSpPr/>
          <p:nvPr/>
        </p:nvSpPr>
        <p:spPr>
          <a:xfrm>
            <a:off x="1268884" y="5073308"/>
            <a:ext cx="9912139" cy="984591"/>
          </a:xfrm>
          <a:prstGeom prst="rect">
            <a:avLst/>
          </a:prstGeom>
          <a:noFill/>
          <a:ln/>
        </p:spPr>
        <p:txBody>
          <a:bodyPr wrap="square" rtlCol="0" anchor="ctr"/>
          <a:lstStyle/>
          <a:p>
            <a:pPr marL="0" indent="0">
              <a:buNone/>
            </a:pPr>
            <a:r>
              <a:rPr lang="en-US" sz="1600" b="1" dirty="0">
                <a:solidFill>
                  <a:srgbClr val="0B9B8A"/>
                </a:solidFill>
                <a:ea typeface="Calibri" pitchFamily="34" charset="-122"/>
                <a:cs typeface="Calibri" pitchFamily="34" charset="-120"/>
              </a:rPr>
              <a:t>Key Insight: </a:t>
            </a:r>
            <a:r>
              <a:rPr lang="en-US" sz="1600" dirty="0">
                <a:solidFill>
                  <a:srgbClr val="FFFFFF"/>
                </a:solidFill>
                <a:ea typeface="Calibri" pitchFamily="34" charset="-122"/>
                <a:cs typeface="Calibri" pitchFamily="34" charset="-120"/>
              </a:rPr>
              <a:t>Retention oscillates between 30%–33.5% quarterly. Q4 consistently dips — suggesting seasonal disengagement. Revenue remains stable at ~$9M/month, indicating retained customers compensate for churn volume.</a:t>
            </a:r>
            <a:endParaRPr lang="en-US" sz="1600" dirty="0"/>
          </a:p>
        </p:txBody>
      </p:sp>
    </p:spTree>
    <p:custDataLst>
      <p:tags r:id="rId1"/>
    </p:custDataLst>
    <p:extLst>
      <p:ext uri="{BB962C8B-B14F-4D97-AF65-F5344CB8AC3E}">
        <p14:creationId xmlns:p14="http://schemas.microsoft.com/office/powerpoint/2010/main" val="1621448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DF728-5176-80C1-E184-2F5DCB1016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C87AAE-3B05-A12A-74D7-4642A4DE3A21}"/>
              </a:ext>
            </a:extLst>
          </p:cNvPr>
          <p:cNvSpPr>
            <a:spLocks noGrp="1"/>
          </p:cNvSpPr>
          <p:nvPr>
            <p:ph type="title"/>
          </p:nvPr>
        </p:nvSpPr>
        <p:spPr/>
        <p:txBody>
          <a:bodyPr/>
          <a:lstStyle/>
          <a:p>
            <a:r>
              <a:rPr lang="en-US" dirty="0"/>
              <a:t>Key Metrics And Benchmarks</a:t>
            </a:r>
            <a:endParaRPr lang="en-IN" dirty="0"/>
          </a:p>
        </p:txBody>
      </p:sp>
      <p:sp>
        <p:nvSpPr>
          <p:cNvPr id="8" name="TextBox 7">
            <a:extLst>
              <a:ext uri="{FF2B5EF4-FFF2-40B4-BE49-F238E27FC236}">
                <a16:creationId xmlns:a16="http://schemas.microsoft.com/office/drawing/2014/main" id="{80CACC44-2D77-9A1C-AB8A-9D5C93F62BD4}"/>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pSp>
        <p:nvGrpSpPr>
          <p:cNvPr id="5" name="Group 4">
            <a:extLst>
              <a:ext uri="{FF2B5EF4-FFF2-40B4-BE49-F238E27FC236}">
                <a16:creationId xmlns:a16="http://schemas.microsoft.com/office/drawing/2014/main" id="{E7C956CC-0D95-3317-A368-7380EF55756B}"/>
              </a:ext>
            </a:extLst>
          </p:cNvPr>
          <p:cNvGrpSpPr/>
          <p:nvPr/>
        </p:nvGrpSpPr>
        <p:grpSpPr>
          <a:xfrm>
            <a:off x="381000" y="960119"/>
            <a:ext cx="11576538" cy="5115365"/>
            <a:chOff x="274320" y="960120"/>
            <a:chExt cx="8641080" cy="4050792"/>
          </a:xfrm>
        </p:grpSpPr>
        <p:sp>
          <p:nvSpPr>
            <p:cNvPr id="6" name="Shape 2">
              <a:extLst>
                <a:ext uri="{FF2B5EF4-FFF2-40B4-BE49-F238E27FC236}">
                  <a16:creationId xmlns:a16="http://schemas.microsoft.com/office/drawing/2014/main" id="{6D3F889F-9D2F-C5DF-EB7B-FDD9E4AEFFEA}"/>
                </a:ext>
              </a:extLst>
            </p:cNvPr>
            <p:cNvSpPr/>
            <p:nvPr/>
          </p:nvSpPr>
          <p:spPr>
            <a:xfrm>
              <a:off x="274320" y="960120"/>
              <a:ext cx="2743200" cy="1737360"/>
            </a:xfrm>
            <a:prstGeom prst="rect">
              <a:avLst/>
            </a:prstGeom>
            <a:solidFill>
              <a:srgbClr val="0D1B3E"/>
            </a:solidFill>
            <a:ln w="12700">
              <a:solidFill>
                <a:srgbClr val="0D1B3E"/>
              </a:solidFill>
              <a:prstDash val="solid"/>
            </a:ln>
          </p:spPr>
        </p:sp>
        <p:sp>
          <p:nvSpPr>
            <p:cNvPr id="9" name="Text 3">
              <a:extLst>
                <a:ext uri="{FF2B5EF4-FFF2-40B4-BE49-F238E27FC236}">
                  <a16:creationId xmlns:a16="http://schemas.microsoft.com/office/drawing/2014/main" id="{970578C0-DDBE-854F-C565-6AF00DA556E6}"/>
                </a:ext>
              </a:extLst>
            </p:cNvPr>
            <p:cNvSpPr/>
            <p:nvPr/>
          </p:nvSpPr>
          <p:spPr>
            <a:xfrm>
              <a:off x="274320" y="123444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10,000</a:t>
              </a:r>
              <a:endParaRPr lang="en-US" sz="2800" dirty="0"/>
            </a:p>
          </p:txBody>
        </p:sp>
        <p:sp>
          <p:nvSpPr>
            <p:cNvPr id="11" name="Text 4">
              <a:extLst>
                <a:ext uri="{FF2B5EF4-FFF2-40B4-BE49-F238E27FC236}">
                  <a16:creationId xmlns:a16="http://schemas.microsoft.com/office/drawing/2014/main" id="{FE8D6D94-6704-4381-8EE2-8594FB45CD0A}"/>
                </a:ext>
              </a:extLst>
            </p:cNvPr>
            <p:cNvSpPr/>
            <p:nvPr/>
          </p:nvSpPr>
          <p:spPr>
            <a:xfrm>
              <a:off x="274320" y="1874520"/>
              <a:ext cx="2743200" cy="320040"/>
            </a:xfrm>
            <a:prstGeom prst="rect">
              <a:avLst/>
            </a:prstGeom>
            <a:noFill/>
            <a:ln/>
          </p:spPr>
          <p:txBody>
            <a:bodyPr wrap="square" rtlCol="0" anchor="ctr"/>
            <a:lstStyle/>
            <a:p>
              <a:pPr marL="0" indent="0" algn="ctr">
                <a:buNone/>
              </a:pPr>
              <a:r>
                <a:rPr lang="en-US" sz="1000" b="1" dirty="0">
                  <a:solidFill>
                    <a:srgbClr val="FFFFFF"/>
                  </a:solidFill>
                </a:rPr>
                <a:t>Total Customers</a:t>
              </a:r>
              <a:endParaRPr lang="en-US" sz="1000" dirty="0"/>
            </a:p>
          </p:txBody>
        </p:sp>
        <p:sp>
          <p:nvSpPr>
            <p:cNvPr id="12" name="Text 5">
              <a:extLst>
                <a:ext uri="{FF2B5EF4-FFF2-40B4-BE49-F238E27FC236}">
                  <a16:creationId xmlns:a16="http://schemas.microsoft.com/office/drawing/2014/main" id="{66017B5B-2130-75F0-0B94-CBB2E21223BD}"/>
                </a:ext>
              </a:extLst>
            </p:cNvPr>
            <p:cNvSpPr/>
            <p:nvPr/>
          </p:nvSpPr>
          <p:spPr>
            <a:xfrm>
              <a:off x="274320" y="2221992"/>
              <a:ext cx="2743200" cy="320040"/>
            </a:xfrm>
            <a:prstGeom prst="rect">
              <a:avLst/>
            </a:prstGeom>
            <a:noFill/>
            <a:ln/>
          </p:spPr>
          <p:txBody>
            <a:bodyPr wrap="square" rtlCol="0" anchor="ctr"/>
            <a:lstStyle/>
            <a:p>
              <a:pPr marL="0" indent="0" algn="ctr">
                <a:buNone/>
              </a:pPr>
              <a:r>
                <a:rPr lang="en-US" sz="850" dirty="0">
                  <a:solidFill>
                    <a:srgbClr val="CADCFC"/>
                  </a:solidFill>
                </a:rPr>
                <a:t>All statuses combined</a:t>
              </a:r>
              <a:endParaRPr lang="en-US" sz="850" dirty="0"/>
            </a:p>
          </p:txBody>
        </p:sp>
        <p:sp>
          <p:nvSpPr>
            <p:cNvPr id="13" name="Shape 6">
              <a:extLst>
                <a:ext uri="{FF2B5EF4-FFF2-40B4-BE49-F238E27FC236}">
                  <a16:creationId xmlns:a16="http://schemas.microsoft.com/office/drawing/2014/main" id="{DACB5EE1-74FE-1D12-3152-43D46716F095}"/>
                </a:ext>
              </a:extLst>
            </p:cNvPr>
            <p:cNvSpPr/>
            <p:nvPr/>
          </p:nvSpPr>
          <p:spPr>
            <a:xfrm>
              <a:off x="3200400" y="960120"/>
              <a:ext cx="2743200" cy="1737360"/>
            </a:xfrm>
            <a:prstGeom prst="rect">
              <a:avLst/>
            </a:prstGeom>
            <a:solidFill>
              <a:srgbClr val="0B9B8A"/>
            </a:solidFill>
            <a:ln w="12700">
              <a:solidFill>
                <a:srgbClr val="0B9B8A"/>
              </a:solidFill>
              <a:prstDash val="solid"/>
            </a:ln>
          </p:spPr>
        </p:sp>
        <p:sp>
          <p:nvSpPr>
            <p:cNvPr id="14" name="Text 7">
              <a:extLst>
                <a:ext uri="{FF2B5EF4-FFF2-40B4-BE49-F238E27FC236}">
                  <a16:creationId xmlns:a16="http://schemas.microsoft.com/office/drawing/2014/main" id="{84812F94-DCE7-47B3-0020-AC4B96BEE464}"/>
                </a:ext>
              </a:extLst>
            </p:cNvPr>
            <p:cNvSpPr/>
            <p:nvPr/>
          </p:nvSpPr>
          <p:spPr>
            <a:xfrm>
              <a:off x="3200400" y="123444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3,275</a:t>
              </a:r>
              <a:endParaRPr lang="en-US" sz="2800" dirty="0"/>
            </a:p>
          </p:txBody>
        </p:sp>
        <p:sp>
          <p:nvSpPr>
            <p:cNvPr id="15" name="Text 8">
              <a:extLst>
                <a:ext uri="{FF2B5EF4-FFF2-40B4-BE49-F238E27FC236}">
                  <a16:creationId xmlns:a16="http://schemas.microsoft.com/office/drawing/2014/main" id="{D3283F48-6105-A9C3-E01B-C240C0BE9782}"/>
                </a:ext>
              </a:extLst>
            </p:cNvPr>
            <p:cNvSpPr/>
            <p:nvPr/>
          </p:nvSpPr>
          <p:spPr>
            <a:xfrm>
              <a:off x="3200400" y="1874520"/>
              <a:ext cx="2743200" cy="320040"/>
            </a:xfrm>
            <a:prstGeom prst="rect">
              <a:avLst/>
            </a:prstGeom>
            <a:noFill/>
            <a:ln/>
          </p:spPr>
          <p:txBody>
            <a:bodyPr wrap="square" rtlCol="0" anchor="ctr"/>
            <a:lstStyle/>
            <a:p>
              <a:pPr marL="0" indent="0" algn="ctr">
                <a:buNone/>
              </a:pPr>
              <a:r>
                <a:rPr lang="en-US" sz="1000" b="1" dirty="0">
                  <a:solidFill>
                    <a:srgbClr val="FFFFFF"/>
                  </a:solidFill>
                </a:rPr>
                <a:t>Active Customers</a:t>
              </a:r>
              <a:endParaRPr lang="en-US" sz="1000" dirty="0"/>
            </a:p>
          </p:txBody>
        </p:sp>
        <p:sp>
          <p:nvSpPr>
            <p:cNvPr id="16" name="Text 9">
              <a:extLst>
                <a:ext uri="{FF2B5EF4-FFF2-40B4-BE49-F238E27FC236}">
                  <a16:creationId xmlns:a16="http://schemas.microsoft.com/office/drawing/2014/main" id="{C478EB4F-C015-9164-01C1-68C952A3E09A}"/>
                </a:ext>
              </a:extLst>
            </p:cNvPr>
            <p:cNvSpPr/>
            <p:nvPr/>
          </p:nvSpPr>
          <p:spPr>
            <a:xfrm>
              <a:off x="3200400" y="2221992"/>
              <a:ext cx="2743200" cy="320040"/>
            </a:xfrm>
            <a:prstGeom prst="rect">
              <a:avLst/>
            </a:prstGeom>
            <a:noFill/>
            <a:ln/>
          </p:spPr>
          <p:txBody>
            <a:bodyPr wrap="square" rtlCol="0" anchor="ctr"/>
            <a:lstStyle/>
            <a:p>
              <a:pPr marL="0" indent="0" algn="ctr">
                <a:buNone/>
              </a:pPr>
              <a:r>
                <a:rPr lang="en-US" sz="850" dirty="0">
                  <a:solidFill>
                    <a:srgbClr val="CADCFC"/>
                  </a:solidFill>
                </a:rPr>
                <a:t>32.75% of total base</a:t>
              </a:r>
              <a:endParaRPr lang="en-US" sz="850" dirty="0"/>
            </a:p>
          </p:txBody>
        </p:sp>
        <p:sp>
          <p:nvSpPr>
            <p:cNvPr id="17" name="Shape 10">
              <a:extLst>
                <a:ext uri="{FF2B5EF4-FFF2-40B4-BE49-F238E27FC236}">
                  <a16:creationId xmlns:a16="http://schemas.microsoft.com/office/drawing/2014/main" id="{6A74AD90-3D7B-65F0-3698-1C979B7E21A2}"/>
                </a:ext>
              </a:extLst>
            </p:cNvPr>
            <p:cNvSpPr/>
            <p:nvPr/>
          </p:nvSpPr>
          <p:spPr>
            <a:xfrm>
              <a:off x="6126480" y="960120"/>
              <a:ext cx="2743200" cy="1737360"/>
            </a:xfrm>
            <a:prstGeom prst="rect">
              <a:avLst/>
            </a:prstGeom>
            <a:solidFill>
              <a:srgbClr val="EF4444"/>
            </a:solidFill>
            <a:ln w="12700">
              <a:solidFill>
                <a:srgbClr val="EF4444"/>
              </a:solidFill>
              <a:prstDash val="solid"/>
            </a:ln>
          </p:spPr>
        </p:sp>
        <p:sp>
          <p:nvSpPr>
            <p:cNvPr id="18" name="Text 11">
              <a:extLst>
                <a:ext uri="{FF2B5EF4-FFF2-40B4-BE49-F238E27FC236}">
                  <a16:creationId xmlns:a16="http://schemas.microsoft.com/office/drawing/2014/main" id="{266E3F4F-5AD5-4F80-2011-CC9E9BE50EBA}"/>
                </a:ext>
              </a:extLst>
            </p:cNvPr>
            <p:cNvSpPr/>
            <p:nvPr/>
          </p:nvSpPr>
          <p:spPr>
            <a:xfrm>
              <a:off x="6126480" y="123444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~5,077</a:t>
              </a:r>
              <a:endParaRPr lang="en-US" sz="2800" dirty="0"/>
            </a:p>
          </p:txBody>
        </p:sp>
        <p:sp>
          <p:nvSpPr>
            <p:cNvPr id="19" name="Text 12">
              <a:extLst>
                <a:ext uri="{FF2B5EF4-FFF2-40B4-BE49-F238E27FC236}">
                  <a16:creationId xmlns:a16="http://schemas.microsoft.com/office/drawing/2014/main" id="{476E88E0-6A85-AC57-F41A-BB885FE1EBD9}"/>
                </a:ext>
              </a:extLst>
            </p:cNvPr>
            <p:cNvSpPr/>
            <p:nvPr/>
          </p:nvSpPr>
          <p:spPr>
            <a:xfrm>
              <a:off x="6126480" y="1874520"/>
              <a:ext cx="2743200" cy="320040"/>
            </a:xfrm>
            <a:prstGeom prst="rect">
              <a:avLst/>
            </a:prstGeom>
            <a:noFill/>
            <a:ln/>
          </p:spPr>
          <p:txBody>
            <a:bodyPr wrap="square" rtlCol="0" anchor="ctr"/>
            <a:lstStyle/>
            <a:p>
              <a:pPr marL="0" indent="0" algn="ctr">
                <a:buNone/>
              </a:pPr>
              <a:r>
                <a:rPr lang="en-US" sz="1000" b="1" dirty="0">
                  <a:solidFill>
                    <a:srgbClr val="FFFFFF"/>
                  </a:solidFill>
                </a:rPr>
                <a:t>Churned Customers</a:t>
              </a:r>
              <a:endParaRPr lang="en-US" sz="1000" dirty="0"/>
            </a:p>
          </p:txBody>
        </p:sp>
        <p:sp>
          <p:nvSpPr>
            <p:cNvPr id="20" name="Text 13">
              <a:extLst>
                <a:ext uri="{FF2B5EF4-FFF2-40B4-BE49-F238E27FC236}">
                  <a16:creationId xmlns:a16="http://schemas.microsoft.com/office/drawing/2014/main" id="{B9778E72-CEE7-D466-DBA0-E4C1C048C377}"/>
                </a:ext>
              </a:extLst>
            </p:cNvPr>
            <p:cNvSpPr/>
            <p:nvPr/>
          </p:nvSpPr>
          <p:spPr>
            <a:xfrm>
              <a:off x="6126480" y="2221992"/>
              <a:ext cx="2743200" cy="320040"/>
            </a:xfrm>
            <a:prstGeom prst="rect">
              <a:avLst/>
            </a:prstGeom>
            <a:noFill/>
            <a:ln/>
          </p:spPr>
          <p:txBody>
            <a:bodyPr wrap="square" rtlCol="0" anchor="ctr"/>
            <a:lstStyle/>
            <a:p>
              <a:pPr marL="0" indent="0" algn="ctr">
                <a:buNone/>
              </a:pPr>
              <a:r>
                <a:rPr lang="en-US" sz="850" dirty="0">
                  <a:solidFill>
                    <a:srgbClr val="CADCFC"/>
                  </a:solidFill>
                </a:rPr>
                <a:t>50.77% churn rate</a:t>
              </a:r>
              <a:endParaRPr lang="en-US" sz="850" dirty="0"/>
            </a:p>
          </p:txBody>
        </p:sp>
        <p:sp>
          <p:nvSpPr>
            <p:cNvPr id="21" name="Shape 14">
              <a:extLst>
                <a:ext uri="{FF2B5EF4-FFF2-40B4-BE49-F238E27FC236}">
                  <a16:creationId xmlns:a16="http://schemas.microsoft.com/office/drawing/2014/main" id="{20BC5739-4062-E0DD-7336-EC2A202CED20}"/>
                </a:ext>
              </a:extLst>
            </p:cNvPr>
            <p:cNvSpPr/>
            <p:nvPr/>
          </p:nvSpPr>
          <p:spPr>
            <a:xfrm>
              <a:off x="274320" y="2926080"/>
              <a:ext cx="2743200" cy="1737360"/>
            </a:xfrm>
            <a:prstGeom prst="rect">
              <a:avLst/>
            </a:prstGeom>
            <a:solidFill>
              <a:srgbClr val="1E8BC3"/>
            </a:solidFill>
            <a:ln w="12700">
              <a:solidFill>
                <a:srgbClr val="1E8BC3"/>
              </a:solidFill>
              <a:prstDash val="solid"/>
            </a:ln>
          </p:spPr>
        </p:sp>
        <p:sp>
          <p:nvSpPr>
            <p:cNvPr id="22" name="Text 15">
              <a:extLst>
                <a:ext uri="{FF2B5EF4-FFF2-40B4-BE49-F238E27FC236}">
                  <a16:creationId xmlns:a16="http://schemas.microsoft.com/office/drawing/2014/main" id="{EAC747F6-2862-A1F2-BE4F-6DBA6D0AA375}"/>
                </a:ext>
              </a:extLst>
            </p:cNvPr>
            <p:cNvSpPr/>
            <p:nvPr/>
          </p:nvSpPr>
          <p:spPr>
            <a:xfrm>
              <a:off x="274320" y="320040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$10,795</a:t>
              </a:r>
              <a:endParaRPr lang="en-US" sz="2800" dirty="0"/>
            </a:p>
          </p:txBody>
        </p:sp>
        <p:sp>
          <p:nvSpPr>
            <p:cNvPr id="23" name="Text 16">
              <a:extLst>
                <a:ext uri="{FF2B5EF4-FFF2-40B4-BE49-F238E27FC236}">
                  <a16:creationId xmlns:a16="http://schemas.microsoft.com/office/drawing/2014/main" id="{EA1B587F-DBC4-576D-4146-3D30B75DB388}"/>
                </a:ext>
              </a:extLst>
            </p:cNvPr>
            <p:cNvSpPr/>
            <p:nvPr/>
          </p:nvSpPr>
          <p:spPr>
            <a:xfrm>
              <a:off x="274320" y="3840480"/>
              <a:ext cx="2743200" cy="320040"/>
            </a:xfrm>
            <a:prstGeom prst="rect">
              <a:avLst/>
            </a:prstGeom>
            <a:noFill/>
            <a:ln/>
          </p:spPr>
          <p:txBody>
            <a:bodyPr wrap="square" rtlCol="0" anchor="ctr"/>
            <a:lstStyle/>
            <a:p>
              <a:pPr marL="0" indent="0" algn="ctr">
                <a:buNone/>
              </a:pPr>
              <a:r>
                <a:rPr lang="en-US" sz="1000" b="1" dirty="0">
                  <a:solidFill>
                    <a:srgbClr val="FFFFFF"/>
                  </a:solidFill>
                </a:rPr>
                <a:t>Avg Revenue / Customer</a:t>
              </a:r>
              <a:endParaRPr lang="en-US" sz="1000" dirty="0"/>
            </a:p>
          </p:txBody>
        </p:sp>
        <p:sp>
          <p:nvSpPr>
            <p:cNvPr id="24" name="Text 17">
              <a:extLst>
                <a:ext uri="{FF2B5EF4-FFF2-40B4-BE49-F238E27FC236}">
                  <a16:creationId xmlns:a16="http://schemas.microsoft.com/office/drawing/2014/main" id="{E7D00B18-C487-F634-701B-78B60BD5C33F}"/>
                </a:ext>
              </a:extLst>
            </p:cNvPr>
            <p:cNvSpPr/>
            <p:nvPr/>
          </p:nvSpPr>
          <p:spPr>
            <a:xfrm>
              <a:off x="274320" y="4187952"/>
              <a:ext cx="2743200" cy="320040"/>
            </a:xfrm>
            <a:prstGeom prst="rect">
              <a:avLst/>
            </a:prstGeom>
            <a:noFill/>
            <a:ln/>
          </p:spPr>
          <p:txBody>
            <a:bodyPr wrap="square" rtlCol="0" anchor="ctr"/>
            <a:lstStyle/>
            <a:p>
              <a:pPr marL="0" indent="0" algn="ctr">
                <a:buNone/>
              </a:pPr>
              <a:r>
                <a:rPr lang="en-US" sz="850" dirty="0">
                  <a:solidFill>
                    <a:srgbClr val="CADCFC"/>
                  </a:solidFill>
                </a:rPr>
                <a:t>Per active customer</a:t>
              </a:r>
              <a:endParaRPr lang="en-US" sz="850" dirty="0"/>
            </a:p>
          </p:txBody>
        </p:sp>
        <p:sp>
          <p:nvSpPr>
            <p:cNvPr id="25" name="Shape 18">
              <a:extLst>
                <a:ext uri="{FF2B5EF4-FFF2-40B4-BE49-F238E27FC236}">
                  <a16:creationId xmlns:a16="http://schemas.microsoft.com/office/drawing/2014/main" id="{94A9D1CA-B8E7-CE4B-3F4A-5559884F3097}"/>
                </a:ext>
              </a:extLst>
            </p:cNvPr>
            <p:cNvSpPr/>
            <p:nvPr/>
          </p:nvSpPr>
          <p:spPr>
            <a:xfrm>
              <a:off x="3200400" y="2926080"/>
              <a:ext cx="2743200" cy="1737360"/>
            </a:xfrm>
            <a:prstGeom prst="rect">
              <a:avLst/>
            </a:prstGeom>
            <a:solidFill>
              <a:srgbClr val="E87722"/>
            </a:solidFill>
            <a:ln w="12700">
              <a:solidFill>
                <a:srgbClr val="E87722"/>
              </a:solidFill>
              <a:prstDash val="solid"/>
            </a:ln>
          </p:spPr>
        </p:sp>
        <p:sp>
          <p:nvSpPr>
            <p:cNvPr id="26" name="Text 19">
              <a:extLst>
                <a:ext uri="{FF2B5EF4-FFF2-40B4-BE49-F238E27FC236}">
                  <a16:creationId xmlns:a16="http://schemas.microsoft.com/office/drawing/2014/main" id="{26F71FF3-E404-F366-FB32-4F7AF5824703}"/>
                </a:ext>
              </a:extLst>
            </p:cNvPr>
            <p:cNvSpPr/>
            <p:nvPr/>
          </p:nvSpPr>
          <p:spPr>
            <a:xfrm>
              <a:off x="3200400" y="320040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$107.95M</a:t>
              </a:r>
              <a:endParaRPr lang="en-US" sz="2800" dirty="0"/>
            </a:p>
          </p:txBody>
        </p:sp>
        <p:sp>
          <p:nvSpPr>
            <p:cNvPr id="27" name="Text 20">
              <a:extLst>
                <a:ext uri="{FF2B5EF4-FFF2-40B4-BE49-F238E27FC236}">
                  <a16:creationId xmlns:a16="http://schemas.microsoft.com/office/drawing/2014/main" id="{9C1C4BD9-2419-4807-F154-87B132059C98}"/>
                </a:ext>
              </a:extLst>
            </p:cNvPr>
            <p:cNvSpPr/>
            <p:nvPr/>
          </p:nvSpPr>
          <p:spPr>
            <a:xfrm>
              <a:off x="3200400" y="3840480"/>
              <a:ext cx="2743200" cy="320040"/>
            </a:xfrm>
            <a:prstGeom prst="rect">
              <a:avLst/>
            </a:prstGeom>
            <a:noFill/>
            <a:ln/>
          </p:spPr>
          <p:txBody>
            <a:bodyPr wrap="square" rtlCol="0" anchor="ctr"/>
            <a:lstStyle/>
            <a:p>
              <a:pPr marL="0" indent="0" algn="ctr">
                <a:buNone/>
              </a:pPr>
              <a:r>
                <a:rPr lang="en-US" sz="1000" b="1" dirty="0">
                  <a:solidFill>
                    <a:srgbClr val="FFFFFF"/>
                  </a:solidFill>
                </a:rPr>
                <a:t>Total Revenue</a:t>
              </a:r>
              <a:endParaRPr lang="en-US" sz="1000" dirty="0"/>
            </a:p>
          </p:txBody>
        </p:sp>
        <p:sp>
          <p:nvSpPr>
            <p:cNvPr id="28" name="Text 21">
              <a:extLst>
                <a:ext uri="{FF2B5EF4-FFF2-40B4-BE49-F238E27FC236}">
                  <a16:creationId xmlns:a16="http://schemas.microsoft.com/office/drawing/2014/main" id="{67B544EF-9110-38FF-094B-CABA86DC5604}"/>
                </a:ext>
              </a:extLst>
            </p:cNvPr>
            <p:cNvSpPr/>
            <p:nvPr/>
          </p:nvSpPr>
          <p:spPr>
            <a:xfrm>
              <a:off x="3200400" y="4187952"/>
              <a:ext cx="2743200" cy="320040"/>
            </a:xfrm>
            <a:prstGeom prst="rect">
              <a:avLst/>
            </a:prstGeom>
            <a:noFill/>
            <a:ln/>
          </p:spPr>
          <p:txBody>
            <a:bodyPr wrap="square" rtlCol="0" anchor="ctr"/>
            <a:lstStyle/>
            <a:p>
              <a:pPr marL="0" indent="0" algn="ctr">
                <a:buNone/>
              </a:pPr>
              <a:r>
                <a:rPr lang="en-US" sz="850" dirty="0">
                  <a:solidFill>
                    <a:srgbClr val="CADCFC"/>
                  </a:solidFill>
                </a:rPr>
                <a:t>Across all regions 2022–2024</a:t>
              </a:r>
              <a:endParaRPr lang="en-US" sz="850" dirty="0"/>
            </a:p>
          </p:txBody>
        </p:sp>
        <p:sp>
          <p:nvSpPr>
            <p:cNvPr id="29" name="Shape 22">
              <a:extLst>
                <a:ext uri="{FF2B5EF4-FFF2-40B4-BE49-F238E27FC236}">
                  <a16:creationId xmlns:a16="http://schemas.microsoft.com/office/drawing/2014/main" id="{D5A504BE-7450-E2F7-A1E6-0FB0F4E1D9C6}"/>
                </a:ext>
              </a:extLst>
            </p:cNvPr>
            <p:cNvSpPr/>
            <p:nvPr/>
          </p:nvSpPr>
          <p:spPr>
            <a:xfrm>
              <a:off x="6126480" y="2926080"/>
              <a:ext cx="2743200" cy="1737360"/>
            </a:xfrm>
            <a:prstGeom prst="rect">
              <a:avLst/>
            </a:prstGeom>
            <a:solidFill>
              <a:srgbClr val="1A3C7A"/>
            </a:solidFill>
            <a:ln w="12700">
              <a:solidFill>
                <a:srgbClr val="1A3C7A"/>
              </a:solidFill>
              <a:prstDash val="solid"/>
            </a:ln>
          </p:spPr>
        </p:sp>
        <p:sp>
          <p:nvSpPr>
            <p:cNvPr id="30" name="Text 23">
              <a:extLst>
                <a:ext uri="{FF2B5EF4-FFF2-40B4-BE49-F238E27FC236}">
                  <a16:creationId xmlns:a16="http://schemas.microsoft.com/office/drawing/2014/main" id="{47CD560D-E48F-A7CE-6C4E-7BC149508447}"/>
                </a:ext>
              </a:extLst>
            </p:cNvPr>
            <p:cNvSpPr/>
            <p:nvPr/>
          </p:nvSpPr>
          <p:spPr>
            <a:xfrm>
              <a:off x="6126480" y="3200400"/>
              <a:ext cx="274320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31" name="Text 24">
              <a:extLst>
                <a:ext uri="{FF2B5EF4-FFF2-40B4-BE49-F238E27FC236}">
                  <a16:creationId xmlns:a16="http://schemas.microsoft.com/office/drawing/2014/main" id="{8DDE7C83-F395-D258-E0E7-4D21B3645521}"/>
                </a:ext>
              </a:extLst>
            </p:cNvPr>
            <p:cNvSpPr/>
            <p:nvPr/>
          </p:nvSpPr>
          <p:spPr>
            <a:xfrm>
              <a:off x="6126480" y="3840480"/>
              <a:ext cx="2743200" cy="320040"/>
            </a:xfrm>
            <a:prstGeom prst="rect">
              <a:avLst/>
            </a:prstGeom>
            <a:noFill/>
            <a:ln/>
          </p:spPr>
          <p:txBody>
            <a:bodyPr wrap="square" rtlCol="0" anchor="ctr"/>
            <a:lstStyle/>
            <a:p>
              <a:pPr marL="0" indent="0" algn="ctr">
                <a:buNone/>
              </a:pPr>
              <a:r>
                <a:rPr lang="en-US" sz="1000" b="1" dirty="0">
                  <a:solidFill>
                    <a:srgbClr val="FFFFFF"/>
                  </a:solidFill>
                </a:rPr>
                <a:t>Avg Cross-Holding</a:t>
              </a:r>
              <a:endParaRPr lang="en-US" sz="1000" dirty="0"/>
            </a:p>
          </p:txBody>
        </p:sp>
        <p:sp>
          <p:nvSpPr>
            <p:cNvPr id="32" name="Text 25">
              <a:extLst>
                <a:ext uri="{FF2B5EF4-FFF2-40B4-BE49-F238E27FC236}">
                  <a16:creationId xmlns:a16="http://schemas.microsoft.com/office/drawing/2014/main" id="{B88D23F9-9421-54FE-A090-0DFAC5E1BE8F}"/>
                </a:ext>
              </a:extLst>
            </p:cNvPr>
            <p:cNvSpPr/>
            <p:nvPr/>
          </p:nvSpPr>
          <p:spPr>
            <a:xfrm>
              <a:off x="6126480" y="4187952"/>
              <a:ext cx="2743200" cy="320040"/>
            </a:xfrm>
            <a:prstGeom prst="rect">
              <a:avLst/>
            </a:prstGeom>
            <a:noFill/>
            <a:ln/>
          </p:spPr>
          <p:txBody>
            <a:bodyPr wrap="square" rtlCol="0" anchor="ctr"/>
            <a:lstStyle/>
            <a:p>
              <a:pPr marL="0" indent="0" algn="ctr">
                <a:buNone/>
              </a:pPr>
              <a:r>
                <a:rPr lang="en-US" sz="850" dirty="0">
                  <a:solidFill>
                    <a:srgbClr val="CADCFC"/>
                  </a:solidFill>
                </a:rPr>
                <a:t>Products per customer</a:t>
              </a:r>
              <a:endParaRPr lang="en-US" sz="850" dirty="0"/>
            </a:p>
          </p:txBody>
        </p:sp>
        <p:sp>
          <p:nvSpPr>
            <p:cNvPr id="33" name="Text 26">
              <a:extLst>
                <a:ext uri="{FF2B5EF4-FFF2-40B4-BE49-F238E27FC236}">
                  <a16:creationId xmlns:a16="http://schemas.microsoft.com/office/drawing/2014/main" id="{2112D1F7-BFB3-E30A-3AAE-1AC90D66273E}"/>
                </a:ext>
              </a:extLst>
            </p:cNvPr>
            <p:cNvSpPr/>
            <p:nvPr/>
          </p:nvSpPr>
          <p:spPr>
            <a:xfrm>
              <a:off x="274320" y="4736592"/>
              <a:ext cx="8641080" cy="274320"/>
            </a:xfrm>
            <a:prstGeom prst="rect">
              <a:avLst/>
            </a:prstGeom>
            <a:noFill/>
            <a:ln/>
          </p:spPr>
          <p:txBody>
            <a:bodyPr wrap="square" rtlCol="0" anchor="ctr"/>
            <a:lstStyle/>
            <a:p>
              <a:pPr marL="0" indent="0" algn="ctr">
                <a:buNone/>
              </a:pPr>
              <a:r>
                <a:rPr lang="en-US" sz="950" i="1" dirty="0">
                  <a:solidFill>
                    <a:srgbClr val="475569"/>
                  </a:solidFill>
                </a:rPr>
                <a:t>Best Cohort: 2022-Q1 started with 7,114 customers, retaining 47.60% through 11 quarters</a:t>
              </a:r>
              <a:endParaRPr lang="en-US" sz="950" dirty="0"/>
            </a:p>
          </p:txBody>
        </p:sp>
      </p:grpSp>
    </p:spTree>
    <p:custDataLst>
      <p:tags r:id="rId1"/>
    </p:custDataLst>
    <p:extLst>
      <p:ext uri="{BB962C8B-B14F-4D97-AF65-F5344CB8AC3E}">
        <p14:creationId xmlns:p14="http://schemas.microsoft.com/office/powerpoint/2010/main" val="425056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F03B2-9FF9-9905-E38E-D80B6B027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ED394A-017C-C550-B864-3A727331C021}"/>
              </a:ext>
            </a:extLst>
          </p:cNvPr>
          <p:cNvSpPr>
            <a:spLocks noGrp="1"/>
          </p:cNvSpPr>
          <p:nvPr>
            <p:ph type="title"/>
          </p:nvPr>
        </p:nvSpPr>
        <p:spPr/>
        <p:txBody>
          <a:bodyPr/>
          <a:lstStyle/>
          <a:p>
            <a:r>
              <a:rPr lang="en-US" dirty="0"/>
              <a:t>Cohort Retention Matrix</a:t>
            </a:r>
            <a:endParaRPr lang="en-IN" dirty="0"/>
          </a:p>
        </p:txBody>
      </p:sp>
      <p:sp>
        <p:nvSpPr>
          <p:cNvPr id="8" name="TextBox 7">
            <a:extLst>
              <a:ext uri="{FF2B5EF4-FFF2-40B4-BE49-F238E27FC236}">
                <a16:creationId xmlns:a16="http://schemas.microsoft.com/office/drawing/2014/main" id="{D25014BD-12AE-906C-F4C4-D4C48DA3733B}"/>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aphicFrame>
        <p:nvGraphicFramePr>
          <p:cNvPr id="3" name="Table 0">
            <a:extLst>
              <a:ext uri="{FF2B5EF4-FFF2-40B4-BE49-F238E27FC236}">
                <a16:creationId xmlns:a16="http://schemas.microsoft.com/office/drawing/2014/main" id="{973BFC8A-7A50-F90B-3DF7-993E1F7D68E0}"/>
              </a:ext>
            </a:extLst>
          </p:cNvPr>
          <p:cNvGraphicFramePr>
            <a:graphicFrameLocks noGrp="1"/>
          </p:cNvGraphicFramePr>
          <p:nvPr>
            <p:extLst>
              <p:ext uri="{D42A27DB-BD31-4B8C-83A1-F6EECF244321}">
                <p14:modId xmlns:p14="http://schemas.microsoft.com/office/powerpoint/2010/main" val="4213476864"/>
              </p:ext>
            </p:extLst>
          </p:nvPr>
        </p:nvGraphicFramePr>
        <p:xfrm>
          <a:off x="142729" y="939017"/>
          <a:ext cx="11906541" cy="4178110"/>
        </p:xfrm>
        <a:graphic>
          <a:graphicData uri="http://schemas.openxmlformats.org/drawingml/2006/table">
            <a:tbl>
              <a:tblPr/>
              <a:tblGrid>
                <a:gridCol w="1296753">
                  <a:extLst>
                    <a:ext uri="{9D8B030D-6E8A-4147-A177-3AD203B41FA5}">
                      <a16:colId xmlns:a16="http://schemas.microsoft.com/office/drawing/2014/main" val="20000"/>
                    </a:ext>
                  </a:extLst>
                </a:gridCol>
                <a:gridCol w="884149">
                  <a:extLst>
                    <a:ext uri="{9D8B030D-6E8A-4147-A177-3AD203B41FA5}">
                      <a16:colId xmlns:a16="http://schemas.microsoft.com/office/drawing/2014/main" val="20001"/>
                    </a:ext>
                  </a:extLst>
                </a:gridCol>
                <a:gridCol w="884149">
                  <a:extLst>
                    <a:ext uri="{9D8B030D-6E8A-4147-A177-3AD203B41FA5}">
                      <a16:colId xmlns:a16="http://schemas.microsoft.com/office/drawing/2014/main" val="20002"/>
                    </a:ext>
                  </a:extLst>
                </a:gridCol>
                <a:gridCol w="884149">
                  <a:extLst>
                    <a:ext uri="{9D8B030D-6E8A-4147-A177-3AD203B41FA5}">
                      <a16:colId xmlns:a16="http://schemas.microsoft.com/office/drawing/2014/main" val="20003"/>
                    </a:ext>
                  </a:extLst>
                </a:gridCol>
                <a:gridCol w="884149">
                  <a:extLst>
                    <a:ext uri="{9D8B030D-6E8A-4147-A177-3AD203B41FA5}">
                      <a16:colId xmlns:a16="http://schemas.microsoft.com/office/drawing/2014/main" val="20004"/>
                    </a:ext>
                  </a:extLst>
                </a:gridCol>
                <a:gridCol w="884149">
                  <a:extLst>
                    <a:ext uri="{9D8B030D-6E8A-4147-A177-3AD203B41FA5}">
                      <a16:colId xmlns:a16="http://schemas.microsoft.com/office/drawing/2014/main" val="20005"/>
                    </a:ext>
                  </a:extLst>
                </a:gridCol>
                <a:gridCol w="884149">
                  <a:extLst>
                    <a:ext uri="{9D8B030D-6E8A-4147-A177-3AD203B41FA5}">
                      <a16:colId xmlns:a16="http://schemas.microsoft.com/office/drawing/2014/main" val="20006"/>
                    </a:ext>
                  </a:extLst>
                </a:gridCol>
                <a:gridCol w="884149">
                  <a:extLst>
                    <a:ext uri="{9D8B030D-6E8A-4147-A177-3AD203B41FA5}">
                      <a16:colId xmlns:a16="http://schemas.microsoft.com/office/drawing/2014/main" val="20007"/>
                    </a:ext>
                  </a:extLst>
                </a:gridCol>
                <a:gridCol w="884149">
                  <a:extLst>
                    <a:ext uri="{9D8B030D-6E8A-4147-A177-3AD203B41FA5}">
                      <a16:colId xmlns:a16="http://schemas.microsoft.com/office/drawing/2014/main" val="20008"/>
                    </a:ext>
                  </a:extLst>
                </a:gridCol>
                <a:gridCol w="884149">
                  <a:extLst>
                    <a:ext uri="{9D8B030D-6E8A-4147-A177-3AD203B41FA5}">
                      <a16:colId xmlns:a16="http://schemas.microsoft.com/office/drawing/2014/main" val="20009"/>
                    </a:ext>
                  </a:extLst>
                </a:gridCol>
                <a:gridCol w="884149">
                  <a:extLst>
                    <a:ext uri="{9D8B030D-6E8A-4147-A177-3AD203B41FA5}">
                      <a16:colId xmlns:a16="http://schemas.microsoft.com/office/drawing/2014/main" val="20010"/>
                    </a:ext>
                  </a:extLst>
                </a:gridCol>
                <a:gridCol w="884149">
                  <a:extLst>
                    <a:ext uri="{9D8B030D-6E8A-4147-A177-3AD203B41FA5}">
                      <a16:colId xmlns:a16="http://schemas.microsoft.com/office/drawing/2014/main" val="20011"/>
                    </a:ext>
                  </a:extLst>
                </a:gridCol>
                <a:gridCol w="884149">
                  <a:extLst>
                    <a:ext uri="{9D8B030D-6E8A-4147-A177-3AD203B41FA5}">
                      <a16:colId xmlns:a16="http://schemas.microsoft.com/office/drawing/2014/main" val="20012"/>
                    </a:ext>
                  </a:extLst>
                </a:gridCol>
              </a:tblGrid>
              <a:tr h="417811">
                <a:tc>
                  <a:txBody>
                    <a:bodyPr/>
                    <a:lstStyle/>
                    <a:p>
                      <a:pPr marL="0" indent="0" algn="ctr">
                        <a:buNone/>
                      </a:pPr>
                      <a:r>
                        <a:rPr lang="en-US" sz="900" b="1" dirty="0">
                          <a:solidFill>
                            <a:srgbClr val="FFFFFF"/>
                          </a:solidFill>
                        </a:rPr>
                        <a:t>Cohort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Q10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tc>
                  <a:txBody>
                    <a:bodyPr/>
                    <a:lstStyle/>
                    <a:p>
                      <a:pPr marL="0" indent="0" algn="ctr">
                        <a:buNone/>
                      </a:pPr>
                      <a:r>
                        <a:rPr lang="en-US" sz="900" b="1" dirty="0">
                          <a:solidFill>
                            <a:srgbClr val="FFFFFF"/>
                          </a:solidFill>
                        </a:rPr>
                        <a:t>Q11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3E"/>
                    </a:solidFill>
                  </a:tcPr>
                </a:tc>
                <a:extLst>
                  <a:ext uri="{0D108BD9-81ED-4DB2-BD59-A6C34878D82A}">
                    <a16:rowId xmlns:a16="http://schemas.microsoft.com/office/drawing/2014/main" val="10000"/>
                  </a:ext>
                </a:extLst>
              </a:tr>
              <a:tr h="417811">
                <a:tc>
                  <a:txBody>
                    <a:bodyPr/>
                    <a:lstStyle/>
                    <a:p>
                      <a:pPr marL="0" indent="0" algn="ctr">
                        <a:buNone/>
                      </a:pPr>
                      <a:r>
                        <a:rPr lang="en-US" sz="900" b="1" dirty="0">
                          <a:solidFill>
                            <a:srgbClr val="FFFFFF"/>
                          </a:solidFill>
                        </a:rPr>
                        <a:t>2022-Q1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63.79%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FFFFFF"/>
                          </a:solidFill>
                        </a:rPr>
                        <a:t>46.84%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46.36%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46.33%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46.56%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47.43%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47.51%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46.78%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47.55%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FFFFFF"/>
                          </a:solidFill>
                        </a:rPr>
                        <a:t>47.60%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extLst>
                  <a:ext uri="{0D108BD9-81ED-4DB2-BD59-A6C34878D82A}">
                    <a16:rowId xmlns:a16="http://schemas.microsoft.com/office/drawing/2014/main" val="10001"/>
                  </a:ext>
                </a:extLst>
              </a:tr>
              <a:tr h="417811">
                <a:tc>
                  <a:txBody>
                    <a:bodyPr/>
                    <a:lstStyle/>
                    <a:p>
                      <a:pPr marL="0" indent="0" algn="ctr">
                        <a:buNone/>
                      </a:pPr>
                      <a:r>
                        <a:rPr lang="en-US" sz="900" b="1" dirty="0">
                          <a:solidFill>
                            <a:srgbClr val="FFFFFF"/>
                          </a:solidFill>
                        </a:rPr>
                        <a:t>2022-Q2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60.53%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FFFFFF"/>
                          </a:solidFill>
                        </a:rPr>
                        <a:t>45.03%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42.07%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41.91%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41.19%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43.32%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44.20%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41.86%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42.33%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43.73%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FFFFFF"/>
                          </a:solidFill>
                        </a:rPr>
                        <a:t>45.19%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2"/>
                  </a:ext>
                </a:extLst>
              </a:tr>
              <a:tr h="417811">
                <a:tc>
                  <a:txBody>
                    <a:bodyPr/>
                    <a:lstStyle/>
                    <a:p>
                      <a:pPr marL="0" indent="0" algn="ctr">
                        <a:buNone/>
                      </a:pPr>
                      <a:r>
                        <a:rPr lang="en-US" sz="900" b="1" dirty="0">
                          <a:solidFill>
                            <a:srgbClr val="FFFFFF"/>
                          </a:solidFill>
                        </a:rPr>
                        <a:t>2022-Q3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58.06%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40.90%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37.61%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37.76%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37.76%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41.34%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41.49%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37.61%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36.27%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36.72%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3"/>
                  </a:ext>
                </a:extLst>
              </a:tr>
              <a:tr h="417811">
                <a:tc>
                  <a:txBody>
                    <a:bodyPr/>
                    <a:lstStyle/>
                    <a:p>
                      <a:pPr marL="0" indent="0" algn="ctr">
                        <a:buNone/>
                      </a:pPr>
                      <a:r>
                        <a:rPr lang="en-US" sz="900" b="1" dirty="0">
                          <a:solidFill>
                            <a:srgbClr val="FFFFFF"/>
                          </a:solidFill>
                        </a:rPr>
                        <a:t>2022-Q4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58.89%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40.56%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33.89%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40.56%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39.44%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37.22%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39.44%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36.67%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4"/>
                  </a:ext>
                </a:extLst>
              </a:tr>
              <a:tr h="417811">
                <a:tc>
                  <a:txBody>
                    <a:bodyPr/>
                    <a:lstStyle/>
                    <a:p>
                      <a:pPr marL="0" indent="0" algn="ctr">
                        <a:buNone/>
                      </a:pPr>
                      <a:r>
                        <a:rPr lang="en-US" sz="900" b="1" dirty="0">
                          <a:solidFill>
                            <a:srgbClr val="FFFFFF"/>
                          </a:solidFill>
                        </a:rPr>
                        <a:t>2023-Q1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59.70%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34.33%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37.31%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37.31%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34.33%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28.36%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34.33%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32.84%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5"/>
                  </a:ext>
                </a:extLst>
              </a:tr>
              <a:tr h="417811">
                <a:tc>
                  <a:txBody>
                    <a:bodyPr/>
                    <a:lstStyle/>
                    <a:p>
                      <a:pPr marL="0" indent="0" algn="ctr">
                        <a:buNone/>
                      </a:pPr>
                      <a:r>
                        <a:rPr lang="en-US" sz="900" b="1" dirty="0">
                          <a:solidFill>
                            <a:srgbClr val="FFFFFF"/>
                          </a:solidFill>
                        </a:rPr>
                        <a:t>2023-Q2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62.07%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1E293B"/>
                          </a:solidFill>
                        </a:rPr>
                        <a:t>44.83%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37.93%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41.38%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20.69%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9A9A"/>
                    </a:solidFill>
                  </a:tcPr>
                </a:tc>
                <a:tc>
                  <a:txBody>
                    <a:bodyPr/>
                    <a:lstStyle/>
                    <a:p>
                      <a:pPr marL="0" indent="0" algn="ctr">
                        <a:buNone/>
                      </a:pPr>
                      <a:r>
                        <a:rPr lang="en-US" sz="900" dirty="0">
                          <a:solidFill>
                            <a:srgbClr val="1E293B"/>
                          </a:solidFill>
                        </a:rPr>
                        <a:t>34.48%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1E293B"/>
                          </a:solidFill>
                        </a:rPr>
                        <a:t>27.59%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CC8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6"/>
                  </a:ext>
                </a:extLst>
              </a:tr>
              <a:tr h="417811">
                <a:tc>
                  <a:txBody>
                    <a:bodyPr/>
                    <a:lstStyle/>
                    <a:p>
                      <a:pPr marL="0" indent="0" algn="ctr">
                        <a:buNone/>
                      </a:pPr>
                      <a:r>
                        <a:rPr lang="en-US" sz="900" b="1" dirty="0">
                          <a:solidFill>
                            <a:srgbClr val="FFFFFF"/>
                          </a:solidFill>
                        </a:rPr>
                        <a:t>2023-Q3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53.33%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40.00%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FFFFFF"/>
                          </a:solidFill>
                        </a:rPr>
                        <a:t>53.33%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388E3C"/>
                    </a:solidFill>
                  </a:tcPr>
                </a:tc>
                <a:tc>
                  <a:txBody>
                    <a:bodyPr/>
                    <a:lstStyle/>
                    <a:p>
                      <a:pPr marL="0" indent="0" algn="ctr">
                        <a:buNone/>
                      </a:pPr>
                      <a:r>
                        <a:rPr lang="en-US" sz="900" dirty="0">
                          <a:solidFill>
                            <a:srgbClr val="1E293B"/>
                          </a:solidFill>
                        </a:rPr>
                        <a:t>40.00%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1E293B"/>
                          </a:solidFill>
                        </a:rPr>
                        <a:t>40.00%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81C784"/>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7"/>
                  </a:ext>
                </a:extLst>
              </a:tr>
              <a:tr h="417811">
                <a:tc>
                  <a:txBody>
                    <a:bodyPr/>
                    <a:lstStyle/>
                    <a:p>
                      <a:pPr marL="0" indent="0" algn="ctr">
                        <a:buNone/>
                      </a:pPr>
                      <a:r>
                        <a:rPr lang="en-US" sz="900" b="1" dirty="0">
                          <a:solidFill>
                            <a:srgbClr val="FFFFFF"/>
                          </a:solidFill>
                        </a:rPr>
                        <a:t>2023-Q4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8"/>
                  </a:ext>
                </a:extLst>
              </a:tr>
              <a:tr h="417811">
                <a:tc>
                  <a:txBody>
                    <a:bodyPr/>
                    <a:lstStyle/>
                    <a:p>
                      <a:pPr marL="0" indent="0" algn="ctr">
                        <a:buNone/>
                      </a:pPr>
                      <a:r>
                        <a:rPr lang="en-US" sz="900" b="1" dirty="0">
                          <a:solidFill>
                            <a:srgbClr val="FFFFFF"/>
                          </a:solidFill>
                        </a:rPr>
                        <a:t>2024-Q1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A3C7A"/>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FFFFFF"/>
                          </a:solidFill>
                        </a:rPr>
                        <a:t>100.00%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5E2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tc>
                  <a:txBody>
                    <a:bodyPr/>
                    <a:lstStyle/>
                    <a:p>
                      <a:pPr marL="0" indent="0" algn="ctr">
                        <a:buNone/>
                      </a:pPr>
                      <a:r>
                        <a:rPr lang="en-US" sz="900" dirty="0">
                          <a:solidFill>
                            <a:srgbClr val="9E9E9E"/>
                          </a:solidFill>
                        </a:rPr>
                        <a: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E0E0"/>
                    </a:solidFill>
                  </a:tcPr>
                </a:tc>
                <a:extLst>
                  <a:ext uri="{0D108BD9-81ED-4DB2-BD59-A6C34878D82A}">
                    <a16:rowId xmlns:a16="http://schemas.microsoft.com/office/drawing/2014/main" val="10009"/>
                  </a:ext>
                </a:extLst>
              </a:tr>
            </a:tbl>
          </a:graphicData>
        </a:graphic>
      </p:graphicFrame>
      <p:grpSp>
        <p:nvGrpSpPr>
          <p:cNvPr id="4" name="Group 3">
            <a:extLst>
              <a:ext uri="{FF2B5EF4-FFF2-40B4-BE49-F238E27FC236}">
                <a16:creationId xmlns:a16="http://schemas.microsoft.com/office/drawing/2014/main" id="{0917EB09-AE91-6439-5E84-B51C4F9564DF}"/>
              </a:ext>
            </a:extLst>
          </p:cNvPr>
          <p:cNvGrpSpPr/>
          <p:nvPr/>
        </p:nvGrpSpPr>
        <p:grpSpPr>
          <a:xfrm>
            <a:off x="518745" y="5354514"/>
            <a:ext cx="11218985" cy="521109"/>
            <a:chOff x="182880" y="4343400"/>
            <a:chExt cx="8338066" cy="274320"/>
          </a:xfrm>
        </p:grpSpPr>
        <p:sp>
          <p:nvSpPr>
            <p:cNvPr id="7" name="Text 2">
              <a:extLst>
                <a:ext uri="{FF2B5EF4-FFF2-40B4-BE49-F238E27FC236}">
                  <a16:creationId xmlns:a16="http://schemas.microsoft.com/office/drawing/2014/main" id="{152F23C7-10A7-2FF1-A7A5-89732E997991}"/>
                </a:ext>
              </a:extLst>
            </p:cNvPr>
            <p:cNvSpPr/>
            <p:nvPr/>
          </p:nvSpPr>
          <p:spPr>
            <a:xfrm>
              <a:off x="182880" y="4343400"/>
              <a:ext cx="1225348" cy="274320"/>
            </a:xfrm>
            <a:prstGeom prst="rect">
              <a:avLst/>
            </a:prstGeom>
            <a:noFill/>
            <a:ln/>
          </p:spPr>
          <p:txBody>
            <a:bodyPr wrap="square" rtlCol="0" anchor="ctr"/>
            <a:lstStyle/>
            <a:p>
              <a:pPr marL="0" indent="0">
                <a:buNone/>
              </a:pPr>
              <a:r>
                <a:rPr lang="en-US" sz="1200" b="1" dirty="0">
                  <a:solidFill>
                    <a:srgbClr val="1E293B"/>
                  </a:solidFill>
                </a:rPr>
                <a:t>Retention Heatmap:</a:t>
              </a:r>
              <a:endParaRPr lang="en-US" sz="1200" dirty="0"/>
            </a:p>
          </p:txBody>
        </p:sp>
        <p:sp>
          <p:nvSpPr>
            <p:cNvPr id="10" name="Shape 3">
              <a:extLst>
                <a:ext uri="{FF2B5EF4-FFF2-40B4-BE49-F238E27FC236}">
                  <a16:creationId xmlns:a16="http://schemas.microsoft.com/office/drawing/2014/main" id="{005BF0AF-03B3-504E-5556-863DA26B53AD}"/>
                </a:ext>
              </a:extLst>
            </p:cNvPr>
            <p:cNvSpPr/>
            <p:nvPr/>
          </p:nvSpPr>
          <p:spPr>
            <a:xfrm>
              <a:off x="1554480" y="4389120"/>
              <a:ext cx="192555" cy="164592"/>
            </a:xfrm>
            <a:prstGeom prst="rect">
              <a:avLst/>
            </a:prstGeom>
            <a:solidFill>
              <a:srgbClr val="1B5E20"/>
            </a:solidFill>
            <a:ln w="12700">
              <a:solidFill>
                <a:srgbClr val="1B5E20"/>
              </a:solidFill>
              <a:prstDash val="solid"/>
            </a:ln>
          </p:spPr>
        </p:sp>
        <p:sp>
          <p:nvSpPr>
            <p:cNvPr id="34" name="Text 4">
              <a:extLst>
                <a:ext uri="{FF2B5EF4-FFF2-40B4-BE49-F238E27FC236}">
                  <a16:creationId xmlns:a16="http://schemas.microsoft.com/office/drawing/2014/main" id="{DBB23960-A0B2-2131-E1CC-21644F8C71EC}"/>
                </a:ext>
              </a:extLst>
            </p:cNvPr>
            <p:cNvSpPr/>
            <p:nvPr/>
          </p:nvSpPr>
          <p:spPr>
            <a:xfrm>
              <a:off x="1801368" y="4361688"/>
              <a:ext cx="1050298" cy="219456"/>
            </a:xfrm>
            <a:prstGeom prst="rect">
              <a:avLst/>
            </a:prstGeom>
            <a:noFill/>
            <a:ln/>
          </p:spPr>
          <p:txBody>
            <a:bodyPr wrap="square" rtlCol="0" anchor="ctr"/>
            <a:lstStyle/>
            <a:p>
              <a:pPr marL="0" indent="0">
                <a:buNone/>
              </a:pPr>
              <a:r>
                <a:rPr lang="en-US" sz="1200" dirty="0">
                  <a:solidFill>
                    <a:srgbClr val="1E293B"/>
                  </a:solidFill>
                </a:rPr>
                <a:t>&gt;=60%</a:t>
              </a:r>
              <a:endParaRPr lang="en-US" sz="1200" dirty="0"/>
            </a:p>
          </p:txBody>
        </p:sp>
        <p:sp>
          <p:nvSpPr>
            <p:cNvPr id="35" name="Shape 5">
              <a:extLst>
                <a:ext uri="{FF2B5EF4-FFF2-40B4-BE49-F238E27FC236}">
                  <a16:creationId xmlns:a16="http://schemas.microsoft.com/office/drawing/2014/main" id="{2F3895F2-ACCA-62A8-5FE7-B7114A9233BA}"/>
                </a:ext>
              </a:extLst>
            </p:cNvPr>
            <p:cNvSpPr/>
            <p:nvPr/>
          </p:nvSpPr>
          <p:spPr>
            <a:xfrm>
              <a:off x="2971800" y="4389120"/>
              <a:ext cx="192555" cy="164592"/>
            </a:xfrm>
            <a:prstGeom prst="rect">
              <a:avLst/>
            </a:prstGeom>
            <a:solidFill>
              <a:srgbClr val="388E3C"/>
            </a:solidFill>
            <a:ln w="12700">
              <a:solidFill>
                <a:srgbClr val="388E3C"/>
              </a:solidFill>
              <a:prstDash val="solid"/>
            </a:ln>
          </p:spPr>
        </p:sp>
        <p:sp>
          <p:nvSpPr>
            <p:cNvPr id="36" name="Text 6">
              <a:extLst>
                <a:ext uri="{FF2B5EF4-FFF2-40B4-BE49-F238E27FC236}">
                  <a16:creationId xmlns:a16="http://schemas.microsoft.com/office/drawing/2014/main" id="{B738A0B0-B802-D70A-F146-5CA1EABFDDC5}"/>
                </a:ext>
              </a:extLst>
            </p:cNvPr>
            <p:cNvSpPr/>
            <p:nvPr/>
          </p:nvSpPr>
          <p:spPr>
            <a:xfrm>
              <a:off x="3218688" y="4361688"/>
              <a:ext cx="1050298" cy="219456"/>
            </a:xfrm>
            <a:prstGeom prst="rect">
              <a:avLst/>
            </a:prstGeom>
            <a:noFill/>
            <a:ln/>
          </p:spPr>
          <p:txBody>
            <a:bodyPr wrap="square" rtlCol="0" anchor="ctr"/>
            <a:lstStyle/>
            <a:p>
              <a:pPr marL="0" indent="0">
                <a:buNone/>
              </a:pPr>
              <a:r>
                <a:rPr lang="en-US" sz="1200" dirty="0">
                  <a:solidFill>
                    <a:srgbClr val="1E293B"/>
                  </a:solidFill>
                </a:rPr>
                <a:t>45-59%</a:t>
              </a:r>
              <a:endParaRPr lang="en-US" sz="1200" dirty="0"/>
            </a:p>
          </p:txBody>
        </p:sp>
        <p:sp>
          <p:nvSpPr>
            <p:cNvPr id="37" name="Shape 7">
              <a:extLst>
                <a:ext uri="{FF2B5EF4-FFF2-40B4-BE49-F238E27FC236}">
                  <a16:creationId xmlns:a16="http://schemas.microsoft.com/office/drawing/2014/main" id="{0BB184AB-CE37-7DFF-8D8E-5B2E42D8571F}"/>
                </a:ext>
              </a:extLst>
            </p:cNvPr>
            <p:cNvSpPr/>
            <p:nvPr/>
          </p:nvSpPr>
          <p:spPr>
            <a:xfrm>
              <a:off x="4389120" y="4389120"/>
              <a:ext cx="192555" cy="164592"/>
            </a:xfrm>
            <a:prstGeom prst="rect">
              <a:avLst/>
            </a:prstGeom>
            <a:solidFill>
              <a:srgbClr val="81C784"/>
            </a:solidFill>
            <a:ln w="12700">
              <a:solidFill>
                <a:srgbClr val="81C784"/>
              </a:solidFill>
              <a:prstDash val="solid"/>
            </a:ln>
          </p:spPr>
        </p:sp>
        <p:sp>
          <p:nvSpPr>
            <p:cNvPr id="38" name="Text 8">
              <a:extLst>
                <a:ext uri="{FF2B5EF4-FFF2-40B4-BE49-F238E27FC236}">
                  <a16:creationId xmlns:a16="http://schemas.microsoft.com/office/drawing/2014/main" id="{0B3F5B8E-E161-60C1-A6E6-B72C678D3011}"/>
                </a:ext>
              </a:extLst>
            </p:cNvPr>
            <p:cNvSpPr/>
            <p:nvPr/>
          </p:nvSpPr>
          <p:spPr>
            <a:xfrm>
              <a:off x="4636008" y="4361688"/>
              <a:ext cx="1050298" cy="219456"/>
            </a:xfrm>
            <a:prstGeom prst="rect">
              <a:avLst/>
            </a:prstGeom>
            <a:noFill/>
            <a:ln/>
          </p:spPr>
          <p:txBody>
            <a:bodyPr wrap="square" rtlCol="0" anchor="ctr"/>
            <a:lstStyle/>
            <a:p>
              <a:pPr marL="0" indent="0">
                <a:buNone/>
              </a:pPr>
              <a:r>
                <a:rPr lang="en-US" sz="1200" dirty="0">
                  <a:solidFill>
                    <a:srgbClr val="1E293B"/>
                  </a:solidFill>
                </a:rPr>
                <a:t>35-44%</a:t>
              </a:r>
              <a:endParaRPr lang="en-US" sz="1200" dirty="0"/>
            </a:p>
          </p:txBody>
        </p:sp>
        <p:sp>
          <p:nvSpPr>
            <p:cNvPr id="39" name="Shape 9">
              <a:extLst>
                <a:ext uri="{FF2B5EF4-FFF2-40B4-BE49-F238E27FC236}">
                  <a16:creationId xmlns:a16="http://schemas.microsoft.com/office/drawing/2014/main" id="{9517B312-2486-15FC-7F15-2B8B719FC859}"/>
                </a:ext>
              </a:extLst>
            </p:cNvPr>
            <p:cNvSpPr/>
            <p:nvPr/>
          </p:nvSpPr>
          <p:spPr>
            <a:xfrm>
              <a:off x="5806440" y="4389120"/>
              <a:ext cx="192555" cy="164592"/>
            </a:xfrm>
            <a:prstGeom prst="rect">
              <a:avLst/>
            </a:prstGeom>
            <a:solidFill>
              <a:srgbClr val="FFCC80"/>
            </a:solidFill>
            <a:ln w="12700">
              <a:solidFill>
                <a:srgbClr val="FFCC80"/>
              </a:solidFill>
              <a:prstDash val="solid"/>
            </a:ln>
          </p:spPr>
        </p:sp>
        <p:sp>
          <p:nvSpPr>
            <p:cNvPr id="40" name="Text 10">
              <a:extLst>
                <a:ext uri="{FF2B5EF4-FFF2-40B4-BE49-F238E27FC236}">
                  <a16:creationId xmlns:a16="http://schemas.microsoft.com/office/drawing/2014/main" id="{D12C4608-4B05-FF27-2C31-27A00187701C}"/>
                </a:ext>
              </a:extLst>
            </p:cNvPr>
            <p:cNvSpPr/>
            <p:nvPr/>
          </p:nvSpPr>
          <p:spPr>
            <a:xfrm>
              <a:off x="6053328" y="4361688"/>
              <a:ext cx="1050298" cy="219456"/>
            </a:xfrm>
            <a:prstGeom prst="rect">
              <a:avLst/>
            </a:prstGeom>
            <a:noFill/>
            <a:ln/>
          </p:spPr>
          <p:txBody>
            <a:bodyPr wrap="square" rtlCol="0" anchor="ctr"/>
            <a:lstStyle/>
            <a:p>
              <a:pPr marL="0" indent="0">
                <a:buNone/>
              </a:pPr>
              <a:r>
                <a:rPr lang="en-US" sz="1200" dirty="0">
                  <a:solidFill>
                    <a:srgbClr val="1E293B"/>
                  </a:solidFill>
                </a:rPr>
                <a:t>25-34%</a:t>
              </a:r>
              <a:endParaRPr lang="en-US" sz="1200" dirty="0"/>
            </a:p>
          </p:txBody>
        </p:sp>
        <p:sp>
          <p:nvSpPr>
            <p:cNvPr id="41" name="Shape 11">
              <a:extLst>
                <a:ext uri="{FF2B5EF4-FFF2-40B4-BE49-F238E27FC236}">
                  <a16:creationId xmlns:a16="http://schemas.microsoft.com/office/drawing/2014/main" id="{172BD78A-EC0B-4A7E-9F4A-247345D85AAB}"/>
                </a:ext>
              </a:extLst>
            </p:cNvPr>
            <p:cNvSpPr/>
            <p:nvPr/>
          </p:nvSpPr>
          <p:spPr>
            <a:xfrm>
              <a:off x="7223760" y="4389120"/>
              <a:ext cx="192555" cy="164592"/>
            </a:xfrm>
            <a:prstGeom prst="rect">
              <a:avLst/>
            </a:prstGeom>
            <a:solidFill>
              <a:srgbClr val="EF9A9A"/>
            </a:solidFill>
            <a:ln w="12700">
              <a:solidFill>
                <a:srgbClr val="EF9A9A"/>
              </a:solidFill>
              <a:prstDash val="solid"/>
            </a:ln>
          </p:spPr>
        </p:sp>
        <p:sp>
          <p:nvSpPr>
            <p:cNvPr id="42" name="Text 12">
              <a:extLst>
                <a:ext uri="{FF2B5EF4-FFF2-40B4-BE49-F238E27FC236}">
                  <a16:creationId xmlns:a16="http://schemas.microsoft.com/office/drawing/2014/main" id="{3038F6B9-A35F-F713-C88F-FC5C09188B9E}"/>
                </a:ext>
              </a:extLst>
            </p:cNvPr>
            <p:cNvSpPr/>
            <p:nvPr/>
          </p:nvSpPr>
          <p:spPr>
            <a:xfrm>
              <a:off x="7470648" y="4361688"/>
              <a:ext cx="1050298" cy="219456"/>
            </a:xfrm>
            <a:prstGeom prst="rect">
              <a:avLst/>
            </a:prstGeom>
            <a:noFill/>
            <a:ln/>
          </p:spPr>
          <p:txBody>
            <a:bodyPr wrap="square" rtlCol="0" anchor="ctr"/>
            <a:lstStyle/>
            <a:p>
              <a:pPr marL="0" indent="0">
                <a:buNone/>
              </a:pPr>
              <a:r>
                <a:rPr lang="en-US" sz="1200" dirty="0">
                  <a:solidFill>
                    <a:srgbClr val="1E293B"/>
                  </a:solidFill>
                </a:rPr>
                <a:t>&lt;25%</a:t>
              </a:r>
              <a:endParaRPr lang="en-US" sz="1200" dirty="0"/>
            </a:p>
          </p:txBody>
        </p:sp>
      </p:grpSp>
    </p:spTree>
    <p:custDataLst>
      <p:tags r:id="rId1"/>
    </p:custDataLst>
    <p:extLst>
      <p:ext uri="{BB962C8B-B14F-4D97-AF65-F5344CB8AC3E}">
        <p14:creationId xmlns:p14="http://schemas.microsoft.com/office/powerpoint/2010/main" val="3847603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16DA9-96D2-FB21-EE23-D3CC64509C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33642-425B-A7F1-BFF1-1B9D9DCF70D8}"/>
              </a:ext>
            </a:extLst>
          </p:cNvPr>
          <p:cNvSpPr>
            <a:spLocks noGrp="1"/>
          </p:cNvSpPr>
          <p:nvPr>
            <p:ph type="title"/>
          </p:nvPr>
        </p:nvSpPr>
        <p:spPr/>
        <p:txBody>
          <a:bodyPr/>
          <a:lstStyle/>
          <a:p>
            <a:r>
              <a:rPr lang="en-US" dirty="0"/>
              <a:t>Regional &amp; Service Channel Analysis</a:t>
            </a:r>
            <a:endParaRPr lang="en-IN" dirty="0"/>
          </a:p>
        </p:txBody>
      </p:sp>
      <p:sp>
        <p:nvSpPr>
          <p:cNvPr id="8" name="TextBox 7">
            <a:extLst>
              <a:ext uri="{FF2B5EF4-FFF2-40B4-BE49-F238E27FC236}">
                <a16:creationId xmlns:a16="http://schemas.microsoft.com/office/drawing/2014/main" id="{A32C0E9F-C681-671E-620D-B1B44A9E8E0A}"/>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pSp>
        <p:nvGrpSpPr>
          <p:cNvPr id="30" name="Group 29">
            <a:extLst>
              <a:ext uri="{FF2B5EF4-FFF2-40B4-BE49-F238E27FC236}">
                <a16:creationId xmlns:a16="http://schemas.microsoft.com/office/drawing/2014/main" id="{48817D88-10DF-9639-BA37-914BD562DEE1}"/>
              </a:ext>
            </a:extLst>
          </p:cNvPr>
          <p:cNvGrpSpPr/>
          <p:nvPr/>
        </p:nvGrpSpPr>
        <p:grpSpPr>
          <a:xfrm>
            <a:off x="381000" y="1019908"/>
            <a:ext cx="11541369" cy="5099538"/>
            <a:chOff x="274320" y="868680"/>
            <a:chExt cx="8686800" cy="3867912"/>
          </a:xfrm>
        </p:grpSpPr>
        <p:graphicFrame>
          <p:nvGraphicFramePr>
            <p:cNvPr id="31" name="Chart 0">
              <a:extLst>
                <a:ext uri="{FF2B5EF4-FFF2-40B4-BE49-F238E27FC236}">
                  <a16:creationId xmlns:a16="http://schemas.microsoft.com/office/drawing/2014/main" id="{DA3FBD5E-FC92-C2A9-4270-2BF7DF632E5E}"/>
                </a:ext>
              </a:extLst>
            </p:cNvPr>
            <p:cNvGraphicFramePr/>
            <p:nvPr>
              <p:extLst>
                <p:ext uri="{D42A27DB-BD31-4B8C-83A1-F6EECF244321}">
                  <p14:modId xmlns:p14="http://schemas.microsoft.com/office/powerpoint/2010/main" val="1806484046"/>
                </p:ext>
              </p:extLst>
            </p:nvPr>
          </p:nvGraphicFramePr>
          <p:xfrm>
            <a:off x="274320" y="868680"/>
            <a:ext cx="512064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2" name="Chart 1">
              <a:extLst>
                <a:ext uri="{FF2B5EF4-FFF2-40B4-BE49-F238E27FC236}">
                  <a16:creationId xmlns:a16="http://schemas.microsoft.com/office/drawing/2014/main" id="{4908DCE5-034D-89E8-F91A-6277A936ED19}"/>
                </a:ext>
              </a:extLst>
            </p:cNvPr>
            <p:cNvGraphicFramePr/>
            <p:nvPr>
              <p:extLst>
                <p:ext uri="{D42A27DB-BD31-4B8C-83A1-F6EECF244321}">
                  <p14:modId xmlns:p14="http://schemas.microsoft.com/office/powerpoint/2010/main" val="4000008910"/>
                </p:ext>
              </p:extLst>
            </p:nvPr>
          </p:nvGraphicFramePr>
          <p:xfrm>
            <a:off x="5486400" y="868680"/>
            <a:ext cx="347472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 2">
              <a:extLst>
                <a:ext uri="{FF2B5EF4-FFF2-40B4-BE49-F238E27FC236}">
                  <a16:creationId xmlns:a16="http://schemas.microsoft.com/office/drawing/2014/main" id="{56DC700F-5412-B629-C630-6487DB6C2CD4}"/>
                </a:ext>
              </a:extLst>
            </p:cNvPr>
            <p:cNvSpPr/>
            <p:nvPr/>
          </p:nvSpPr>
          <p:spPr>
            <a:xfrm>
              <a:off x="5486400" y="3246120"/>
              <a:ext cx="3474720" cy="274320"/>
            </a:xfrm>
            <a:prstGeom prst="rect">
              <a:avLst/>
            </a:prstGeom>
            <a:noFill/>
            <a:ln/>
          </p:spPr>
          <p:txBody>
            <a:bodyPr wrap="square" rtlCol="0" anchor="ctr"/>
            <a:lstStyle/>
            <a:p>
              <a:pPr marL="0" indent="0">
                <a:buNone/>
              </a:pPr>
              <a:r>
                <a:rPr lang="en-US" sz="1100" b="1" dirty="0">
                  <a:solidFill>
                    <a:srgbClr val="1E293B"/>
                  </a:solidFill>
                </a:rPr>
                <a:t>Revenue by Acquisition Channel</a:t>
              </a:r>
              <a:endParaRPr lang="en-US" sz="1100" dirty="0"/>
            </a:p>
          </p:txBody>
        </p:sp>
        <p:sp>
          <p:nvSpPr>
            <p:cNvPr id="43" name="Shape 3">
              <a:extLst>
                <a:ext uri="{FF2B5EF4-FFF2-40B4-BE49-F238E27FC236}">
                  <a16:creationId xmlns:a16="http://schemas.microsoft.com/office/drawing/2014/main" id="{09C5A823-F9C2-E335-7A37-71086282EFF3}"/>
                </a:ext>
              </a:extLst>
            </p:cNvPr>
            <p:cNvSpPr/>
            <p:nvPr/>
          </p:nvSpPr>
          <p:spPr>
            <a:xfrm>
              <a:off x="5486400" y="3566160"/>
              <a:ext cx="1600200" cy="347472"/>
            </a:xfrm>
            <a:prstGeom prst="rect">
              <a:avLst/>
            </a:prstGeom>
            <a:solidFill>
              <a:srgbClr val="1A3C7A"/>
            </a:solidFill>
            <a:ln w="12700">
              <a:solidFill>
                <a:srgbClr val="1A3C7A"/>
              </a:solidFill>
              <a:prstDash val="solid"/>
            </a:ln>
          </p:spPr>
          <p:txBody>
            <a:bodyPr/>
            <a:lstStyle/>
            <a:p>
              <a:endParaRPr lang="en-IN" dirty="0"/>
            </a:p>
          </p:txBody>
        </p:sp>
        <p:sp>
          <p:nvSpPr>
            <p:cNvPr id="44" name="Text 4">
              <a:extLst>
                <a:ext uri="{FF2B5EF4-FFF2-40B4-BE49-F238E27FC236}">
                  <a16:creationId xmlns:a16="http://schemas.microsoft.com/office/drawing/2014/main" id="{CB77A115-1A4B-AD72-8FA8-56007BE8C99E}"/>
                </a:ext>
              </a:extLst>
            </p:cNvPr>
            <p:cNvSpPr/>
            <p:nvPr/>
          </p:nvSpPr>
          <p:spPr>
            <a:xfrm>
              <a:off x="5486400" y="3566160"/>
              <a:ext cx="1600200" cy="182880"/>
            </a:xfrm>
            <a:prstGeom prst="rect">
              <a:avLst/>
            </a:prstGeom>
            <a:noFill/>
            <a:ln/>
          </p:spPr>
          <p:txBody>
            <a:bodyPr wrap="square" rtlCol="0" anchor="ctr"/>
            <a:lstStyle/>
            <a:p>
              <a:pPr marL="0" indent="0" algn="ctr">
                <a:buNone/>
              </a:pPr>
              <a:r>
                <a:rPr lang="en-US" sz="750" dirty="0">
                  <a:solidFill>
                    <a:srgbClr val="CADCFC"/>
                  </a:solidFill>
                </a:rPr>
                <a:t>Google Ads</a:t>
              </a:r>
              <a:endParaRPr lang="en-US" sz="750" dirty="0"/>
            </a:p>
          </p:txBody>
        </p:sp>
        <p:sp>
          <p:nvSpPr>
            <p:cNvPr id="45" name="Text 5">
              <a:extLst>
                <a:ext uri="{FF2B5EF4-FFF2-40B4-BE49-F238E27FC236}">
                  <a16:creationId xmlns:a16="http://schemas.microsoft.com/office/drawing/2014/main" id="{023FC2A1-07B5-1104-D2C0-127D229BEEE0}"/>
                </a:ext>
              </a:extLst>
            </p:cNvPr>
            <p:cNvSpPr/>
            <p:nvPr/>
          </p:nvSpPr>
          <p:spPr>
            <a:xfrm>
              <a:off x="5486400" y="3739896"/>
              <a:ext cx="1600200" cy="173736"/>
            </a:xfrm>
            <a:prstGeom prst="rect">
              <a:avLst/>
            </a:prstGeom>
            <a:noFill/>
            <a:ln/>
          </p:spPr>
          <p:txBody>
            <a:bodyPr wrap="square" rtlCol="0" anchor="ctr"/>
            <a:lstStyle/>
            <a:p>
              <a:pPr marL="0" indent="0" algn="ctr">
                <a:buNone/>
              </a:pPr>
              <a:r>
                <a:rPr lang="en-US" sz="900" b="1" dirty="0">
                  <a:solidFill>
                    <a:srgbClr val="FFFFFF"/>
                  </a:solidFill>
                </a:rPr>
                <a:t>$18.51M</a:t>
              </a:r>
              <a:endParaRPr lang="en-US" sz="900" dirty="0"/>
            </a:p>
          </p:txBody>
        </p:sp>
        <p:sp>
          <p:nvSpPr>
            <p:cNvPr id="46" name="Shape 6">
              <a:extLst>
                <a:ext uri="{FF2B5EF4-FFF2-40B4-BE49-F238E27FC236}">
                  <a16:creationId xmlns:a16="http://schemas.microsoft.com/office/drawing/2014/main" id="{98EE4455-5E42-0CD1-5313-4413D00EDFBA}"/>
                </a:ext>
              </a:extLst>
            </p:cNvPr>
            <p:cNvSpPr/>
            <p:nvPr/>
          </p:nvSpPr>
          <p:spPr>
            <a:xfrm>
              <a:off x="7223760" y="3566160"/>
              <a:ext cx="1600200" cy="347472"/>
            </a:xfrm>
            <a:prstGeom prst="rect">
              <a:avLst/>
            </a:prstGeom>
            <a:solidFill>
              <a:srgbClr val="1A3C7A"/>
            </a:solidFill>
            <a:ln w="12700">
              <a:solidFill>
                <a:srgbClr val="1A3C7A"/>
              </a:solidFill>
              <a:prstDash val="solid"/>
            </a:ln>
          </p:spPr>
        </p:sp>
        <p:sp>
          <p:nvSpPr>
            <p:cNvPr id="47" name="Text 7">
              <a:extLst>
                <a:ext uri="{FF2B5EF4-FFF2-40B4-BE49-F238E27FC236}">
                  <a16:creationId xmlns:a16="http://schemas.microsoft.com/office/drawing/2014/main" id="{3371DDEC-0E7B-5073-8A04-5F988F377189}"/>
                </a:ext>
              </a:extLst>
            </p:cNvPr>
            <p:cNvSpPr/>
            <p:nvPr/>
          </p:nvSpPr>
          <p:spPr>
            <a:xfrm>
              <a:off x="7223760" y="3566160"/>
              <a:ext cx="1600200" cy="182880"/>
            </a:xfrm>
            <a:prstGeom prst="rect">
              <a:avLst/>
            </a:prstGeom>
            <a:noFill/>
            <a:ln/>
          </p:spPr>
          <p:txBody>
            <a:bodyPr wrap="square" rtlCol="0" anchor="ctr"/>
            <a:lstStyle/>
            <a:p>
              <a:pPr marL="0" indent="0" algn="ctr">
                <a:buNone/>
              </a:pPr>
              <a:r>
                <a:rPr lang="en-US" sz="750" dirty="0">
                  <a:solidFill>
                    <a:srgbClr val="CADCFC"/>
                  </a:solidFill>
                </a:rPr>
                <a:t>Organic</a:t>
              </a:r>
              <a:endParaRPr lang="en-US" sz="750" dirty="0"/>
            </a:p>
          </p:txBody>
        </p:sp>
        <p:sp>
          <p:nvSpPr>
            <p:cNvPr id="48" name="Text 8">
              <a:extLst>
                <a:ext uri="{FF2B5EF4-FFF2-40B4-BE49-F238E27FC236}">
                  <a16:creationId xmlns:a16="http://schemas.microsoft.com/office/drawing/2014/main" id="{F17253D4-77F7-9402-5A87-AADE14EE92C0}"/>
                </a:ext>
              </a:extLst>
            </p:cNvPr>
            <p:cNvSpPr/>
            <p:nvPr/>
          </p:nvSpPr>
          <p:spPr>
            <a:xfrm>
              <a:off x="7223760" y="3739896"/>
              <a:ext cx="1600200" cy="173736"/>
            </a:xfrm>
            <a:prstGeom prst="rect">
              <a:avLst/>
            </a:prstGeom>
            <a:noFill/>
            <a:ln/>
          </p:spPr>
          <p:txBody>
            <a:bodyPr wrap="square" rtlCol="0" anchor="ctr"/>
            <a:lstStyle/>
            <a:p>
              <a:pPr marL="0" indent="0" algn="ctr">
                <a:buNone/>
              </a:pPr>
              <a:r>
                <a:rPr lang="en-US" sz="900" b="1" dirty="0">
                  <a:solidFill>
                    <a:srgbClr val="FFFFFF"/>
                  </a:solidFill>
                </a:rPr>
                <a:t>$18.17M</a:t>
              </a:r>
              <a:endParaRPr lang="en-US" sz="900" dirty="0"/>
            </a:p>
          </p:txBody>
        </p:sp>
        <p:sp>
          <p:nvSpPr>
            <p:cNvPr id="49" name="Shape 9">
              <a:extLst>
                <a:ext uri="{FF2B5EF4-FFF2-40B4-BE49-F238E27FC236}">
                  <a16:creationId xmlns:a16="http://schemas.microsoft.com/office/drawing/2014/main" id="{E3D8CB84-BD23-A063-B060-715BD405CF1A}"/>
                </a:ext>
              </a:extLst>
            </p:cNvPr>
            <p:cNvSpPr/>
            <p:nvPr/>
          </p:nvSpPr>
          <p:spPr>
            <a:xfrm>
              <a:off x="5486400" y="3977640"/>
              <a:ext cx="1600200" cy="347472"/>
            </a:xfrm>
            <a:prstGeom prst="rect">
              <a:avLst/>
            </a:prstGeom>
            <a:solidFill>
              <a:srgbClr val="1A3C7A"/>
            </a:solidFill>
            <a:ln w="12700">
              <a:solidFill>
                <a:srgbClr val="1A3C7A"/>
              </a:solidFill>
              <a:prstDash val="solid"/>
            </a:ln>
          </p:spPr>
        </p:sp>
        <p:sp>
          <p:nvSpPr>
            <p:cNvPr id="50" name="Text 10">
              <a:extLst>
                <a:ext uri="{FF2B5EF4-FFF2-40B4-BE49-F238E27FC236}">
                  <a16:creationId xmlns:a16="http://schemas.microsoft.com/office/drawing/2014/main" id="{8FEE4D36-2D34-182A-BDAE-5865479A5134}"/>
                </a:ext>
              </a:extLst>
            </p:cNvPr>
            <p:cNvSpPr/>
            <p:nvPr/>
          </p:nvSpPr>
          <p:spPr>
            <a:xfrm>
              <a:off x="5486400" y="3977640"/>
              <a:ext cx="1600200" cy="182880"/>
            </a:xfrm>
            <a:prstGeom prst="rect">
              <a:avLst/>
            </a:prstGeom>
            <a:noFill/>
            <a:ln/>
          </p:spPr>
          <p:txBody>
            <a:bodyPr wrap="square" rtlCol="0" anchor="ctr"/>
            <a:lstStyle/>
            <a:p>
              <a:pPr marL="0" indent="0" algn="ctr">
                <a:buNone/>
              </a:pPr>
              <a:r>
                <a:rPr lang="en-US" sz="750" dirty="0">
                  <a:solidFill>
                    <a:srgbClr val="CADCFC"/>
                  </a:solidFill>
                </a:rPr>
                <a:t>Referral</a:t>
              </a:r>
              <a:endParaRPr lang="en-US" sz="750" dirty="0"/>
            </a:p>
          </p:txBody>
        </p:sp>
        <p:sp>
          <p:nvSpPr>
            <p:cNvPr id="51" name="Text 11">
              <a:extLst>
                <a:ext uri="{FF2B5EF4-FFF2-40B4-BE49-F238E27FC236}">
                  <a16:creationId xmlns:a16="http://schemas.microsoft.com/office/drawing/2014/main" id="{9E7B2ADB-62BE-E223-8178-BB09362C0A98}"/>
                </a:ext>
              </a:extLst>
            </p:cNvPr>
            <p:cNvSpPr/>
            <p:nvPr/>
          </p:nvSpPr>
          <p:spPr>
            <a:xfrm>
              <a:off x="5486400" y="4151376"/>
              <a:ext cx="1600200" cy="173736"/>
            </a:xfrm>
            <a:prstGeom prst="rect">
              <a:avLst/>
            </a:prstGeom>
            <a:noFill/>
            <a:ln/>
          </p:spPr>
          <p:txBody>
            <a:bodyPr wrap="square" rtlCol="0" anchor="ctr"/>
            <a:lstStyle/>
            <a:p>
              <a:pPr marL="0" indent="0" algn="ctr">
                <a:buNone/>
              </a:pPr>
              <a:r>
                <a:rPr lang="en-US" sz="900" b="1" dirty="0">
                  <a:solidFill>
                    <a:srgbClr val="FFFFFF"/>
                  </a:solidFill>
                </a:rPr>
                <a:t>$17.8M</a:t>
              </a:r>
              <a:endParaRPr lang="en-US" sz="900" dirty="0"/>
            </a:p>
          </p:txBody>
        </p:sp>
        <p:sp>
          <p:nvSpPr>
            <p:cNvPr id="52" name="Shape 12">
              <a:extLst>
                <a:ext uri="{FF2B5EF4-FFF2-40B4-BE49-F238E27FC236}">
                  <a16:creationId xmlns:a16="http://schemas.microsoft.com/office/drawing/2014/main" id="{EE5ABB45-9DB7-64BE-E629-625063746F95}"/>
                </a:ext>
              </a:extLst>
            </p:cNvPr>
            <p:cNvSpPr/>
            <p:nvPr/>
          </p:nvSpPr>
          <p:spPr>
            <a:xfrm>
              <a:off x="7223760" y="3977640"/>
              <a:ext cx="1600200" cy="347472"/>
            </a:xfrm>
            <a:prstGeom prst="rect">
              <a:avLst/>
            </a:prstGeom>
            <a:solidFill>
              <a:srgbClr val="1A3C7A"/>
            </a:solidFill>
            <a:ln w="12700">
              <a:solidFill>
                <a:srgbClr val="1A3C7A"/>
              </a:solidFill>
              <a:prstDash val="solid"/>
            </a:ln>
          </p:spPr>
        </p:sp>
        <p:sp>
          <p:nvSpPr>
            <p:cNvPr id="53" name="Text 13">
              <a:extLst>
                <a:ext uri="{FF2B5EF4-FFF2-40B4-BE49-F238E27FC236}">
                  <a16:creationId xmlns:a16="http://schemas.microsoft.com/office/drawing/2014/main" id="{556328B8-CA28-8079-DBCF-9A5F1A9A8A34}"/>
                </a:ext>
              </a:extLst>
            </p:cNvPr>
            <p:cNvSpPr/>
            <p:nvPr/>
          </p:nvSpPr>
          <p:spPr>
            <a:xfrm>
              <a:off x="7223760" y="3977640"/>
              <a:ext cx="1600200" cy="182880"/>
            </a:xfrm>
            <a:prstGeom prst="rect">
              <a:avLst/>
            </a:prstGeom>
            <a:noFill/>
            <a:ln/>
          </p:spPr>
          <p:txBody>
            <a:bodyPr wrap="square" rtlCol="0" anchor="ctr"/>
            <a:lstStyle/>
            <a:p>
              <a:pPr marL="0" indent="0" algn="ctr">
                <a:buNone/>
              </a:pPr>
              <a:r>
                <a:rPr lang="en-US" sz="750" dirty="0">
                  <a:solidFill>
                    <a:srgbClr val="CADCFC"/>
                  </a:solidFill>
                </a:rPr>
                <a:t>LinkedIn</a:t>
              </a:r>
              <a:endParaRPr lang="en-US" sz="750" dirty="0"/>
            </a:p>
          </p:txBody>
        </p:sp>
        <p:sp>
          <p:nvSpPr>
            <p:cNvPr id="54" name="Text 14">
              <a:extLst>
                <a:ext uri="{FF2B5EF4-FFF2-40B4-BE49-F238E27FC236}">
                  <a16:creationId xmlns:a16="http://schemas.microsoft.com/office/drawing/2014/main" id="{7DE3E124-A0D2-F153-0247-13FA2FC5BFCB}"/>
                </a:ext>
              </a:extLst>
            </p:cNvPr>
            <p:cNvSpPr/>
            <p:nvPr/>
          </p:nvSpPr>
          <p:spPr>
            <a:xfrm>
              <a:off x="7223760" y="4151376"/>
              <a:ext cx="1600200" cy="173736"/>
            </a:xfrm>
            <a:prstGeom prst="rect">
              <a:avLst/>
            </a:prstGeom>
            <a:noFill/>
            <a:ln/>
          </p:spPr>
          <p:txBody>
            <a:bodyPr wrap="square" rtlCol="0" anchor="ctr"/>
            <a:lstStyle/>
            <a:p>
              <a:pPr marL="0" indent="0" algn="ctr">
                <a:buNone/>
              </a:pPr>
              <a:r>
                <a:rPr lang="en-US" sz="900" b="1" dirty="0">
                  <a:solidFill>
                    <a:srgbClr val="FFFFFF"/>
                  </a:solidFill>
                </a:rPr>
                <a:t>$18.36M</a:t>
              </a:r>
              <a:endParaRPr lang="en-US" sz="900" dirty="0"/>
            </a:p>
          </p:txBody>
        </p:sp>
        <p:sp>
          <p:nvSpPr>
            <p:cNvPr id="55" name="Shape 15">
              <a:extLst>
                <a:ext uri="{FF2B5EF4-FFF2-40B4-BE49-F238E27FC236}">
                  <a16:creationId xmlns:a16="http://schemas.microsoft.com/office/drawing/2014/main" id="{AFF22E2B-87BD-9355-7F35-4ACC3B960B38}"/>
                </a:ext>
              </a:extLst>
            </p:cNvPr>
            <p:cNvSpPr/>
            <p:nvPr/>
          </p:nvSpPr>
          <p:spPr>
            <a:xfrm>
              <a:off x="5486400" y="4389120"/>
              <a:ext cx="1600200" cy="347472"/>
            </a:xfrm>
            <a:prstGeom prst="rect">
              <a:avLst/>
            </a:prstGeom>
            <a:solidFill>
              <a:srgbClr val="1A3C7A"/>
            </a:solidFill>
            <a:ln w="12700">
              <a:solidFill>
                <a:srgbClr val="1A3C7A"/>
              </a:solidFill>
              <a:prstDash val="solid"/>
            </a:ln>
          </p:spPr>
        </p:sp>
        <p:sp>
          <p:nvSpPr>
            <p:cNvPr id="56" name="Text 16">
              <a:extLst>
                <a:ext uri="{FF2B5EF4-FFF2-40B4-BE49-F238E27FC236}">
                  <a16:creationId xmlns:a16="http://schemas.microsoft.com/office/drawing/2014/main" id="{372D412F-FCDB-0283-35FB-77126F3A5F23}"/>
                </a:ext>
              </a:extLst>
            </p:cNvPr>
            <p:cNvSpPr/>
            <p:nvPr/>
          </p:nvSpPr>
          <p:spPr>
            <a:xfrm>
              <a:off x="5486400" y="4389120"/>
              <a:ext cx="1600200" cy="182880"/>
            </a:xfrm>
            <a:prstGeom prst="rect">
              <a:avLst/>
            </a:prstGeom>
            <a:noFill/>
            <a:ln/>
          </p:spPr>
          <p:txBody>
            <a:bodyPr wrap="square" rtlCol="0" anchor="ctr"/>
            <a:lstStyle/>
            <a:p>
              <a:pPr marL="0" indent="0" algn="ctr">
                <a:buNone/>
              </a:pPr>
              <a:r>
                <a:rPr lang="en-US" sz="750" dirty="0">
                  <a:solidFill>
                    <a:srgbClr val="CADCFC"/>
                  </a:solidFill>
                </a:rPr>
                <a:t>Email Campaign</a:t>
              </a:r>
              <a:endParaRPr lang="en-US" sz="750" dirty="0"/>
            </a:p>
          </p:txBody>
        </p:sp>
        <p:sp>
          <p:nvSpPr>
            <p:cNvPr id="57" name="Text 17">
              <a:extLst>
                <a:ext uri="{FF2B5EF4-FFF2-40B4-BE49-F238E27FC236}">
                  <a16:creationId xmlns:a16="http://schemas.microsoft.com/office/drawing/2014/main" id="{76AF3BB0-0557-6A65-0383-78E0F50429D4}"/>
                </a:ext>
              </a:extLst>
            </p:cNvPr>
            <p:cNvSpPr/>
            <p:nvPr/>
          </p:nvSpPr>
          <p:spPr>
            <a:xfrm>
              <a:off x="5486400" y="4562856"/>
              <a:ext cx="1600200" cy="173736"/>
            </a:xfrm>
            <a:prstGeom prst="rect">
              <a:avLst/>
            </a:prstGeom>
            <a:noFill/>
            <a:ln/>
          </p:spPr>
          <p:txBody>
            <a:bodyPr wrap="square" rtlCol="0" anchor="ctr"/>
            <a:lstStyle/>
            <a:p>
              <a:pPr marL="0" indent="0" algn="ctr">
                <a:buNone/>
              </a:pPr>
              <a:r>
                <a:rPr lang="en-US" sz="900" b="1" dirty="0">
                  <a:solidFill>
                    <a:srgbClr val="FFFFFF"/>
                  </a:solidFill>
                </a:rPr>
                <a:t>$18.25M</a:t>
              </a:r>
              <a:endParaRPr lang="en-US" sz="900" dirty="0"/>
            </a:p>
          </p:txBody>
        </p:sp>
        <p:sp>
          <p:nvSpPr>
            <p:cNvPr id="58" name="Shape 18">
              <a:extLst>
                <a:ext uri="{FF2B5EF4-FFF2-40B4-BE49-F238E27FC236}">
                  <a16:creationId xmlns:a16="http://schemas.microsoft.com/office/drawing/2014/main" id="{363165E5-24A5-0D3F-3AC9-DC2D087E23B2}"/>
                </a:ext>
              </a:extLst>
            </p:cNvPr>
            <p:cNvSpPr/>
            <p:nvPr/>
          </p:nvSpPr>
          <p:spPr>
            <a:xfrm>
              <a:off x="7223760" y="4389120"/>
              <a:ext cx="1600200" cy="347472"/>
            </a:xfrm>
            <a:prstGeom prst="rect">
              <a:avLst/>
            </a:prstGeom>
            <a:solidFill>
              <a:srgbClr val="1A3C7A"/>
            </a:solidFill>
            <a:ln w="12700">
              <a:solidFill>
                <a:srgbClr val="1A3C7A"/>
              </a:solidFill>
              <a:prstDash val="solid"/>
            </a:ln>
          </p:spPr>
        </p:sp>
        <p:sp>
          <p:nvSpPr>
            <p:cNvPr id="59" name="Text 19">
              <a:extLst>
                <a:ext uri="{FF2B5EF4-FFF2-40B4-BE49-F238E27FC236}">
                  <a16:creationId xmlns:a16="http://schemas.microsoft.com/office/drawing/2014/main" id="{D37A11D7-DEEA-A432-1154-2A717BD7FD52}"/>
                </a:ext>
              </a:extLst>
            </p:cNvPr>
            <p:cNvSpPr/>
            <p:nvPr/>
          </p:nvSpPr>
          <p:spPr>
            <a:xfrm>
              <a:off x="7223760" y="4389120"/>
              <a:ext cx="1600200" cy="182880"/>
            </a:xfrm>
            <a:prstGeom prst="rect">
              <a:avLst/>
            </a:prstGeom>
            <a:noFill/>
            <a:ln/>
          </p:spPr>
          <p:txBody>
            <a:bodyPr wrap="square" rtlCol="0" anchor="ctr"/>
            <a:lstStyle/>
            <a:p>
              <a:pPr marL="0" indent="0" algn="ctr">
                <a:buNone/>
              </a:pPr>
              <a:r>
                <a:rPr lang="en-US" sz="750" dirty="0">
                  <a:solidFill>
                    <a:srgbClr val="CADCFC"/>
                  </a:solidFill>
                </a:rPr>
                <a:t>Partner</a:t>
              </a:r>
              <a:endParaRPr lang="en-US" sz="750" dirty="0"/>
            </a:p>
          </p:txBody>
        </p:sp>
        <p:sp>
          <p:nvSpPr>
            <p:cNvPr id="60" name="Text 20">
              <a:extLst>
                <a:ext uri="{FF2B5EF4-FFF2-40B4-BE49-F238E27FC236}">
                  <a16:creationId xmlns:a16="http://schemas.microsoft.com/office/drawing/2014/main" id="{2BDA1FFD-4ADE-B27F-D1FB-29E4FABE82A3}"/>
                </a:ext>
              </a:extLst>
            </p:cNvPr>
            <p:cNvSpPr/>
            <p:nvPr/>
          </p:nvSpPr>
          <p:spPr>
            <a:xfrm>
              <a:off x="7223760" y="4562856"/>
              <a:ext cx="1600200" cy="173736"/>
            </a:xfrm>
            <a:prstGeom prst="rect">
              <a:avLst/>
            </a:prstGeom>
            <a:noFill/>
            <a:ln/>
          </p:spPr>
          <p:txBody>
            <a:bodyPr wrap="square" rtlCol="0" anchor="ctr"/>
            <a:lstStyle/>
            <a:p>
              <a:pPr marL="0" indent="0" algn="ctr">
                <a:buNone/>
              </a:pPr>
              <a:r>
                <a:rPr lang="en-US" sz="900" b="1" dirty="0">
                  <a:solidFill>
                    <a:srgbClr val="FFFFFF"/>
                  </a:solidFill>
                </a:rPr>
                <a:t>$16.86M</a:t>
              </a:r>
              <a:endParaRPr lang="en-US" sz="900" dirty="0"/>
            </a:p>
          </p:txBody>
        </p:sp>
      </p:grpSp>
    </p:spTree>
    <p:custDataLst>
      <p:tags r:id="rId1"/>
    </p:custDataLst>
    <p:extLst>
      <p:ext uri="{BB962C8B-B14F-4D97-AF65-F5344CB8AC3E}">
        <p14:creationId xmlns:p14="http://schemas.microsoft.com/office/powerpoint/2010/main" val="4142214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B02AD-8659-389C-300D-23C2798FD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810414-111E-28B9-36D3-67DD1D62315C}"/>
              </a:ext>
            </a:extLst>
          </p:cNvPr>
          <p:cNvSpPr>
            <a:spLocks noGrp="1"/>
          </p:cNvSpPr>
          <p:nvPr>
            <p:ph type="title"/>
          </p:nvPr>
        </p:nvSpPr>
        <p:spPr/>
        <p:txBody>
          <a:bodyPr/>
          <a:lstStyle/>
          <a:p>
            <a:r>
              <a:rPr lang="en-US" dirty="0"/>
              <a:t>Customer Engagement Insights</a:t>
            </a:r>
            <a:endParaRPr lang="en-IN" dirty="0"/>
          </a:p>
        </p:txBody>
      </p:sp>
      <p:sp>
        <p:nvSpPr>
          <p:cNvPr id="8" name="TextBox 7">
            <a:extLst>
              <a:ext uri="{FF2B5EF4-FFF2-40B4-BE49-F238E27FC236}">
                <a16:creationId xmlns:a16="http://schemas.microsoft.com/office/drawing/2014/main" id="{646EDB68-CFB5-47B1-B1A2-0F85895AA663}"/>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pSp>
        <p:nvGrpSpPr>
          <p:cNvPr id="26" name="Group 25">
            <a:extLst>
              <a:ext uri="{FF2B5EF4-FFF2-40B4-BE49-F238E27FC236}">
                <a16:creationId xmlns:a16="http://schemas.microsoft.com/office/drawing/2014/main" id="{8E9D5E2E-CA31-815A-1FB0-40152CE211B9}"/>
              </a:ext>
            </a:extLst>
          </p:cNvPr>
          <p:cNvGrpSpPr/>
          <p:nvPr/>
        </p:nvGrpSpPr>
        <p:grpSpPr>
          <a:xfrm>
            <a:off x="381000" y="993531"/>
            <a:ext cx="11611708" cy="5266592"/>
            <a:chOff x="274320" y="914400"/>
            <a:chExt cx="8686800" cy="3931920"/>
          </a:xfrm>
        </p:grpSpPr>
        <p:graphicFrame>
          <p:nvGraphicFramePr>
            <p:cNvPr id="27" name="Chart 0">
              <a:extLst>
                <a:ext uri="{FF2B5EF4-FFF2-40B4-BE49-F238E27FC236}">
                  <a16:creationId xmlns:a16="http://schemas.microsoft.com/office/drawing/2014/main" id="{0D071F10-4BCB-6731-8548-C114E2F0C7CA}"/>
                </a:ext>
              </a:extLst>
            </p:cNvPr>
            <p:cNvGraphicFramePr/>
            <p:nvPr>
              <p:extLst>
                <p:ext uri="{D42A27DB-BD31-4B8C-83A1-F6EECF244321}">
                  <p14:modId xmlns:p14="http://schemas.microsoft.com/office/powerpoint/2010/main" val="2038727107"/>
                </p:ext>
              </p:extLst>
            </p:nvPr>
          </p:nvGraphicFramePr>
          <p:xfrm>
            <a:off x="274320" y="914400"/>
            <a:ext cx="5029200" cy="29260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Chart 1">
              <a:extLst>
                <a:ext uri="{FF2B5EF4-FFF2-40B4-BE49-F238E27FC236}">
                  <a16:creationId xmlns:a16="http://schemas.microsoft.com/office/drawing/2014/main" id="{8E90E8D1-740E-179E-43C3-ED19E3926CE1}"/>
                </a:ext>
              </a:extLst>
            </p:cNvPr>
            <p:cNvGraphicFramePr/>
            <p:nvPr>
              <p:extLst>
                <p:ext uri="{D42A27DB-BD31-4B8C-83A1-F6EECF244321}">
                  <p14:modId xmlns:p14="http://schemas.microsoft.com/office/powerpoint/2010/main" val="1078998173"/>
                </p:ext>
              </p:extLst>
            </p:nvPr>
          </p:nvGraphicFramePr>
          <p:xfrm>
            <a:off x="5394960" y="914400"/>
            <a:ext cx="356616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29" name="Shape 2">
              <a:extLst>
                <a:ext uri="{FF2B5EF4-FFF2-40B4-BE49-F238E27FC236}">
                  <a16:creationId xmlns:a16="http://schemas.microsoft.com/office/drawing/2014/main" id="{B6DC43C7-0943-3807-293F-D9D6B8429D65}"/>
                </a:ext>
              </a:extLst>
            </p:cNvPr>
            <p:cNvSpPr/>
            <p:nvPr/>
          </p:nvSpPr>
          <p:spPr>
            <a:xfrm>
              <a:off x="274320" y="3977640"/>
              <a:ext cx="8641080" cy="868680"/>
            </a:xfrm>
            <a:prstGeom prst="rect">
              <a:avLst/>
            </a:prstGeom>
            <a:solidFill>
              <a:srgbClr val="0B9B8A"/>
            </a:solidFill>
            <a:ln w="12700">
              <a:solidFill>
                <a:srgbClr val="0B9B8A"/>
              </a:solidFill>
              <a:prstDash val="solid"/>
            </a:ln>
          </p:spPr>
        </p:sp>
        <p:sp>
          <p:nvSpPr>
            <p:cNvPr id="34" name="Text 3">
              <a:extLst>
                <a:ext uri="{FF2B5EF4-FFF2-40B4-BE49-F238E27FC236}">
                  <a16:creationId xmlns:a16="http://schemas.microsoft.com/office/drawing/2014/main" id="{ADA08A59-7B46-5923-7301-BA81F3459F84}"/>
                </a:ext>
              </a:extLst>
            </p:cNvPr>
            <p:cNvSpPr/>
            <p:nvPr/>
          </p:nvSpPr>
          <p:spPr>
            <a:xfrm>
              <a:off x="457200" y="3977640"/>
              <a:ext cx="8366760" cy="86868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Engagement Finding: </a:t>
              </a:r>
              <a:r>
                <a:rPr lang="en-US" sz="1600" dirty="0">
                  <a:solidFill>
                    <a:srgbClr val="FFFFFF"/>
                  </a:solidFill>
                  <a:latin typeface="Calibri" pitchFamily="34" charset="0"/>
                  <a:ea typeface="Calibri" pitchFamily="34" charset="-122"/>
                  <a:cs typeface="Calibri" pitchFamily="34" charset="-120"/>
                </a:rPr>
                <a:t>Customers acting within 10 days have a 90% reactivation rate. Product cross-holding is evenly distributed (~20% each), suggesting upsell opportunities exist across all tiers. Engagement buckets (High/Low/Medium) show equal ~33% revenue split across all customer sizes.</a:t>
              </a:r>
              <a:endParaRPr lang="en-US" sz="1600" dirty="0"/>
            </a:p>
          </p:txBody>
        </p:sp>
      </p:grpSp>
    </p:spTree>
    <p:custDataLst>
      <p:tags r:id="rId1"/>
    </p:custDataLst>
    <p:extLst>
      <p:ext uri="{BB962C8B-B14F-4D97-AF65-F5344CB8AC3E}">
        <p14:creationId xmlns:p14="http://schemas.microsoft.com/office/powerpoint/2010/main" val="957818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3A2B-CC1E-3200-85DF-36B32B8A65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8B7C0D-16AA-0359-F89B-A4719E6B6B9B}"/>
              </a:ext>
            </a:extLst>
          </p:cNvPr>
          <p:cNvSpPr>
            <a:spLocks noGrp="1"/>
          </p:cNvSpPr>
          <p:nvPr>
            <p:ph type="title"/>
          </p:nvPr>
        </p:nvSpPr>
        <p:spPr/>
        <p:txBody>
          <a:bodyPr/>
          <a:lstStyle/>
          <a:p>
            <a:r>
              <a:rPr lang="en-US" dirty="0"/>
              <a:t>Strategic Recommendations</a:t>
            </a:r>
            <a:endParaRPr lang="en-IN" dirty="0"/>
          </a:p>
        </p:txBody>
      </p:sp>
      <p:sp>
        <p:nvSpPr>
          <p:cNvPr id="8" name="TextBox 7">
            <a:extLst>
              <a:ext uri="{FF2B5EF4-FFF2-40B4-BE49-F238E27FC236}">
                <a16:creationId xmlns:a16="http://schemas.microsoft.com/office/drawing/2014/main" id="{6ADF870D-3E4B-F27C-E9AD-B837F4C8690B}"/>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pSp>
        <p:nvGrpSpPr>
          <p:cNvPr id="9" name="Group 8">
            <a:extLst>
              <a:ext uri="{FF2B5EF4-FFF2-40B4-BE49-F238E27FC236}">
                <a16:creationId xmlns:a16="http://schemas.microsoft.com/office/drawing/2014/main" id="{40F1B126-D6A0-C43F-FA72-16295C5CF2C9}"/>
              </a:ext>
            </a:extLst>
          </p:cNvPr>
          <p:cNvGrpSpPr/>
          <p:nvPr/>
        </p:nvGrpSpPr>
        <p:grpSpPr>
          <a:xfrm>
            <a:off x="381000" y="905608"/>
            <a:ext cx="11664462" cy="5424854"/>
            <a:chOff x="228600" y="914400"/>
            <a:chExt cx="8732520" cy="3977640"/>
          </a:xfrm>
        </p:grpSpPr>
        <p:sp>
          <p:nvSpPr>
            <p:cNvPr id="10" name="Shape 2">
              <a:extLst>
                <a:ext uri="{FF2B5EF4-FFF2-40B4-BE49-F238E27FC236}">
                  <a16:creationId xmlns:a16="http://schemas.microsoft.com/office/drawing/2014/main" id="{58B8E1BE-95FC-C0FE-ADFE-C953B90B76D7}"/>
                </a:ext>
              </a:extLst>
            </p:cNvPr>
            <p:cNvSpPr/>
            <p:nvPr/>
          </p:nvSpPr>
          <p:spPr>
            <a:xfrm>
              <a:off x="228600" y="914400"/>
              <a:ext cx="4251960" cy="1234440"/>
            </a:xfrm>
            <a:prstGeom prst="rect">
              <a:avLst/>
            </a:prstGeom>
            <a:solidFill>
              <a:srgbClr val="FFFFFF"/>
            </a:solidFill>
            <a:ln w="12700">
              <a:solidFill>
                <a:srgbClr val="E2E8F0"/>
              </a:solidFill>
              <a:prstDash val="solid"/>
            </a:ln>
          </p:spPr>
        </p:sp>
        <p:sp>
          <p:nvSpPr>
            <p:cNvPr id="11" name="Shape 3">
              <a:extLst>
                <a:ext uri="{FF2B5EF4-FFF2-40B4-BE49-F238E27FC236}">
                  <a16:creationId xmlns:a16="http://schemas.microsoft.com/office/drawing/2014/main" id="{82495C3C-02BC-4529-8B4C-7C8C7D199EEF}"/>
                </a:ext>
              </a:extLst>
            </p:cNvPr>
            <p:cNvSpPr/>
            <p:nvPr/>
          </p:nvSpPr>
          <p:spPr>
            <a:xfrm>
              <a:off x="228600" y="914400"/>
              <a:ext cx="502920" cy="1234440"/>
            </a:xfrm>
            <a:prstGeom prst="rect">
              <a:avLst/>
            </a:prstGeom>
            <a:solidFill>
              <a:srgbClr val="0B9B8A"/>
            </a:solidFill>
            <a:ln w="12700">
              <a:solidFill>
                <a:srgbClr val="0B9B8A"/>
              </a:solidFill>
              <a:prstDash val="solid"/>
            </a:ln>
          </p:spPr>
        </p:sp>
        <p:sp>
          <p:nvSpPr>
            <p:cNvPr id="12" name="Text 4">
              <a:extLst>
                <a:ext uri="{FF2B5EF4-FFF2-40B4-BE49-F238E27FC236}">
                  <a16:creationId xmlns:a16="http://schemas.microsoft.com/office/drawing/2014/main" id="{702CCB6C-219F-AF21-00BA-20EDC2D99850}"/>
                </a:ext>
              </a:extLst>
            </p:cNvPr>
            <p:cNvSpPr/>
            <p:nvPr/>
          </p:nvSpPr>
          <p:spPr>
            <a:xfrm>
              <a:off x="228600" y="914400"/>
              <a:ext cx="502920" cy="1234440"/>
            </a:xfrm>
            <a:prstGeom prst="rect">
              <a:avLst/>
            </a:prstGeom>
            <a:noFill/>
            <a:ln/>
          </p:spPr>
          <p:txBody>
            <a:bodyPr wrap="square" rtlCol="0" anchor="ctr"/>
            <a:lstStyle/>
            <a:p>
              <a:pPr marL="0" indent="0" algn="ctr">
                <a:buNone/>
              </a:pPr>
              <a:r>
                <a:rPr lang="en-US" sz="1800" b="1" dirty="0">
                  <a:solidFill>
                    <a:srgbClr val="FFFFFF"/>
                  </a:solidFill>
                </a:rPr>
                <a:t>01</a:t>
              </a:r>
              <a:endParaRPr lang="en-US" sz="1800" dirty="0"/>
            </a:p>
          </p:txBody>
        </p:sp>
        <p:sp>
          <p:nvSpPr>
            <p:cNvPr id="13" name="Text 5">
              <a:extLst>
                <a:ext uri="{FF2B5EF4-FFF2-40B4-BE49-F238E27FC236}">
                  <a16:creationId xmlns:a16="http://schemas.microsoft.com/office/drawing/2014/main" id="{714DFC17-4250-A242-56E7-2831C68EB0BC}"/>
                </a:ext>
              </a:extLst>
            </p:cNvPr>
            <p:cNvSpPr/>
            <p:nvPr/>
          </p:nvSpPr>
          <p:spPr>
            <a:xfrm>
              <a:off x="822960" y="1005840"/>
              <a:ext cx="3566160" cy="320040"/>
            </a:xfrm>
            <a:prstGeom prst="rect">
              <a:avLst/>
            </a:prstGeom>
            <a:noFill/>
            <a:ln/>
          </p:spPr>
          <p:txBody>
            <a:bodyPr wrap="square" rtlCol="0" anchor="ctr"/>
            <a:lstStyle/>
            <a:p>
              <a:pPr marL="0" indent="0">
                <a:buNone/>
              </a:pPr>
              <a:r>
                <a:rPr lang="en-US" sz="1600" b="1" dirty="0">
                  <a:solidFill>
                    <a:srgbClr val="0B9B8A"/>
                  </a:solidFill>
                  <a:latin typeface="Calibri" pitchFamily="34" charset="0"/>
                  <a:ea typeface="Calibri" pitchFamily="34" charset="-122"/>
                  <a:cs typeface="Calibri" pitchFamily="34" charset="-120"/>
                </a:rPr>
                <a:t>Launch Early Intervention Program</a:t>
              </a:r>
              <a:endParaRPr lang="en-US" sz="1600" dirty="0"/>
            </a:p>
          </p:txBody>
        </p:sp>
        <p:sp>
          <p:nvSpPr>
            <p:cNvPr id="14" name="Text 6">
              <a:extLst>
                <a:ext uri="{FF2B5EF4-FFF2-40B4-BE49-F238E27FC236}">
                  <a16:creationId xmlns:a16="http://schemas.microsoft.com/office/drawing/2014/main" id="{44AB0ECF-4C9B-B4D5-36DE-B29A4189E616}"/>
                </a:ext>
              </a:extLst>
            </p:cNvPr>
            <p:cNvSpPr/>
            <p:nvPr/>
          </p:nvSpPr>
          <p:spPr>
            <a:xfrm>
              <a:off x="822960" y="1307592"/>
              <a:ext cx="3566160" cy="777240"/>
            </a:xfrm>
            <a:prstGeom prst="rect">
              <a:avLst/>
            </a:prstGeom>
            <a:noFill/>
            <a:ln/>
          </p:spPr>
          <p:txBody>
            <a:bodyPr wrap="square" rtlCol="0" anchor="t"/>
            <a:lstStyle/>
            <a:p>
              <a:pPr marL="0" indent="0">
                <a:buNone/>
              </a:pPr>
              <a:r>
                <a:rPr lang="en-US" sz="1200" dirty="0">
                  <a:solidFill>
                    <a:srgbClr val="475569"/>
                  </a:solidFill>
                </a:rPr>
                <a:t>Deploy automated re-engagement within 10 days of inactivity. The 90% reactivation rate for 0–10 day cohort confirms early action drastically reduces churn risk</a:t>
              </a:r>
              <a:r>
                <a:rPr lang="en-US" sz="950" dirty="0">
                  <a:solidFill>
                    <a:srgbClr val="475569"/>
                  </a:solidFill>
                </a:rPr>
                <a:t>.</a:t>
              </a:r>
              <a:endParaRPr lang="en-US" sz="950" dirty="0"/>
            </a:p>
          </p:txBody>
        </p:sp>
        <p:sp>
          <p:nvSpPr>
            <p:cNvPr id="15" name="Shape 7">
              <a:extLst>
                <a:ext uri="{FF2B5EF4-FFF2-40B4-BE49-F238E27FC236}">
                  <a16:creationId xmlns:a16="http://schemas.microsoft.com/office/drawing/2014/main" id="{3CA4BCE0-B0A8-ACE8-E126-4999CD883315}"/>
                </a:ext>
              </a:extLst>
            </p:cNvPr>
            <p:cNvSpPr/>
            <p:nvPr/>
          </p:nvSpPr>
          <p:spPr>
            <a:xfrm>
              <a:off x="4709160" y="914400"/>
              <a:ext cx="4251960" cy="1234440"/>
            </a:xfrm>
            <a:prstGeom prst="rect">
              <a:avLst/>
            </a:prstGeom>
            <a:solidFill>
              <a:srgbClr val="FFFFFF"/>
            </a:solidFill>
            <a:ln w="12700">
              <a:solidFill>
                <a:srgbClr val="E2E8F0"/>
              </a:solidFill>
              <a:prstDash val="solid"/>
            </a:ln>
          </p:spPr>
        </p:sp>
        <p:sp>
          <p:nvSpPr>
            <p:cNvPr id="16" name="Shape 8">
              <a:extLst>
                <a:ext uri="{FF2B5EF4-FFF2-40B4-BE49-F238E27FC236}">
                  <a16:creationId xmlns:a16="http://schemas.microsoft.com/office/drawing/2014/main" id="{F64D0A59-2AFE-0A72-19E1-7803A7216FD3}"/>
                </a:ext>
              </a:extLst>
            </p:cNvPr>
            <p:cNvSpPr/>
            <p:nvPr/>
          </p:nvSpPr>
          <p:spPr>
            <a:xfrm>
              <a:off x="4709160" y="914400"/>
              <a:ext cx="502920" cy="1234440"/>
            </a:xfrm>
            <a:prstGeom prst="rect">
              <a:avLst/>
            </a:prstGeom>
            <a:solidFill>
              <a:srgbClr val="1E8BC3"/>
            </a:solidFill>
            <a:ln w="12700">
              <a:solidFill>
                <a:srgbClr val="1E8BC3"/>
              </a:solidFill>
              <a:prstDash val="solid"/>
            </a:ln>
          </p:spPr>
        </p:sp>
        <p:sp>
          <p:nvSpPr>
            <p:cNvPr id="17" name="Text 9">
              <a:extLst>
                <a:ext uri="{FF2B5EF4-FFF2-40B4-BE49-F238E27FC236}">
                  <a16:creationId xmlns:a16="http://schemas.microsoft.com/office/drawing/2014/main" id="{7A6E4BD8-3E0D-560A-96CF-9040D16DDC5D}"/>
                </a:ext>
              </a:extLst>
            </p:cNvPr>
            <p:cNvSpPr/>
            <p:nvPr/>
          </p:nvSpPr>
          <p:spPr>
            <a:xfrm>
              <a:off x="4709160" y="914400"/>
              <a:ext cx="502920" cy="1234440"/>
            </a:xfrm>
            <a:prstGeom prst="rect">
              <a:avLst/>
            </a:prstGeom>
            <a:noFill/>
            <a:ln/>
          </p:spPr>
          <p:txBody>
            <a:bodyPr wrap="square" rtlCol="0" anchor="ctr"/>
            <a:lstStyle/>
            <a:p>
              <a:pPr marL="0" indent="0" algn="ctr">
                <a:buNone/>
              </a:pPr>
              <a:r>
                <a:rPr lang="en-US" sz="1800" b="1" dirty="0">
                  <a:solidFill>
                    <a:srgbClr val="FFFFFF"/>
                  </a:solidFill>
                </a:rPr>
                <a:t>02</a:t>
              </a:r>
              <a:endParaRPr lang="en-US" sz="1800" dirty="0"/>
            </a:p>
          </p:txBody>
        </p:sp>
        <p:sp>
          <p:nvSpPr>
            <p:cNvPr id="18" name="Text 10">
              <a:extLst>
                <a:ext uri="{FF2B5EF4-FFF2-40B4-BE49-F238E27FC236}">
                  <a16:creationId xmlns:a16="http://schemas.microsoft.com/office/drawing/2014/main" id="{A0BC62C8-5C8A-C0E5-03D8-1E8D90671E88}"/>
                </a:ext>
              </a:extLst>
            </p:cNvPr>
            <p:cNvSpPr/>
            <p:nvPr/>
          </p:nvSpPr>
          <p:spPr>
            <a:xfrm>
              <a:off x="5303520" y="1005840"/>
              <a:ext cx="3566160" cy="320040"/>
            </a:xfrm>
            <a:prstGeom prst="rect">
              <a:avLst/>
            </a:prstGeom>
            <a:noFill/>
            <a:ln/>
          </p:spPr>
          <p:txBody>
            <a:bodyPr wrap="square" rtlCol="0" anchor="ctr"/>
            <a:lstStyle/>
            <a:p>
              <a:pPr marL="0" indent="0">
                <a:buNone/>
              </a:pPr>
              <a:r>
                <a:rPr lang="en-US" sz="1600" b="1" dirty="0">
                  <a:solidFill>
                    <a:srgbClr val="1E8BC3"/>
                  </a:solidFill>
                  <a:latin typeface="Calibri" pitchFamily="34" charset="0"/>
                  <a:ea typeface="Calibri" pitchFamily="34" charset="-122"/>
                  <a:cs typeface="Calibri" pitchFamily="34" charset="-120"/>
                </a:rPr>
                <a:t>Prioritize High-Value Cohorts</a:t>
              </a:r>
              <a:endParaRPr lang="en-US" sz="1600" dirty="0"/>
            </a:p>
          </p:txBody>
        </p:sp>
        <p:sp>
          <p:nvSpPr>
            <p:cNvPr id="19" name="Text 11">
              <a:extLst>
                <a:ext uri="{FF2B5EF4-FFF2-40B4-BE49-F238E27FC236}">
                  <a16:creationId xmlns:a16="http://schemas.microsoft.com/office/drawing/2014/main" id="{6CC22945-3AF5-472A-7662-E9928E59FD19}"/>
                </a:ext>
              </a:extLst>
            </p:cNvPr>
            <p:cNvSpPr/>
            <p:nvPr/>
          </p:nvSpPr>
          <p:spPr>
            <a:xfrm>
              <a:off x="5303520" y="1307592"/>
              <a:ext cx="3566160" cy="777240"/>
            </a:xfrm>
            <a:prstGeom prst="rect">
              <a:avLst/>
            </a:prstGeom>
            <a:noFill/>
            <a:ln/>
          </p:spPr>
          <p:txBody>
            <a:bodyPr wrap="square" rtlCol="0" anchor="t"/>
            <a:lstStyle/>
            <a:p>
              <a:pPr marL="0" indent="0">
                <a:buNone/>
              </a:pPr>
              <a:r>
                <a:rPr lang="en-US" sz="1200" dirty="0">
                  <a:solidFill>
                    <a:srgbClr val="475569"/>
                  </a:solidFill>
                </a:rPr>
                <a:t>2022-Q1 customers (7,114 strong) maintain 47.6% retention after 11 quarters. Develop loyalty programs tailored to this cohort to sustain and grow their lifetime value.</a:t>
              </a:r>
              <a:endParaRPr lang="en-US" sz="1200" dirty="0"/>
            </a:p>
          </p:txBody>
        </p:sp>
        <p:sp>
          <p:nvSpPr>
            <p:cNvPr id="20" name="Shape 12">
              <a:extLst>
                <a:ext uri="{FF2B5EF4-FFF2-40B4-BE49-F238E27FC236}">
                  <a16:creationId xmlns:a16="http://schemas.microsoft.com/office/drawing/2014/main" id="{5D009596-ED6D-6F19-ECF2-B1F54EF49A43}"/>
                </a:ext>
              </a:extLst>
            </p:cNvPr>
            <p:cNvSpPr/>
            <p:nvPr/>
          </p:nvSpPr>
          <p:spPr>
            <a:xfrm>
              <a:off x="228600" y="2286000"/>
              <a:ext cx="4251960" cy="1234440"/>
            </a:xfrm>
            <a:prstGeom prst="rect">
              <a:avLst/>
            </a:prstGeom>
            <a:solidFill>
              <a:srgbClr val="FFFFFF"/>
            </a:solidFill>
            <a:ln w="12700">
              <a:solidFill>
                <a:srgbClr val="E2E8F0"/>
              </a:solidFill>
              <a:prstDash val="solid"/>
            </a:ln>
          </p:spPr>
        </p:sp>
        <p:sp>
          <p:nvSpPr>
            <p:cNvPr id="21" name="Shape 13">
              <a:extLst>
                <a:ext uri="{FF2B5EF4-FFF2-40B4-BE49-F238E27FC236}">
                  <a16:creationId xmlns:a16="http://schemas.microsoft.com/office/drawing/2014/main" id="{EC2C1CE1-24EE-4592-E975-B0167BE1E812}"/>
                </a:ext>
              </a:extLst>
            </p:cNvPr>
            <p:cNvSpPr/>
            <p:nvPr/>
          </p:nvSpPr>
          <p:spPr>
            <a:xfrm>
              <a:off x="228600" y="2286000"/>
              <a:ext cx="502920" cy="1234440"/>
            </a:xfrm>
            <a:prstGeom prst="rect">
              <a:avLst/>
            </a:prstGeom>
            <a:solidFill>
              <a:srgbClr val="E87722"/>
            </a:solidFill>
            <a:ln w="12700">
              <a:solidFill>
                <a:srgbClr val="E87722"/>
              </a:solidFill>
              <a:prstDash val="solid"/>
            </a:ln>
          </p:spPr>
        </p:sp>
        <p:sp>
          <p:nvSpPr>
            <p:cNvPr id="22" name="Text 14">
              <a:extLst>
                <a:ext uri="{FF2B5EF4-FFF2-40B4-BE49-F238E27FC236}">
                  <a16:creationId xmlns:a16="http://schemas.microsoft.com/office/drawing/2014/main" id="{AA122FC3-0034-939A-8048-04FB0F879450}"/>
                </a:ext>
              </a:extLst>
            </p:cNvPr>
            <p:cNvSpPr/>
            <p:nvPr/>
          </p:nvSpPr>
          <p:spPr>
            <a:xfrm>
              <a:off x="228600" y="2286000"/>
              <a:ext cx="502920" cy="1234440"/>
            </a:xfrm>
            <a:prstGeom prst="rect">
              <a:avLst/>
            </a:prstGeom>
            <a:noFill/>
            <a:ln/>
          </p:spPr>
          <p:txBody>
            <a:bodyPr wrap="square" rtlCol="0" anchor="ctr"/>
            <a:lstStyle/>
            <a:p>
              <a:pPr marL="0" indent="0" algn="ctr">
                <a:buNone/>
              </a:pPr>
              <a:r>
                <a:rPr lang="en-US" sz="1800" b="1" dirty="0">
                  <a:solidFill>
                    <a:srgbClr val="FFFFFF"/>
                  </a:solidFill>
                </a:rPr>
                <a:t>03</a:t>
              </a:r>
              <a:endParaRPr lang="en-US" sz="1800" dirty="0"/>
            </a:p>
          </p:txBody>
        </p:sp>
        <p:sp>
          <p:nvSpPr>
            <p:cNvPr id="23" name="Text 15">
              <a:extLst>
                <a:ext uri="{FF2B5EF4-FFF2-40B4-BE49-F238E27FC236}">
                  <a16:creationId xmlns:a16="http://schemas.microsoft.com/office/drawing/2014/main" id="{A4B91177-6BD2-1206-62E6-66132695467D}"/>
                </a:ext>
              </a:extLst>
            </p:cNvPr>
            <p:cNvSpPr/>
            <p:nvPr/>
          </p:nvSpPr>
          <p:spPr>
            <a:xfrm>
              <a:off x="822960" y="2377440"/>
              <a:ext cx="3566160" cy="320040"/>
            </a:xfrm>
            <a:prstGeom prst="rect">
              <a:avLst/>
            </a:prstGeom>
            <a:noFill/>
            <a:ln/>
          </p:spPr>
          <p:txBody>
            <a:bodyPr wrap="square" rtlCol="0" anchor="ctr"/>
            <a:lstStyle/>
            <a:p>
              <a:pPr marL="0" indent="0">
                <a:buNone/>
              </a:pPr>
              <a:r>
                <a:rPr lang="en-US" sz="1600" b="1" dirty="0">
                  <a:solidFill>
                    <a:srgbClr val="E87722"/>
                  </a:solidFill>
                  <a:latin typeface="Calibri" pitchFamily="34" charset="0"/>
                  <a:ea typeface="Calibri" pitchFamily="34" charset="-122"/>
                  <a:cs typeface="Calibri" pitchFamily="34" charset="-120"/>
                </a:rPr>
                <a:t>Address Q4 Seasonal Churn</a:t>
              </a:r>
              <a:endParaRPr lang="en-US" sz="1600" dirty="0"/>
            </a:p>
          </p:txBody>
        </p:sp>
        <p:sp>
          <p:nvSpPr>
            <p:cNvPr id="24" name="Text 16">
              <a:extLst>
                <a:ext uri="{FF2B5EF4-FFF2-40B4-BE49-F238E27FC236}">
                  <a16:creationId xmlns:a16="http://schemas.microsoft.com/office/drawing/2014/main" id="{5FA78BDF-D740-1272-F326-D39A2368C2FE}"/>
                </a:ext>
              </a:extLst>
            </p:cNvPr>
            <p:cNvSpPr/>
            <p:nvPr/>
          </p:nvSpPr>
          <p:spPr>
            <a:xfrm>
              <a:off x="822960" y="2679192"/>
              <a:ext cx="3566160" cy="777240"/>
            </a:xfrm>
            <a:prstGeom prst="rect">
              <a:avLst/>
            </a:prstGeom>
            <a:noFill/>
            <a:ln/>
          </p:spPr>
          <p:txBody>
            <a:bodyPr wrap="square" rtlCol="0" anchor="t"/>
            <a:lstStyle/>
            <a:p>
              <a:pPr marL="0" indent="0">
                <a:buNone/>
              </a:pPr>
              <a:r>
                <a:rPr lang="en-US" sz="1200" dirty="0">
                  <a:solidFill>
                    <a:srgbClr val="475569"/>
                  </a:solidFill>
                </a:rPr>
                <a:t>Retention consistently dips in Q4 across all years. Launch proactive retention campaigns in Q4 (Oct–Dec) including renewal incentives and exclusive content</a:t>
              </a:r>
              <a:r>
                <a:rPr lang="en-US" sz="950" dirty="0">
                  <a:solidFill>
                    <a:srgbClr val="475569"/>
                  </a:solidFill>
                </a:rPr>
                <a:t>.</a:t>
              </a:r>
              <a:endParaRPr lang="en-US" sz="950" dirty="0"/>
            </a:p>
          </p:txBody>
        </p:sp>
        <p:sp>
          <p:nvSpPr>
            <p:cNvPr id="25" name="Shape 17">
              <a:extLst>
                <a:ext uri="{FF2B5EF4-FFF2-40B4-BE49-F238E27FC236}">
                  <a16:creationId xmlns:a16="http://schemas.microsoft.com/office/drawing/2014/main" id="{90E5BC86-6542-32E1-32D2-2165F4AE5D33}"/>
                </a:ext>
              </a:extLst>
            </p:cNvPr>
            <p:cNvSpPr/>
            <p:nvPr/>
          </p:nvSpPr>
          <p:spPr>
            <a:xfrm>
              <a:off x="4709160" y="2286000"/>
              <a:ext cx="4251960" cy="1234440"/>
            </a:xfrm>
            <a:prstGeom prst="rect">
              <a:avLst/>
            </a:prstGeom>
            <a:solidFill>
              <a:srgbClr val="FFFFFF"/>
            </a:solidFill>
            <a:ln w="12700">
              <a:solidFill>
                <a:srgbClr val="E2E8F0"/>
              </a:solidFill>
              <a:prstDash val="solid"/>
            </a:ln>
          </p:spPr>
        </p:sp>
        <p:sp>
          <p:nvSpPr>
            <p:cNvPr id="30" name="Shape 18">
              <a:extLst>
                <a:ext uri="{FF2B5EF4-FFF2-40B4-BE49-F238E27FC236}">
                  <a16:creationId xmlns:a16="http://schemas.microsoft.com/office/drawing/2014/main" id="{ABABC826-C957-9E50-5145-0236EADD11A3}"/>
                </a:ext>
              </a:extLst>
            </p:cNvPr>
            <p:cNvSpPr/>
            <p:nvPr/>
          </p:nvSpPr>
          <p:spPr>
            <a:xfrm>
              <a:off x="4709160" y="2286000"/>
              <a:ext cx="502920" cy="1234440"/>
            </a:xfrm>
            <a:prstGeom prst="rect">
              <a:avLst/>
            </a:prstGeom>
            <a:solidFill>
              <a:srgbClr val="1A3C7A"/>
            </a:solidFill>
            <a:ln w="12700">
              <a:solidFill>
                <a:srgbClr val="1A3C7A"/>
              </a:solidFill>
              <a:prstDash val="solid"/>
            </a:ln>
          </p:spPr>
        </p:sp>
        <p:sp>
          <p:nvSpPr>
            <p:cNvPr id="31" name="Text 19">
              <a:extLst>
                <a:ext uri="{FF2B5EF4-FFF2-40B4-BE49-F238E27FC236}">
                  <a16:creationId xmlns:a16="http://schemas.microsoft.com/office/drawing/2014/main" id="{6699874C-B725-D2B8-A8AA-7EEA5FBB1C5F}"/>
                </a:ext>
              </a:extLst>
            </p:cNvPr>
            <p:cNvSpPr/>
            <p:nvPr/>
          </p:nvSpPr>
          <p:spPr>
            <a:xfrm>
              <a:off x="4709160" y="2286000"/>
              <a:ext cx="502920" cy="1234440"/>
            </a:xfrm>
            <a:prstGeom prst="rect">
              <a:avLst/>
            </a:prstGeom>
            <a:noFill/>
            <a:ln/>
          </p:spPr>
          <p:txBody>
            <a:bodyPr wrap="square" rtlCol="0" anchor="ctr"/>
            <a:lstStyle/>
            <a:p>
              <a:pPr marL="0" indent="0" algn="ctr">
                <a:buNone/>
              </a:pPr>
              <a:r>
                <a:rPr lang="en-US" sz="1800" b="1" dirty="0">
                  <a:solidFill>
                    <a:srgbClr val="FFFFFF"/>
                  </a:solidFill>
                </a:rPr>
                <a:t>04</a:t>
              </a:r>
              <a:endParaRPr lang="en-US" sz="1800" dirty="0"/>
            </a:p>
          </p:txBody>
        </p:sp>
        <p:sp>
          <p:nvSpPr>
            <p:cNvPr id="32" name="Text 20">
              <a:extLst>
                <a:ext uri="{FF2B5EF4-FFF2-40B4-BE49-F238E27FC236}">
                  <a16:creationId xmlns:a16="http://schemas.microsoft.com/office/drawing/2014/main" id="{A35A11C3-A735-1DD1-D9F9-3C17C46B4C93}"/>
                </a:ext>
              </a:extLst>
            </p:cNvPr>
            <p:cNvSpPr/>
            <p:nvPr/>
          </p:nvSpPr>
          <p:spPr>
            <a:xfrm>
              <a:off x="5303520" y="2377440"/>
              <a:ext cx="3566160" cy="320040"/>
            </a:xfrm>
            <a:prstGeom prst="rect">
              <a:avLst/>
            </a:prstGeom>
            <a:noFill/>
            <a:ln/>
          </p:spPr>
          <p:txBody>
            <a:bodyPr wrap="square" rtlCol="0" anchor="ctr"/>
            <a:lstStyle/>
            <a:p>
              <a:pPr marL="0" indent="0">
                <a:buNone/>
              </a:pPr>
              <a:r>
                <a:rPr lang="en-US" sz="1600" b="1" dirty="0">
                  <a:solidFill>
                    <a:srgbClr val="1A3C7A"/>
                  </a:solidFill>
                  <a:latin typeface="Calibri" pitchFamily="34" charset="0"/>
                  <a:ea typeface="Calibri" pitchFamily="34" charset="-122"/>
                  <a:cs typeface="Calibri" pitchFamily="34" charset="-120"/>
                </a:rPr>
                <a:t>Cross-Sell &amp; Upsell Initiatives</a:t>
              </a:r>
              <a:endParaRPr lang="en-US" sz="1600" dirty="0"/>
            </a:p>
          </p:txBody>
        </p:sp>
        <p:sp>
          <p:nvSpPr>
            <p:cNvPr id="33" name="Text 21">
              <a:extLst>
                <a:ext uri="{FF2B5EF4-FFF2-40B4-BE49-F238E27FC236}">
                  <a16:creationId xmlns:a16="http://schemas.microsoft.com/office/drawing/2014/main" id="{F24D11BE-E7E7-643A-7CCA-A4A9D48F5013}"/>
                </a:ext>
              </a:extLst>
            </p:cNvPr>
            <p:cNvSpPr/>
            <p:nvPr/>
          </p:nvSpPr>
          <p:spPr>
            <a:xfrm>
              <a:off x="5303520" y="2679192"/>
              <a:ext cx="3566160" cy="777240"/>
            </a:xfrm>
            <a:prstGeom prst="rect">
              <a:avLst/>
            </a:prstGeom>
            <a:noFill/>
            <a:ln/>
          </p:spPr>
          <p:txBody>
            <a:bodyPr wrap="square" rtlCol="0" anchor="t"/>
            <a:lstStyle/>
            <a:p>
              <a:pPr marL="0" indent="0">
                <a:buNone/>
              </a:pPr>
              <a:r>
                <a:rPr lang="en-US" sz="1200" dirty="0">
                  <a:solidFill>
                    <a:srgbClr val="475569"/>
                  </a:solidFill>
                </a:rPr>
                <a:t>20% of customers hold 3 products. Structured cross-selling campaigns targeting the 20% at 1–2 products can significantly boost average revenue per customer</a:t>
              </a:r>
              <a:r>
                <a:rPr lang="en-US" sz="950" dirty="0">
                  <a:solidFill>
                    <a:srgbClr val="475569"/>
                  </a:solidFill>
                </a:rPr>
                <a:t>.</a:t>
              </a:r>
              <a:endParaRPr lang="en-US" sz="950" dirty="0"/>
            </a:p>
          </p:txBody>
        </p:sp>
        <p:sp>
          <p:nvSpPr>
            <p:cNvPr id="35" name="Shape 22">
              <a:extLst>
                <a:ext uri="{FF2B5EF4-FFF2-40B4-BE49-F238E27FC236}">
                  <a16:creationId xmlns:a16="http://schemas.microsoft.com/office/drawing/2014/main" id="{A2466701-4A08-251D-5C20-561C306ECC12}"/>
                </a:ext>
              </a:extLst>
            </p:cNvPr>
            <p:cNvSpPr/>
            <p:nvPr/>
          </p:nvSpPr>
          <p:spPr>
            <a:xfrm>
              <a:off x="228600" y="3657600"/>
              <a:ext cx="4251960" cy="1234440"/>
            </a:xfrm>
            <a:prstGeom prst="rect">
              <a:avLst/>
            </a:prstGeom>
            <a:solidFill>
              <a:srgbClr val="FFFFFF"/>
            </a:solidFill>
            <a:ln w="12700">
              <a:solidFill>
                <a:srgbClr val="E2E8F0"/>
              </a:solidFill>
              <a:prstDash val="solid"/>
            </a:ln>
          </p:spPr>
        </p:sp>
        <p:sp>
          <p:nvSpPr>
            <p:cNvPr id="36" name="Shape 23">
              <a:extLst>
                <a:ext uri="{FF2B5EF4-FFF2-40B4-BE49-F238E27FC236}">
                  <a16:creationId xmlns:a16="http://schemas.microsoft.com/office/drawing/2014/main" id="{8DA5F131-7091-3E58-50BE-D91DCEFD1A2E}"/>
                </a:ext>
              </a:extLst>
            </p:cNvPr>
            <p:cNvSpPr/>
            <p:nvPr/>
          </p:nvSpPr>
          <p:spPr>
            <a:xfrm>
              <a:off x="228600" y="3657600"/>
              <a:ext cx="502920" cy="1234440"/>
            </a:xfrm>
            <a:prstGeom prst="rect">
              <a:avLst/>
            </a:prstGeom>
            <a:solidFill>
              <a:srgbClr val="0D1B3E"/>
            </a:solidFill>
            <a:ln w="12700">
              <a:solidFill>
                <a:srgbClr val="0D1B3E"/>
              </a:solidFill>
              <a:prstDash val="solid"/>
            </a:ln>
          </p:spPr>
        </p:sp>
        <p:sp>
          <p:nvSpPr>
            <p:cNvPr id="37" name="Text 24">
              <a:extLst>
                <a:ext uri="{FF2B5EF4-FFF2-40B4-BE49-F238E27FC236}">
                  <a16:creationId xmlns:a16="http://schemas.microsoft.com/office/drawing/2014/main" id="{26AFE41E-D9EB-87B1-36BF-7979A3668D5D}"/>
                </a:ext>
              </a:extLst>
            </p:cNvPr>
            <p:cNvSpPr/>
            <p:nvPr/>
          </p:nvSpPr>
          <p:spPr>
            <a:xfrm>
              <a:off x="228600" y="3657600"/>
              <a:ext cx="502920" cy="1234440"/>
            </a:xfrm>
            <a:prstGeom prst="rect">
              <a:avLst/>
            </a:prstGeom>
            <a:noFill/>
            <a:ln/>
          </p:spPr>
          <p:txBody>
            <a:bodyPr wrap="square" rtlCol="0" anchor="ctr"/>
            <a:lstStyle/>
            <a:p>
              <a:pPr marL="0" indent="0" algn="ctr">
                <a:buNone/>
              </a:pPr>
              <a:r>
                <a:rPr lang="en-US" sz="1800" b="1" dirty="0">
                  <a:solidFill>
                    <a:srgbClr val="FFFFFF"/>
                  </a:solidFill>
                </a:rPr>
                <a:t>05</a:t>
              </a:r>
              <a:endParaRPr lang="en-US" sz="1800" dirty="0"/>
            </a:p>
          </p:txBody>
        </p:sp>
        <p:sp>
          <p:nvSpPr>
            <p:cNvPr id="38" name="Text 25">
              <a:extLst>
                <a:ext uri="{FF2B5EF4-FFF2-40B4-BE49-F238E27FC236}">
                  <a16:creationId xmlns:a16="http://schemas.microsoft.com/office/drawing/2014/main" id="{A2996A2A-EF8B-5B0B-F92F-5F9B9F21DDCE}"/>
                </a:ext>
              </a:extLst>
            </p:cNvPr>
            <p:cNvSpPr/>
            <p:nvPr/>
          </p:nvSpPr>
          <p:spPr>
            <a:xfrm>
              <a:off x="822960" y="3749040"/>
              <a:ext cx="3566160" cy="320040"/>
            </a:xfrm>
            <a:prstGeom prst="rect">
              <a:avLst/>
            </a:prstGeom>
            <a:noFill/>
            <a:ln/>
          </p:spPr>
          <p:txBody>
            <a:bodyPr wrap="square" rtlCol="0" anchor="ctr"/>
            <a:lstStyle/>
            <a:p>
              <a:pPr marL="0" indent="0">
                <a:buNone/>
              </a:pPr>
              <a:r>
                <a:rPr lang="en-US" sz="1600" b="1" dirty="0">
                  <a:solidFill>
                    <a:srgbClr val="0D1B3E"/>
                  </a:solidFill>
                  <a:latin typeface="Calibri" pitchFamily="34" charset="0"/>
                  <a:ea typeface="Calibri" pitchFamily="34" charset="-122"/>
                  <a:cs typeface="Calibri" pitchFamily="34" charset="-120"/>
                </a:rPr>
                <a:t>Optimize Google Ads &amp; LinkedIn</a:t>
              </a:r>
              <a:endParaRPr lang="en-US" sz="1600" dirty="0"/>
            </a:p>
          </p:txBody>
        </p:sp>
        <p:sp>
          <p:nvSpPr>
            <p:cNvPr id="39" name="Text 26">
              <a:extLst>
                <a:ext uri="{FF2B5EF4-FFF2-40B4-BE49-F238E27FC236}">
                  <a16:creationId xmlns:a16="http://schemas.microsoft.com/office/drawing/2014/main" id="{C82C358D-E15B-E7CE-2FFC-AA5EFA16E972}"/>
                </a:ext>
              </a:extLst>
            </p:cNvPr>
            <p:cNvSpPr/>
            <p:nvPr/>
          </p:nvSpPr>
          <p:spPr>
            <a:xfrm>
              <a:off x="822960" y="4050792"/>
              <a:ext cx="3566160" cy="777240"/>
            </a:xfrm>
            <a:prstGeom prst="rect">
              <a:avLst/>
            </a:prstGeom>
            <a:noFill/>
            <a:ln/>
          </p:spPr>
          <p:txBody>
            <a:bodyPr wrap="square" rtlCol="0" anchor="t"/>
            <a:lstStyle/>
            <a:p>
              <a:pPr marL="0" indent="0">
                <a:buNone/>
              </a:pPr>
              <a:r>
                <a:rPr lang="en-US" sz="1200" dirty="0">
                  <a:solidFill>
                    <a:srgbClr val="475569"/>
                  </a:solidFill>
                </a:rPr>
                <a:t>Google Ads ($18.51M) and LinkedIn ($18.36M) are top revenue channels. Increase budget allocation and A/B test creatives to improve new customer acquisition quality.</a:t>
              </a:r>
              <a:endParaRPr lang="en-US" sz="1200" dirty="0"/>
            </a:p>
          </p:txBody>
        </p:sp>
        <p:sp>
          <p:nvSpPr>
            <p:cNvPr id="40" name="Shape 27">
              <a:extLst>
                <a:ext uri="{FF2B5EF4-FFF2-40B4-BE49-F238E27FC236}">
                  <a16:creationId xmlns:a16="http://schemas.microsoft.com/office/drawing/2014/main" id="{C1838AF0-153B-9F62-21AC-76AE3FFEEC32}"/>
                </a:ext>
              </a:extLst>
            </p:cNvPr>
            <p:cNvSpPr/>
            <p:nvPr/>
          </p:nvSpPr>
          <p:spPr>
            <a:xfrm>
              <a:off x="4709160" y="3657600"/>
              <a:ext cx="4251960" cy="1234440"/>
            </a:xfrm>
            <a:prstGeom prst="rect">
              <a:avLst/>
            </a:prstGeom>
            <a:solidFill>
              <a:srgbClr val="FFFFFF"/>
            </a:solidFill>
            <a:ln w="12700">
              <a:solidFill>
                <a:srgbClr val="E2E8F0"/>
              </a:solidFill>
              <a:prstDash val="solid"/>
            </a:ln>
          </p:spPr>
          <p:txBody>
            <a:bodyPr/>
            <a:lstStyle/>
            <a:p>
              <a:endParaRPr lang="en-IN" dirty="0"/>
            </a:p>
          </p:txBody>
        </p:sp>
        <p:sp>
          <p:nvSpPr>
            <p:cNvPr id="41" name="Shape 28">
              <a:extLst>
                <a:ext uri="{FF2B5EF4-FFF2-40B4-BE49-F238E27FC236}">
                  <a16:creationId xmlns:a16="http://schemas.microsoft.com/office/drawing/2014/main" id="{8884879F-C766-110C-CB6B-94B21C60C64E}"/>
                </a:ext>
              </a:extLst>
            </p:cNvPr>
            <p:cNvSpPr/>
            <p:nvPr/>
          </p:nvSpPr>
          <p:spPr>
            <a:xfrm>
              <a:off x="4709160" y="3657600"/>
              <a:ext cx="502920" cy="1234440"/>
            </a:xfrm>
            <a:prstGeom prst="rect">
              <a:avLst/>
            </a:prstGeom>
            <a:solidFill>
              <a:srgbClr val="EF4444"/>
            </a:solidFill>
            <a:ln w="12700">
              <a:solidFill>
                <a:srgbClr val="EF4444"/>
              </a:solidFill>
              <a:prstDash val="solid"/>
            </a:ln>
          </p:spPr>
        </p:sp>
        <p:sp>
          <p:nvSpPr>
            <p:cNvPr id="42" name="Text 29">
              <a:extLst>
                <a:ext uri="{FF2B5EF4-FFF2-40B4-BE49-F238E27FC236}">
                  <a16:creationId xmlns:a16="http://schemas.microsoft.com/office/drawing/2014/main" id="{31E283D5-96B7-615B-85AD-2D627921C8C0}"/>
                </a:ext>
              </a:extLst>
            </p:cNvPr>
            <p:cNvSpPr/>
            <p:nvPr/>
          </p:nvSpPr>
          <p:spPr>
            <a:xfrm>
              <a:off x="4709160" y="3657600"/>
              <a:ext cx="502920" cy="1234440"/>
            </a:xfrm>
            <a:prstGeom prst="rect">
              <a:avLst/>
            </a:prstGeom>
            <a:noFill/>
            <a:ln/>
          </p:spPr>
          <p:txBody>
            <a:bodyPr wrap="square" rtlCol="0" anchor="ctr"/>
            <a:lstStyle/>
            <a:p>
              <a:pPr marL="0" indent="0" algn="ctr">
                <a:buNone/>
              </a:pPr>
              <a:r>
                <a:rPr lang="en-US" sz="1800" b="1" dirty="0">
                  <a:solidFill>
                    <a:srgbClr val="FFFFFF"/>
                  </a:solidFill>
                </a:rPr>
                <a:t>06</a:t>
              </a:r>
              <a:endParaRPr lang="en-US" sz="1800" dirty="0"/>
            </a:p>
          </p:txBody>
        </p:sp>
        <p:sp>
          <p:nvSpPr>
            <p:cNvPr id="43" name="Text 30">
              <a:extLst>
                <a:ext uri="{FF2B5EF4-FFF2-40B4-BE49-F238E27FC236}">
                  <a16:creationId xmlns:a16="http://schemas.microsoft.com/office/drawing/2014/main" id="{513E2EAC-B79C-1FD8-4AF6-E2381F9D70B3}"/>
                </a:ext>
              </a:extLst>
            </p:cNvPr>
            <p:cNvSpPr/>
            <p:nvPr/>
          </p:nvSpPr>
          <p:spPr>
            <a:xfrm>
              <a:off x="5303520" y="3749040"/>
              <a:ext cx="3566160" cy="320040"/>
            </a:xfrm>
            <a:prstGeom prst="rect">
              <a:avLst/>
            </a:prstGeom>
            <a:noFill/>
            <a:ln/>
          </p:spPr>
          <p:txBody>
            <a:bodyPr wrap="square" rtlCol="0" anchor="ctr"/>
            <a:lstStyle/>
            <a:p>
              <a:pPr marL="0" indent="0">
                <a:buNone/>
              </a:pPr>
              <a:r>
                <a:rPr lang="en-US" sz="1600" b="1" dirty="0">
                  <a:solidFill>
                    <a:srgbClr val="EF4444"/>
                  </a:solidFill>
                  <a:latin typeface="Calibri" pitchFamily="34" charset="0"/>
                  <a:ea typeface="Calibri" pitchFamily="34" charset="-122"/>
                  <a:cs typeface="Calibri" pitchFamily="34" charset="-120"/>
                </a:rPr>
                <a:t>Regional Expansion Focus</a:t>
              </a:r>
              <a:endParaRPr lang="en-US" sz="1600" dirty="0"/>
            </a:p>
          </p:txBody>
        </p:sp>
        <p:sp>
          <p:nvSpPr>
            <p:cNvPr id="44" name="Text 31">
              <a:extLst>
                <a:ext uri="{FF2B5EF4-FFF2-40B4-BE49-F238E27FC236}">
                  <a16:creationId xmlns:a16="http://schemas.microsoft.com/office/drawing/2014/main" id="{95996043-BA4C-4C49-849E-CA00639DC7D9}"/>
                </a:ext>
              </a:extLst>
            </p:cNvPr>
            <p:cNvSpPr/>
            <p:nvPr/>
          </p:nvSpPr>
          <p:spPr>
            <a:xfrm>
              <a:off x="5303520" y="4050792"/>
              <a:ext cx="3566160" cy="777240"/>
            </a:xfrm>
            <a:prstGeom prst="rect">
              <a:avLst/>
            </a:prstGeom>
            <a:noFill/>
            <a:ln/>
          </p:spPr>
          <p:txBody>
            <a:bodyPr wrap="square" rtlCol="0" anchor="t"/>
            <a:lstStyle/>
            <a:p>
              <a:pPr marL="0" indent="0">
                <a:buNone/>
              </a:pPr>
              <a:r>
                <a:rPr lang="en-US" sz="1200" dirty="0">
                  <a:solidFill>
                    <a:srgbClr val="475569"/>
                  </a:solidFill>
                </a:rPr>
                <a:t>Revenue is balanced across AU, UAE, SG, USA, India, and UK (~$5.9–6.2M each). Deep-dive cohort analysis per region can unlock targeted retention strategies.</a:t>
              </a:r>
              <a:endParaRPr lang="en-US" sz="1200" dirty="0"/>
            </a:p>
          </p:txBody>
        </p:sp>
      </p:grpSp>
    </p:spTree>
    <p:custDataLst>
      <p:tags r:id="rId1"/>
    </p:custDataLst>
    <p:extLst>
      <p:ext uri="{BB962C8B-B14F-4D97-AF65-F5344CB8AC3E}">
        <p14:creationId xmlns:p14="http://schemas.microsoft.com/office/powerpoint/2010/main" val="22811444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C4162-474E-65ED-53D2-30BCDEE84E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EB84E1-682E-4160-80A8-C58E4F35058F}"/>
              </a:ext>
            </a:extLst>
          </p:cNvPr>
          <p:cNvSpPr>
            <a:spLocks noGrp="1"/>
          </p:cNvSpPr>
          <p:nvPr>
            <p:ph type="title"/>
          </p:nvPr>
        </p:nvSpPr>
        <p:spPr/>
        <p:txBody>
          <a:bodyPr/>
          <a:lstStyle/>
          <a:p>
            <a:r>
              <a:rPr lang="en-US" dirty="0"/>
              <a:t>Future Considerations</a:t>
            </a:r>
            <a:endParaRPr lang="en-IN" dirty="0"/>
          </a:p>
        </p:txBody>
      </p:sp>
      <p:sp>
        <p:nvSpPr>
          <p:cNvPr id="8" name="TextBox 7">
            <a:extLst>
              <a:ext uri="{FF2B5EF4-FFF2-40B4-BE49-F238E27FC236}">
                <a16:creationId xmlns:a16="http://schemas.microsoft.com/office/drawing/2014/main" id="{6AFAC5B8-7A6F-1BA2-66AE-5347B34C90FB}"/>
              </a:ext>
            </a:extLst>
          </p:cNvPr>
          <p:cNvSpPr txBox="1"/>
          <p:nvPr/>
        </p:nvSpPr>
        <p:spPr>
          <a:xfrm>
            <a:off x="1565032" y="7420708"/>
            <a:ext cx="4026876" cy="615461"/>
          </a:xfrm>
          <a:prstGeom prst="rect">
            <a:avLst/>
          </a:prstGeom>
          <a:noFill/>
        </p:spPr>
        <p:txBody>
          <a:bodyPr wrap="square" lIns="90000" tIns="90000" rIns="90000" bIns="90000" rtlCol="0">
            <a:noAutofit/>
          </a:bodyPr>
          <a:lstStyle/>
          <a:p>
            <a:pPr algn="l"/>
            <a:endParaRPr lang="en-IN" sz="1200" dirty="0">
              <a:solidFill>
                <a:schemeClr val="bg2"/>
              </a:solidFill>
            </a:endParaRPr>
          </a:p>
        </p:txBody>
      </p:sp>
      <p:grpSp>
        <p:nvGrpSpPr>
          <p:cNvPr id="68" name="Group 67">
            <a:extLst>
              <a:ext uri="{FF2B5EF4-FFF2-40B4-BE49-F238E27FC236}">
                <a16:creationId xmlns:a16="http://schemas.microsoft.com/office/drawing/2014/main" id="{96F68E6D-FDD1-B748-B378-B09D99F38D20}"/>
              </a:ext>
            </a:extLst>
          </p:cNvPr>
          <p:cNvGrpSpPr/>
          <p:nvPr/>
        </p:nvGrpSpPr>
        <p:grpSpPr>
          <a:xfrm>
            <a:off x="381000" y="1138785"/>
            <a:ext cx="11541368" cy="4743269"/>
            <a:chOff x="365760" y="1874520"/>
            <a:chExt cx="5303520" cy="2907792"/>
          </a:xfrm>
        </p:grpSpPr>
        <p:sp>
          <p:nvSpPr>
            <p:cNvPr id="69" name="Shape 4">
              <a:extLst>
                <a:ext uri="{FF2B5EF4-FFF2-40B4-BE49-F238E27FC236}">
                  <a16:creationId xmlns:a16="http://schemas.microsoft.com/office/drawing/2014/main" id="{984A8C73-6DFC-64DE-BC1E-448425D5DB22}"/>
                </a:ext>
              </a:extLst>
            </p:cNvPr>
            <p:cNvSpPr/>
            <p:nvPr/>
          </p:nvSpPr>
          <p:spPr>
            <a:xfrm>
              <a:off x="365760" y="1874520"/>
              <a:ext cx="5303520" cy="530352"/>
            </a:xfrm>
            <a:prstGeom prst="rect">
              <a:avLst/>
            </a:prstGeom>
            <a:solidFill>
              <a:schemeClr val="tx1">
                <a:lumMod val="10000"/>
                <a:lumOff val="90000"/>
                <a:alpha val="80000"/>
              </a:schemeClr>
            </a:solidFill>
            <a:ln w="12700">
              <a:solidFill>
                <a:srgbClr val="1E8BC3">
                  <a:alpha val="40000"/>
                </a:srgbClr>
              </a:solidFill>
              <a:prstDash val="solid"/>
            </a:ln>
          </p:spPr>
          <p:txBody>
            <a:bodyPr/>
            <a:lstStyle/>
            <a:p>
              <a:endParaRPr lang="en-IN" dirty="0"/>
            </a:p>
          </p:txBody>
        </p:sp>
        <p:sp>
          <p:nvSpPr>
            <p:cNvPr id="71" name="Text 6">
              <a:extLst>
                <a:ext uri="{FF2B5EF4-FFF2-40B4-BE49-F238E27FC236}">
                  <a16:creationId xmlns:a16="http://schemas.microsoft.com/office/drawing/2014/main" id="{D13EC0A3-04C6-C287-46D4-5C1A5800B8D8}"/>
                </a:ext>
              </a:extLst>
            </p:cNvPr>
            <p:cNvSpPr/>
            <p:nvPr/>
          </p:nvSpPr>
          <p:spPr>
            <a:xfrm>
              <a:off x="411480" y="1956816"/>
              <a:ext cx="365760" cy="365760"/>
            </a:xfrm>
            <a:prstGeom prst="rect">
              <a:avLst/>
            </a:prstGeom>
            <a:noFill/>
            <a:ln/>
          </p:spPr>
          <p:txBody>
            <a:bodyPr wrap="square" rtlCol="0" anchor="ctr"/>
            <a:lstStyle/>
            <a:p>
              <a:pPr marL="0" indent="0" algn="ctr">
                <a:buNone/>
              </a:pPr>
              <a:endParaRPr lang="en-US" sz="550" dirty="0"/>
            </a:p>
          </p:txBody>
        </p:sp>
        <p:sp>
          <p:nvSpPr>
            <p:cNvPr id="72" name="Text 7">
              <a:extLst>
                <a:ext uri="{FF2B5EF4-FFF2-40B4-BE49-F238E27FC236}">
                  <a16:creationId xmlns:a16="http://schemas.microsoft.com/office/drawing/2014/main" id="{0F186A6D-EEF0-40DF-95DB-64E19D4134D7}"/>
                </a:ext>
              </a:extLst>
            </p:cNvPr>
            <p:cNvSpPr/>
            <p:nvPr/>
          </p:nvSpPr>
          <p:spPr>
            <a:xfrm>
              <a:off x="914400" y="1901952"/>
              <a:ext cx="4663440" cy="228600"/>
            </a:xfrm>
            <a:prstGeom prst="rect">
              <a:avLst/>
            </a:prstGeom>
            <a:noFill/>
            <a:ln/>
          </p:spPr>
          <p:txBody>
            <a:bodyPr wrap="square" rtlCol="0" anchor="ctr"/>
            <a:lstStyle/>
            <a:p>
              <a:pPr marL="0" indent="0">
                <a:buNone/>
              </a:pPr>
              <a:r>
                <a:rPr lang="en-US" sz="1600" b="1" dirty="0">
                  <a:solidFill>
                    <a:schemeClr val="tx2"/>
                  </a:solidFill>
                </a:rPr>
                <a:t>Predictive Churn Modeling</a:t>
              </a:r>
              <a:endParaRPr lang="en-US" sz="1600" dirty="0">
                <a:solidFill>
                  <a:schemeClr val="tx2"/>
                </a:solidFill>
              </a:endParaRPr>
            </a:p>
          </p:txBody>
        </p:sp>
        <p:sp>
          <p:nvSpPr>
            <p:cNvPr id="73" name="Text 8">
              <a:extLst>
                <a:ext uri="{FF2B5EF4-FFF2-40B4-BE49-F238E27FC236}">
                  <a16:creationId xmlns:a16="http://schemas.microsoft.com/office/drawing/2014/main" id="{C0672B7C-0BCB-BF22-9978-01035F8B5CC2}"/>
                </a:ext>
              </a:extLst>
            </p:cNvPr>
            <p:cNvSpPr/>
            <p:nvPr/>
          </p:nvSpPr>
          <p:spPr>
            <a:xfrm>
              <a:off x="914400" y="2130552"/>
              <a:ext cx="4663440" cy="246888"/>
            </a:xfrm>
            <a:prstGeom prst="rect">
              <a:avLst/>
            </a:prstGeom>
            <a:noFill/>
            <a:ln/>
          </p:spPr>
          <p:txBody>
            <a:bodyPr wrap="square" rtlCol="0" anchor="ctr"/>
            <a:lstStyle/>
            <a:p>
              <a:pPr marL="0" indent="0">
                <a:buNone/>
              </a:pPr>
              <a:r>
                <a:rPr lang="en-US" sz="1200" b="1" dirty="0"/>
                <a:t>Build ML models using engagement_bucket, time_to_first_action, and invoice_cohort fields to predict churn 60 days ahead and trigger preemptive saves.</a:t>
              </a:r>
            </a:p>
          </p:txBody>
        </p:sp>
        <p:sp>
          <p:nvSpPr>
            <p:cNvPr id="74" name="Shape 9">
              <a:extLst>
                <a:ext uri="{FF2B5EF4-FFF2-40B4-BE49-F238E27FC236}">
                  <a16:creationId xmlns:a16="http://schemas.microsoft.com/office/drawing/2014/main" id="{AD2269A8-BFF7-7866-A047-B3B3D7915556}"/>
                </a:ext>
              </a:extLst>
            </p:cNvPr>
            <p:cNvSpPr/>
            <p:nvPr/>
          </p:nvSpPr>
          <p:spPr>
            <a:xfrm>
              <a:off x="365760" y="2468880"/>
              <a:ext cx="5303520" cy="530352"/>
            </a:xfrm>
            <a:prstGeom prst="rect">
              <a:avLst/>
            </a:prstGeom>
            <a:solidFill>
              <a:schemeClr val="tx1">
                <a:lumMod val="10000"/>
                <a:lumOff val="90000"/>
                <a:alpha val="80000"/>
              </a:schemeClr>
            </a:solidFill>
            <a:ln w="12700">
              <a:solidFill>
                <a:srgbClr val="1E8BC3">
                  <a:alpha val="40000"/>
                </a:srgbClr>
              </a:solidFill>
              <a:prstDash val="solid"/>
            </a:ln>
          </p:spPr>
        </p:sp>
        <p:sp>
          <p:nvSpPr>
            <p:cNvPr id="76" name="Text 11">
              <a:extLst>
                <a:ext uri="{FF2B5EF4-FFF2-40B4-BE49-F238E27FC236}">
                  <a16:creationId xmlns:a16="http://schemas.microsoft.com/office/drawing/2014/main" id="{8CE1A037-9ACA-590F-876B-3423613A6D66}"/>
                </a:ext>
              </a:extLst>
            </p:cNvPr>
            <p:cNvSpPr/>
            <p:nvPr/>
          </p:nvSpPr>
          <p:spPr>
            <a:xfrm>
              <a:off x="411480" y="2551176"/>
              <a:ext cx="365760" cy="365760"/>
            </a:xfrm>
            <a:prstGeom prst="rect">
              <a:avLst/>
            </a:prstGeom>
            <a:noFill/>
            <a:ln/>
          </p:spPr>
          <p:txBody>
            <a:bodyPr wrap="square" rtlCol="0" anchor="ctr"/>
            <a:lstStyle/>
            <a:p>
              <a:pPr marL="0" indent="0" algn="ctr">
                <a:buNone/>
              </a:pPr>
              <a:endParaRPr lang="en-US" sz="550" dirty="0"/>
            </a:p>
          </p:txBody>
        </p:sp>
        <p:sp>
          <p:nvSpPr>
            <p:cNvPr id="77" name="Text 12">
              <a:extLst>
                <a:ext uri="{FF2B5EF4-FFF2-40B4-BE49-F238E27FC236}">
                  <a16:creationId xmlns:a16="http://schemas.microsoft.com/office/drawing/2014/main" id="{37EC42B7-9FA9-3238-7582-FEAA03D59C75}"/>
                </a:ext>
              </a:extLst>
            </p:cNvPr>
            <p:cNvSpPr/>
            <p:nvPr/>
          </p:nvSpPr>
          <p:spPr>
            <a:xfrm>
              <a:off x="914400" y="2496312"/>
              <a:ext cx="4663440" cy="228600"/>
            </a:xfrm>
            <a:prstGeom prst="rect">
              <a:avLst/>
            </a:prstGeom>
            <a:noFill/>
            <a:ln/>
          </p:spPr>
          <p:txBody>
            <a:bodyPr wrap="square" rtlCol="0" anchor="ctr"/>
            <a:lstStyle/>
            <a:p>
              <a:pPr marL="0" indent="0">
                <a:buNone/>
              </a:pPr>
              <a:r>
                <a:rPr lang="en-US" sz="1600" b="1" dirty="0">
                  <a:solidFill>
                    <a:schemeClr val="tx2"/>
                  </a:solidFill>
                </a:rPr>
                <a:t>Personalized Retention Journeys</a:t>
              </a:r>
              <a:endParaRPr lang="en-US" sz="1600" dirty="0">
                <a:solidFill>
                  <a:schemeClr val="tx2"/>
                </a:solidFill>
              </a:endParaRPr>
            </a:p>
          </p:txBody>
        </p:sp>
        <p:sp>
          <p:nvSpPr>
            <p:cNvPr id="78" name="Text 13">
              <a:extLst>
                <a:ext uri="{FF2B5EF4-FFF2-40B4-BE49-F238E27FC236}">
                  <a16:creationId xmlns:a16="http://schemas.microsoft.com/office/drawing/2014/main" id="{321CE7F3-2804-6D1C-5E58-D8AEDFE17632}"/>
                </a:ext>
              </a:extLst>
            </p:cNvPr>
            <p:cNvSpPr/>
            <p:nvPr/>
          </p:nvSpPr>
          <p:spPr>
            <a:xfrm>
              <a:off x="914400" y="2724912"/>
              <a:ext cx="4663440" cy="246888"/>
            </a:xfrm>
            <a:prstGeom prst="rect">
              <a:avLst/>
            </a:prstGeom>
            <a:noFill/>
            <a:ln/>
          </p:spPr>
          <p:txBody>
            <a:bodyPr wrap="square" rtlCol="0" anchor="ctr"/>
            <a:lstStyle/>
            <a:p>
              <a:pPr marL="0" indent="0">
                <a:buNone/>
              </a:pPr>
              <a:r>
                <a:rPr lang="en-US" sz="1200" b="1" dirty="0"/>
                <a:t>Leverage customer_size and service_tier to create hyper-targeted retention playbooks — Small/Medium/Large businesses have different churn triggers.</a:t>
              </a:r>
            </a:p>
          </p:txBody>
        </p:sp>
        <p:sp>
          <p:nvSpPr>
            <p:cNvPr id="79" name="Shape 14">
              <a:extLst>
                <a:ext uri="{FF2B5EF4-FFF2-40B4-BE49-F238E27FC236}">
                  <a16:creationId xmlns:a16="http://schemas.microsoft.com/office/drawing/2014/main" id="{7CDF00EB-F6F7-3C3A-9D92-45DD1B10609A}"/>
                </a:ext>
              </a:extLst>
            </p:cNvPr>
            <p:cNvSpPr/>
            <p:nvPr/>
          </p:nvSpPr>
          <p:spPr>
            <a:xfrm>
              <a:off x="365760" y="3063240"/>
              <a:ext cx="5303520" cy="530352"/>
            </a:xfrm>
            <a:prstGeom prst="rect">
              <a:avLst/>
            </a:prstGeom>
            <a:solidFill>
              <a:schemeClr val="tx1">
                <a:lumMod val="10000"/>
                <a:lumOff val="90000"/>
                <a:alpha val="80000"/>
              </a:schemeClr>
            </a:solidFill>
            <a:ln w="12700">
              <a:solidFill>
                <a:srgbClr val="1E8BC3">
                  <a:alpha val="40000"/>
                </a:srgbClr>
              </a:solidFill>
              <a:prstDash val="solid"/>
            </a:ln>
          </p:spPr>
        </p:sp>
        <p:sp>
          <p:nvSpPr>
            <p:cNvPr id="81" name="Text 16">
              <a:extLst>
                <a:ext uri="{FF2B5EF4-FFF2-40B4-BE49-F238E27FC236}">
                  <a16:creationId xmlns:a16="http://schemas.microsoft.com/office/drawing/2014/main" id="{2EBA14CF-ACE6-D004-A797-77AF13B74D67}"/>
                </a:ext>
              </a:extLst>
            </p:cNvPr>
            <p:cNvSpPr/>
            <p:nvPr/>
          </p:nvSpPr>
          <p:spPr>
            <a:xfrm>
              <a:off x="411480" y="3145536"/>
              <a:ext cx="365760" cy="365760"/>
            </a:xfrm>
            <a:prstGeom prst="rect">
              <a:avLst/>
            </a:prstGeom>
            <a:noFill/>
            <a:ln/>
          </p:spPr>
          <p:txBody>
            <a:bodyPr wrap="square" rtlCol="0" anchor="ctr"/>
            <a:lstStyle/>
            <a:p>
              <a:pPr marL="0" indent="0" algn="ctr">
                <a:buNone/>
              </a:pPr>
              <a:endParaRPr lang="en-US" sz="550" dirty="0"/>
            </a:p>
          </p:txBody>
        </p:sp>
        <p:sp>
          <p:nvSpPr>
            <p:cNvPr id="82" name="Text 17">
              <a:extLst>
                <a:ext uri="{FF2B5EF4-FFF2-40B4-BE49-F238E27FC236}">
                  <a16:creationId xmlns:a16="http://schemas.microsoft.com/office/drawing/2014/main" id="{18E607F7-11F3-232D-D4B4-CBCAC5FC79A4}"/>
                </a:ext>
              </a:extLst>
            </p:cNvPr>
            <p:cNvSpPr/>
            <p:nvPr/>
          </p:nvSpPr>
          <p:spPr>
            <a:xfrm>
              <a:off x="914400" y="3090672"/>
              <a:ext cx="4663440" cy="228600"/>
            </a:xfrm>
            <a:prstGeom prst="rect">
              <a:avLst/>
            </a:prstGeom>
            <a:noFill/>
            <a:ln/>
          </p:spPr>
          <p:txBody>
            <a:bodyPr wrap="square" rtlCol="0" anchor="ctr"/>
            <a:lstStyle/>
            <a:p>
              <a:pPr marL="0" indent="0">
                <a:buNone/>
              </a:pPr>
              <a:r>
                <a:rPr lang="en-US" sz="1600" b="1" dirty="0">
                  <a:solidFill>
                    <a:schemeClr val="tx2"/>
                  </a:solidFill>
                </a:rPr>
                <a:t>NPS &amp; Satisfaction Tracking</a:t>
              </a:r>
              <a:endParaRPr lang="en-US" sz="1600" dirty="0">
                <a:solidFill>
                  <a:schemeClr val="tx2"/>
                </a:solidFill>
              </a:endParaRPr>
            </a:p>
          </p:txBody>
        </p:sp>
        <p:sp>
          <p:nvSpPr>
            <p:cNvPr id="83" name="Text 18">
              <a:extLst>
                <a:ext uri="{FF2B5EF4-FFF2-40B4-BE49-F238E27FC236}">
                  <a16:creationId xmlns:a16="http://schemas.microsoft.com/office/drawing/2014/main" id="{ECDBD7DE-D59E-10FE-D6F0-93E5E428E5A9}"/>
                </a:ext>
              </a:extLst>
            </p:cNvPr>
            <p:cNvSpPr/>
            <p:nvPr/>
          </p:nvSpPr>
          <p:spPr>
            <a:xfrm>
              <a:off x="914400" y="3319272"/>
              <a:ext cx="4663440" cy="246888"/>
            </a:xfrm>
            <a:prstGeom prst="rect">
              <a:avLst/>
            </a:prstGeom>
            <a:noFill/>
            <a:ln/>
          </p:spPr>
          <p:txBody>
            <a:bodyPr wrap="square" rtlCol="0" anchor="ctr"/>
            <a:lstStyle/>
            <a:p>
              <a:pPr marL="0" indent="0">
                <a:buNone/>
              </a:pPr>
              <a:r>
                <a:rPr lang="en-US" sz="1200" b="1" dirty="0"/>
                <a:t>Integrate customer satisfaction data alongside revenue data to understand qualitative churn drivers and build a leading indicator dashboard.</a:t>
              </a:r>
            </a:p>
          </p:txBody>
        </p:sp>
        <p:sp>
          <p:nvSpPr>
            <p:cNvPr id="84" name="Shape 19">
              <a:extLst>
                <a:ext uri="{FF2B5EF4-FFF2-40B4-BE49-F238E27FC236}">
                  <a16:creationId xmlns:a16="http://schemas.microsoft.com/office/drawing/2014/main" id="{46CF0B62-D065-E97F-F81A-6C30A5BB2E35}"/>
                </a:ext>
              </a:extLst>
            </p:cNvPr>
            <p:cNvSpPr/>
            <p:nvPr/>
          </p:nvSpPr>
          <p:spPr>
            <a:xfrm>
              <a:off x="365760" y="3657600"/>
              <a:ext cx="5303520" cy="530352"/>
            </a:xfrm>
            <a:prstGeom prst="rect">
              <a:avLst/>
            </a:prstGeom>
            <a:solidFill>
              <a:schemeClr val="tx1">
                <a:lumMod val="10000"/>
                <a:lumOff val="90000"/>
                <a:alpha val="80000"/>
              </a:schemeClr>
            </a:solidFill>
            <a:ln w="12700">
              <a:solidFill>
                <a:srgbClr val="1E8BC3">
                  <a:alpha val="40000"/>
                </a:srgbClr>
              </a:solidFill>
              <a:prstDash val="solid"/>
            </a:ln>
          </p:spPr>
        </p:sp>
        <p:sp>
          <p:nvSpPr>
            <p:cNvPr id="86" name="Text 21">
              <a:extLst>
                <a:ext uri="{FF2B5EF4-FFF2-40B4-BE49-F238E27FC236}">
                  <a16:creationId xmlns:a16="http://schemas.microsoft.com/office/drawing/2014/main" id="{CFA47D08-BFC4-B4D3-3849-91E6354A62E4}"/>
                </a:ext>
              </a:extLst>
            </p:cNvPr>
            <p:cNvSpPr/>
            <p:nvPr/>
          </p:nvSpPr>
          <p:spPr>
            <a:xfrm>
              <a:off x="411480" y="3739896"/>
              <a:ext cx="365760" cy="365760"/>
            </a:xfrm>
            <a:prstGeom prst="rect">
              <a:avLst/>
            </a:prstGeom>
            <a:noFill/>
            <a:ln/>
          </p:spPr>
          <p:txBody>
            <a:bodyPr wrap="square" rtlCol="0" anchor="ctr"/>
            <a:lstStyle/>
            <a:p>
              <a:pPr marL="0" indent="0" algn="ctr">
                <a:buNone/>
              </a:pPr>
              <a:endParaRPr lang="en-US" sz="550" dirty="0"/>
            </a:p>
          </p:txBody>
        </p:sp>
        <p:sp>
          <p:nvSpPr>
            <p:cNvPr id="87" name="Text 22">
              <a:extLst>
                <a:ext uri="{FF2B5EF4-FFF2-40B4-BE49-F238E27FC236}">
                  <a16:creationId xmlns:a16="http://schemas.microsoft.com/office/drawing/2014/main" id="{4BE7EBEB-4AE0-F3D7-AEAE-44F467CB205D}"/>
                </a:ext>
              </a:extLst>
            </p:cNvPr>
            <p:cNvSpPr/>
            <p:nvPr/>
          </p:nvSpPr>
          <p:spPr>
            <a:xfrm>
              <a:off x="914400" y="3685032"/>
              <a:ext cx="4663440" cy="228600"/>
            </a:xfrm>
            <a:prstGeom prst="rect">
              <a:avLst/>
            </a:prstGeom>
            <a:noFill/>
            <a:ln/>
          </p:spPr>
          <p:txBody>
            <a:bodyPr wrap="square" rtlCol="0" anchor="ctr"/>
            <a:lstStyle/>
            <a:p>
              <a:pPr marL="0" indent="0">
                <a:buNone/>
              </a:pPr>
              <a:r>
                <a:rPr lang="en-US" sz="1600" b="1" dirty="0">
                  <a:solidFill>
                    <a:schemeClr val="tx2"/>
                  </a:solidFill>
                </a:rPr>
                <a:t>Regional Cohort Deep-Dives</a:t>
              </a:r>
              <a:endParaRPr lang="en-US" sz="1600" dirty="0">
                <a:solidFill>
                  <a:schemeClr val="tx2"/>
                </a:solidFill>
              </a:endParaRPr>
            </a:p>
          </p:txBody>
        </p:sp>
        <p:sp>
          <p:nvSpPr>
            <p:cNvPr id="88" name="Text 23">
              <a:extLst>
                <a:ext uri="{FF2B5EF4-FFF2-40B4-BE49-F238E27FC236}">
                  <a16:creationId xmlns:a16="http://schemas.microsoft.com/office/drawing/2014/main" id="{7C806E72-57B3-5123-A23E-17AA240DDDF0}"/>
                </a:ext>
              </a:extLst>
            </p:cNvPr>
            <p:cNvSpPr/>
            <p:nvPr/>
          </p:nvSpPr>
          <p:spPr>
            <a:xfrm>
              <a:off x="914400" y="3913632"/>
              <a:ext cx="4663440" cy="246888"/>
            </a:xfrm>
            <a:prstGeom prst="rect">
              <a:avLst/>
            </a:prstGeom>
            <a:noFill/>
            <a:ln/>
          </p:spPr>
          <p:txBody>
            <a:bodyPr wrap="square" rtlCol="0" anchor="ctr"/>
            <a:lstStyle/>
            <a:p>
              <a:pPr marL="0" indent="0">
                <a:buNone/>
              </a:pPr>
              <a:r>
                <a:rPr lang="en-US" sz="1200" b="1" dirty="0"/>
                <a:t>Conduct region-specific cohort analysis (AU, UAE, India, etc.) to uncover geo-specific patterns and align local account management strategies</a:t>
              </a:r>
              <a:r>
                <a:rPr lang="en-US" sz="850" dirty="0">
                  <a:solidFill>
                    <a:srgbClr val="E2E8F0"/>
                  </a:solidFill>
                </a:rPr>
                <a:t>.</a:t>
              </a:r>
              <a:endParaRPr lang="en-US" sz="850" dirty="0"/>
            </a:p>
          </p:txBody>
        </p:sp>
        <p:sp>
          <p:nvSpPr>
            <p:cNvPr id="89" name="Shape 24">
              <a:extLst>
                <a:ext uri="{FF2B5EF4-FFF2-40B4-BE49-F238E27FC236}">
                  <a16:creationId xmlns:a16="http://schemas.microsoft.com/office/drawing/2014/main" id="{8A8BA8E6-0C7B-97A1-6A01-BBC77B9739D6}"/>
                </a:ext>
              </a:extLst>
            </p:cNvPr>
            <p:cNvSpPr/>
            <p:nvPr/>
          </p:nvSpPr>
          <p:spPr>
            <a:xfrm>
              <a:off x="365760" y="4251960"/>
              <a:ext cx="5303520" cy="530352"/>
            </a:xfrm>
            <a:prstGeom prst="rect">
              <a:avLst/>
            </a:prstGeom>
            <a:solidFill>
              <a:schemeClr val="tx1">
                <a:lumMod val="10000"/>
                <a:lumOff val="90000"/>
                <a:alpha val="80000"/>
              </a:schemeClr>
            </a:solidFill>
            <a:ln w="12700">
              <a:solidFill>
                <a:srgbClr val="1E8BC3">
                  <a:alpha val="40000"/>
                </a:srgbClr>
              </a:solidFill>
              <a:prstDash val="solid"/>
            </a:ln>
          </p:spPr>
        </p:sp>
        <p:sp>
          <p:nvSpPr>
            <p:cNvPr id="91" name="Text 26">
              <a:extLst>
                <a:ext uri="{FF2B5EF4-FFF2-40B4-BE49-F238E27FC236}">
                  <a16:creationId xmlns:a16="http://schemas.microsoft.com/office/drawing/2014/main" id="{088057DA-C2EB-C248-3728-3645FA1F606A}"/>
                </a:ext>
              </a:extLst>
            </p:cNvPr>
            <p:cNvSpPr/>
            <p:nvPr/>
          </p:nvSpPr>
          <p:spPr>
            <a:xfrm>
              <a:off x="411480" y="4334256"/>
              <a:ext cx="365760" cy="365760"/>
            </a:xfrm>
            <a:prstGeom prst="rect">
              <a:avLst/>
            </a:prstGeom>
            <a:noFill/>
            <a:ln/>
          </p:spPr>
          <p:txBody>
            <a:bodyPr wrap="square" rtlCol="0" anchor="ctr"/>
            <a:lstStyle/>
            <a:p>
              <a:pPr marL="0" indent="0" algn="ctr">
                <a:buNone/>
              </a:pPr>
              <a:endParaRPr lang="en-US" sz="550" dirty="0"/>
            </a:p>
          </p:txBody>
        </p:sp>
        <p:sp>
          <p:nvSpPr>
            <p:cNvPr id="92" name="Text 27">
              <a:extLst>
                <a:ext uri="{FF2B5EF4-FFF2-40B4-BE49-F238E27FC236}">
                  <a16:creationId xmlns:a16="http://schemas.microsoft.com/office/drawing/2014/main" id="{2F1F4340-BB59-54FC-B532-4A5F35C8A33E}"/>
                </a:ext>
              </a:extLst>
            </p:cNvPr>
            <p:cNvSpPr/>
            <p:nvPr/>
          </p:nvSpPr>
          <p:spPr>
            <a:xfrm>
              <a:off x="914400" y="4279392"/>
              <a:ext cx="4663440" cy="228600"/>
            </a:xfrm>
            <a:prstGeom prst="rect">
              <a:avLst/>
            </a:prstGeom>
            <a:noFill/>
            <a:ln/>
          </p:spPr>
          <p:txBody>
            <a:bodyPr wrap="square" rtlCol="0" anchor="ctr"/>
            <a:lstStyle/>
            <a:p>
              <a:pPr marL="0" indent="0">
                <a:buNone/>
              </a:pPr>
              <a:r>
                <a:rPr lang="en-US" sz="1600" b="1" dirty="0">
                  <a:solidFill>
                    <a:schemeClr val="tx2"/>
                  </a:solidFill>
                </a:rPr>
                <a:t>CLV Optimization Framework</a:t>
              </a:r>
              <a:endParaRPr lang="en-US" sz="1600" dirty="0">
                <a:solidFill>
                  <a:schemeClr val="tx2"/>
                </a:solidFill>
              </a:endParaRPr>
            </a:p>
          </p:txBody>
        </p:sp>
        <p:sp>
          <p:nvSpPr>
            <p:cNvPr id="93" name="Text 28">
              <a:extLst>
                <a:ext uri="{FF2B5EF4-FFF2-40B4-BE49-F238E27FC236}">
                  <a16:creationId xmlns:a16="http://schemas.microsoft.com/office/drawing/2014/main" id="{59669BB4-6E1C-10BE-709E-0835E78EF5CA}"/>
                </a:ext>
              </a:extLst>
            </p:cNvPr>
            <p:cNvSpPr/>
            <p:nvPr/>
          </p:nvSpPr>
          <p:spPr>
            <a:xfrm>
              <a:off x="914400" y="4507992"/>
              <a:ext cx="4663440" cy="246888"/>
            </a:xfrm>
            <a:prstGeom prst="rect">
              <a:avLst/>
            </a:prstGeom>
            <a:noFill/>
            <a:ln/>
          </p:spPr>
          <p:txBody>
            <a:bodyPr wrap="square" rtlCol="0" anchor="ctr"/>
            <a:lstStyle/>
            <a:p>
              <a:pPr marL="0" indent="0">
                <a:buNone/>
              </a:pPr>
              <a:r>
                <a:rPr lang="en-US" sz="1200" b="1" dirty="0"/>
                <a:t>Develop a Customer Lifetime Value model integrating Avg Revenue Per Customer, cross-holding data, and retention probabilities for ROI-based prioritization.</a:t>
              </a:r>
            </a:p>
          </p:txBody>
        </p:sp>
      </p:grpSp>
      <p:sp>
        <p:nvSpPr>
          <p:cNvPr id="95" name="Text Placeholder 21">
            <a:extLst>
              <a:ext uri="{FF2B5EF4-FFF2-40B4-BE49-F238E27FC236}">
                <a16:creationId xmlns:a16="http://schemas.microsoft.com/office/drawing/2014/main" id="{F8BA9FDC-36E1-0D96-5EAB-958B03DD3D58}"/>
              </a:ext>
            </a:extLst>
          </p:cNvPr>
          <p:cNvSpPr txBox="1">
            <a:spLocks/>
          </p:cNvSpPr>
          <p:nvPr/>
        </p:nvSpPr>
        <p:spPr>
          <a:xfrm>
            <a:off x="381000" y="1138785"/>
            <a:ext cx="953501" cy="873847"/>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a:t>
            </a:r>
          </a:p>
        </p:txBody>
      </p:sp>
      <p:sp>
        <p:nvSpPr>
          <p:cNvPr id="96" name="Text Placeholder 21">
            <a:extLst>
              <a:ext uri="{FF2B5EF4-FFF2-40B4-BE49-F238E27FC236}">
                <a16:creationId xmlns:a16="http://schemas.microsoft.com/office/drawing/2014/main" id="{9371059A-B7D4-1CB6-4E42-6D2AE3804D23}"/>
              </a:ext>
            </a:extLst>
          </p:cNvPr>
          <p:cNvSpPr txBox="1">
            <a:spLocks/>
          </p:cNvSpPr>
          <p:nvPr/>
        </p:nvSpPr>
        <p:spPr>
          <a:xfrm>
            <a:off x="380999" y="2117043"/>
            <a:ext cx="953501" cy="873847"/>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2</a:t>
            </a:r>
          </a:p>
        </p:txBody>
      </p:sp>
      <p:sp>
        <p:nvSpPr>
          <p:cNvPr id="97" name="Text Placeholder 21">
            <a:extLst>
              <a:ext uri="{FF2B5EF4-FFF2-40B4-BE49-F238E27FC236}">
                <a16:creationId xmlns:a16="http://schemas.microsoft.com/office/drawing/2014/main" id="{92D6DED0-FC76-DB84-6E5C-4C09CBC2272F}"/>
              </a:ext>
            </a:extLst>
          </p:cNvPr>
          <p:cNvSpPr txBox="1">
            <a:spLocks/>
          </p:cNvSpPr>
          <p:nvPr/>
        </p:nvSpPr>
        <p:spPr>
          <a:xfrm>
            <a:off x="377270" y="3069135"/>
            <a:ext cx="953501" cy="873847"/>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3</a:t>
            </a:r>
          </a:p>
        </p:txBody>
      </p:sp>
      <p:sp>
        <p:nvSpPr>
          <p:cNvPr id="98" name="Text Placeholder 21">
            <a:extLst>
              <a:ext uri="{FF2B5EF4-FFF2-40B4-BE49-F238E27FC236}">
                <a16:creationId xmlns:a16="http://schemas.microsoft.com/office/drawing/2014/main" id="{DABEE9CC-D1FD-2B34-AD36-212AB657FD8F}"/>
              </a:ext>
            </a:extLst>
          </p:cNvPr>
          <p:cNvSpPr txBox="1">
            <a:spLocks/>
          </p:cNvSpPr>
          <p:nvPr/>
        </p:nvSpPr>
        <p:spPr>
          <a:xfrm>
            <a:off x="377726" y="4029949"/>
            <a:ext cx="953501" cy="873847"/>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4</a:t>
            </a:r>
          </a:p>
        </p:txBody>
      </p:sp>
      <p:sp>
        <p:nvSpPr>
          <p:cNvPr id="99" name="Text Placeholder 21">
            <a:extLst>
              <a:ext uri="{FF2B5EF4-FFF2-40B4-BE49-F238E27FC236}">
                <a16:creationId xmlns:a16="http://schemas.microsoft.com/office/drawing/2014/main" id="{02D55D3C-7DF7-A44A-5347-9B745C0C702B}"/>
              </a:ext>
            </a:extLst>
          </p:cNvPr>
          <p:cNvSpPr txBox="1">
            <a:spLocks/>
          </p:cNvSpPr>
          <p:nvPr/>
        </p:nvSpPr>
        <p:spPr>
          <a:xfrm>
            <a:off x="377270" y="5016929"/>
            <a:ext cx="953501" cy="873847"/>
          </a:xfrm>
          <a:prstGeom prst="flowChartInputOutput">
            <a:avLst/>
          </a:prstGeom>
          <a:solidFill>
            <a:schemeClr val="tx2"/>
          </a:solidFill>
        </p:spPr>
        <p:txBody>
          <a:bodyPr vert="horz" lIns="45720" tIns="90000" rIns="45720" bIns="9000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1pPr>
            <a:lvl2pPr marL="0" indent="0" algn="ctr" defTabSz="914400" rtl="0" eaLnBrk="1" latinLnBrk="0" hangingPunct="1">
              <a:lnSpc>
                <a:spcPct val="90000"/>
              </a:lnSpc>
              <a:spcBef>
                <a:spcPts val="1000"/>
              </a:spcBef>
              <a:buFont typeface="Arial" panose="020B0604020202020204" pitchFamily="34" charset="0"/>
              <a:buNone/>
              <a:defRPr sz="1600" b="1" i="0" kern="1200" baseline="0">
                <a:solidFill>
                  <a:schemeClr val="bg1"/>
                </a:solidFill>
                <a:latin typeface="+mn-lt"/>
                <a:ea typeface="+mn-ea"/>
                <a:cs typeface="Arial" panose="020B0604020202020204" pitchFamily="34" charset="0"/>
              </a:defRPr>
            </a:lvl2pPr>
            <a:lvl3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3pPr>
            <a:lvl4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ctr" defTabSz="914400" rtl="0" eaLnBrk="1" latinLnBrk="0" hangingPunct="1">
              <a:lnSpc>
                <a:spcPct val="90000"/>
              </a:lnSpc>
              <a:spcBef>
                <a:spcPts val="10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5</a:t>
            </a:r>
          </a:p>
        </p:txBody>
      </p:sp>
    </p:spTree>
    <p:custDataLst>
      <p:tags r:id="rId1"/>
    </p:custDataLst>
    <p:extLst>
      <p:ext uri="{BB962C8B-B14F-4D97-AF65-F5344CB8AC3E}">
        <p14:creationId xmlns:p14="http://schemas.microsoft.com/office/powerpoint/2010/main" val="41218098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1B9EE-9992-1FA1-A8E4-E4987ED1657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45EA570-C177-511C-BFF4-16C771A66384}"/>
              </a:ext>
            </a:extLst>
          </p:cNvPr>
          <p:cNvSpPr>
            <a:spLocks noGrp="1"/>
          </p:cNvSpPr>
          <p:nvPr>
            <p:ph type="title"/>
          </p:nvPr>
        </p:nvSpPr>
        <p:spPr>
          <a:xfrm>
            <a:off x="297280" y="3105140"/>
            <a:ext cx="7239024" cy="1325563"/>
          </a:xfrm>
        </p:spPr>
        <p:txBody>
          <a:bodyPr/>
          <a:lstStyle/>
          <a:p>
            <a:r>
              <a:rPr lang="en-GB" sz="7200" dirty="0"/>
              <a:t>THANK</a:t>
            </a:r>
            <a:r>
              <a:rPr lang="en-GB" dirty="0"/>
              <a:t> </a:t>
            </a:r>
            <a:r>
              <a:rPr lang="en-GB" sz="7200" dirty="0"/>
              <a:t>YOU</a:t>
            </a:r>
            <a:endParaRPr lang="en-GB" dirty="0"/>
          </a:p>
        </p:txBody>
      </p:sp>
    </p:spTree>
    <p:custDataLst>
      <p:tags r:id="rId1"/>
    </p:custDataLst>
    <p:extLst>
      <p:ext uri="{BB962C8B-B14F-4D97-AF65-F5344CB8AC3E}">
        <p14:creationId xmlns:p14="http://schemas.microsoft.com/office/powerpoint/2010/main" val="188609174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TITLE PAGES" val="EfXtb7rC"/>
  <p:tag name="ARTICULATE_DESIGN_ID_2_DIVIDERS" val="ZK4CN9BO"/>
  <p:tag name="ARTICULATE_DESIGN_ID_3_MAIN CONTENT PAGES" val="D9qnVY0J"/>
  <p:tag name="ARTICULATE_PROJECT_OPEN" val="0"/>
  <p:tag name="ARTICULATE_SLIDE_COUNT" val="104"/>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Title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Divider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Main Content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bg2"/>
          </a:solidFill>
        </a:ln>
      </a:spPr>
      <a:bodyPr lIns="90000" tIns="90000" rIns="90000" bIns="90000" rtlCol="0" anchor="t"/>
      <a:lstStyle>
        <a:defPPr algn="l">
          <a:defRPr sz="1400" dirty="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tIns="90000" rIns="90000" bIns="90000" rtlCol="0">
        <a:noAutofit/>
      </a:bodyPr>
      <a:lstStyle>
        <a:defPPr algn="l">
          <a:defRPr sz="1200" dirty="0" smtClean="0">
            <a:solidFill>
              <a:schemeClr val="bg2"/>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4_Main Content - Dark">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149C9DEB4166E4D9A547140426BBCA2" ma:contentTypeVersion="17" ma:contentTypeDescription="Create a new document." ma:contentTypeScope="" ma:versionID="6afb66e410f0a417ce6cb697253b4bd0">
  <xsd:schema xmlns:xsd="http://www.w3.org/2001/XMLSchema" xmlns:xs="http://www.w3.org/2001/XMLSchema" xmlns:p="http://schemas.microsoft.com/office/2006/metadata/properties" xmlns:ns2="9610cbdb-f32e-47c5-9878-733256204b37" xmlns:ns3="db400f04-41d7-45ff-b037-2eaacd3460e2" targetNamespace="http://schemas.microsoft.com/office/2006/metadata/properties" ma:root="true" ma:fieldsID="9b7816b07d85e478ca897743c1fcf8cb" ns2:_="" ns3:_="">
    <xsd:import namespace="9610cbdb-f32e-47c5-9878-733256204b37"/>
    <xsd:import namespace="db400f04-41d7-45ff-b037-2eaacd3460e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DateTaken" minOccurs="0"/>
                <xsd:element ref="ns2:MediaServiceLocatio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10cbdb-f32e-47c5-9878-733256204b3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190ee516-008d-467c-846c-f354b89760b8"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b400f04-41d7-45ff-b037-2eaacd3460e2"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20a75-2294-45c5-b2ed-9af632ad8e3a}" ma:internalName="TaxCatchAll" ma:showField="CatchAllData" ma:web="db400f04-41d7-45ff-b037-2eaacd3460e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610cbdb-f32e-47c5-9878-733256204b37">
      <Terms xmlns="http://schemas.microsoft.com/office/infopath/2007/PartnerControls"/>
    </lcf76f155ced4ddcb4097134ff3c332f>
    <TaxCatchAll xmlns="db400f04-41d7-45ff-b037-2eaacd3460e2" xsi:nil="true"/>
  </documentManagement>
</p:properties>
</file>

<file path=customXml/itemProps1.xml><?xml version="1.0" encoding="utf-8"?>
<ds:datastoreItem xmlns:ds="http://schemas.openxmlformats.org/officeDocument/2006/customXml" ds:itemID="{50F8B12D-DEAA-49EF-BF75-0DFED336573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610cbdb-f32e-47c5-9878-733256204b37"/>
    <ds:schemaRef ds:uri="db400f04-41d7-45ff-b037-2eaacd3460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3F1708D-1B6D-402B-918F-3F625FD07B52}">
  <ds:schemaRefs/>
</ds:datastoreItem>
</file>

<file path=customXml/itemProps3.xml><?xml version="1.0" encoding="utf-8"?>
<ds:datastoreItem xmlns:ds="http://schemas.openxmlformats.org/officeDocument/2006/customXml" ds:itemID="{37F3EB76-8CD1-42DC-A5B4-0C9E7E64B257}">
  <ds:schemaRefs>
    <ds:schemaRef ds:uri="http://purl.org/dc/elements/1.1/"/>
    <ds:schemaRef ds:uri="http://schemas.microsoft.com/office/2006/metadata/properties"/>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8661fcb4-09a4-4095-9e5d-b3ef3948e45c"/>
    <ds:schemaRef ds:uri="http://www.w3.org/XML/1998/namespace"/>
    <ds:schemaRef ds:uri="http://purl.org/dc/dcmitype/"/>
    <ds:schemaRef ds:uri="9610cbdb-f32e-47c5-9878-733256204b37"/>
    <ds:schemaRef ds:uri="db400f04-41d7-45ff-b037-2eaacd3460e2"/>
  </ds:schemaRefs>
</ds:datastoreItem>
</file>

<file path=docProps/app.xml><?xml version="1.0" encoding="utf-8"?>
<Properties xmlns="http://schemas.openxmlformats.org/officeDocument/2006/extended-properties" xmlns:vt="http://schemas.openxmlformats.org/officeDocument/2006/docPropsVTypes">
  <Template>JMAN PPT Template v3.1</Template>
  <TotalTime>1270</TotalTime>
  <Words>1429</Words>
  <Application>Microsoft Office PowerPoint</Application>
  <PresentationFormat>Widescreen</PresentationFormat>
  <Paragraphs>365</Paragraphs>
  <Slides>16</Slides>
  <Notes>7</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16</vt:i4>
      </vt:variant>
    </vt:vector>
  </HeadingPairs>
  <TitlesOfParts>
    <vt:vector size="24" baseType="lpstr">
      <vt:lpstr>Arial</vt:lpstr>
      <vt:lpstr>Calibri</vt:lpstr>
      <vt:lpstr>Roboto</vt:lpstr>
      <vt:lpstr>Segoe UI</vt:lpstr>
      <vt:lpstr>1_Title Pages</vt:lpstr>
      <vt:lpstr>2_Dividers</vt:lpstr>
      <vt:lpstr>3_Main Content Pages</vt:lpstr>
      <vt:lpstr>4_Main Content - Dark</vt:lpstr>
      <vt:lpstr>CUSTOMER COHORT AND RETENTION ANALYSIS</vt:lpstr>
      <vt:lpstr>Agenda</vt:lpstr>
      <vt:lpstr>PowerPoint Presentation</vt:lpstr>
      <vt:lpstr>Agenda</vt:lpstr>
      <vt:lpstr>Expected Deliverables</vt:lpstr>
      <vt:lpstr>Agenda</vt:lpstr>
      <vt:lpstr>Data Understanding</vt:lpstr>
      <vt:lpstr>Executive Summary of Findings</vt:lpstr>
      <vt:lpstr>Visual Storytelling Of Retention Trends</vt:lpstr>
      <vt:lpstr>Key Metrics And Benchmarks</vt:lpstr>
      <vt:lpstr>Cohort Retention Matrix</vt:lpstr>
      <vt:lpstr>Regional &amp; Service Channel Analysis</vt:lpstr>
      <vt:lpstr>Customer Engagement Insights</vt:lpstr>
      <vt:lpstr>Strategic Recommendations</vt:lpstr>
      <vt:lpstr>Future Considerations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Gali Sai Mohan Reddy</dc:creator>
  <cp:lastModifiedBy>Tiya jain</cp:lastModifiedBy>
  <cp:revision>21</cp:revision>
  <dcterms:created xsi:type="dcterms:W3CDTF">2025-03-19T12:11:00Z</dcterms:created>
  <dcterms:modified xsi:type="dcterms:W3CDTF">2026-05-13T02:45:23Z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0x0101001149C9DEB4166E4D9A547140426BBCA2</vt:lpwstr>
  </property>
  <property fmtid="{D5CDD505-2E9C-101B-9397-08002B2CF9AE}" pid="3" name="MediaServiceImageTags">
    <vt:lpwstr/>
  </property>
  <property fmtid="{D5CDD505-2E9C-101B-9397-08002B2CF9AE}" pid="4" name="ArticulateGUID">
    <vt:lpwstr>B6761189-D80D-4F7F-8E79-33C88E746AEA</vt:lpwstr>
  </property>
  <property fmtid="{D5CDD505-2E9C-101B-9397-08002B2CF9AE}" pid="5" name="ArticulatePath">
    <vt:lpwstr>221117_JMAN PPT Master v2.0_IG (1)</vt:lpwstr>
  </property>
  <property fmtid="{D5CDD505-2E9C-101B-9397-08002B2CF9AE}" pid="6" name="ICV">
    <vt:lpwstr>9008FAA5D8FB4F5C9F20AC241EDA435F_13</vt:lpwstr>
  </property>
  <property fmtid="{D5CDD505-2E9C-101B-9397-08002B2CF9AE}" pid="7" name="KSOProductBuildVer">
    <vt:lpwstr>1033-12.2.0.20326</vt:lpwstr>
  </property>
</Properties>
</file>