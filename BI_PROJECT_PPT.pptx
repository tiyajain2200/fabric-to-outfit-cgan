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ags/tag4.xml" ContentType="application/vnd.openxmlformats-officedocument.presentationml.tags+xml"/>
  <Override PartName="/ppt/notesSlides/notesSlide1.xml" ContentType="application/vnd.openxmlformats-officedocument.presentationml.notesSlide+xml"/>
  <Override PartName="/ppt/tags/tag5.xml" ContentType="application/vnd.openxmlformats-officedocument.presentationml.tags+xml"/>
  <Override PartName="/ppt/notesSlides/notesSlide2.xml" ContentType="application/vnd.openxmlformats-officedocument.presentationml.notesSlide+xml"/>
  <Override PartName="/ppt/tags/tag6.xml" ContentType="application/vnd.openxmlformats-officedocument.presentationml.tags+xml"/>
  <Override PartName="/ppt/notesSlides/notesSlide3.xml" ContentType="application/vnd.openxmlformats-officedocument.presentationml.notesSlide+xml"/>
  <Override PartName="/ppt/tags/tag7.xml" ContentType="application/vnd.openxmlformats-officedocument.presentationml.tags+xml"/>
  <Override PartName="/ppt/notesSlides/notesSlide4.xml" ContentType="application/vnd.openxmlformats-officedocument.presentationml.notesSlide+xml"/>
  <Override PartName="/ppt/tags/tag8.xml" ContentType="application/vnd.openxmlformats-officedocument.presentationml.tags+xml"/>
  <Override PartName="/ppt/notesSlides/notesSlide5.xml" ContentType="application/vnd.openxmlformats-officedocument.presentationml.notesSlide+xml"/>
  <Override PartName="/ppt/tags/tag9.xml" ContentType="application/vnd.openxmlformats-officedocument.presentationml.tags+xml"/>
  <Override PartName="/ppt/notesSlides/notesSlide6.xml" ContentType="application/vnd.openxmlformats-officedocument.presentationml.notesSlide+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notesSlides/notesSlide7.xml" ContentType="application/vnd.openxmlformats-officedocument.presentationml.notesSlide+xml"/>
  <Override PartName="/ppt/tags/tag15.xml" ContentType="application/vnd.openxmlformats-officedocument.presentationml.tags+xml"/>
  <Override PartName="/ppt/tags/tag16.xml" ContentType="application/vnd.openxmlformats-officedocument.presentationml.tags+xml"/>
  <Override PartName="/ppt/notesSlides/notesSlide8.xml" ContentType="application/vnd.openxmlformats-officedocument.presentationml.notesSlide+xml"/>
  <Override PartName="/ppt/tags/tag17.xml" ContentType="application/vnd.openxmlformats-officedocument.presentationml.tags+xml"/>
  <Override PartName="/ppt/tags/tag18.xml" ContentType="application/vnd.openxmlformats-officedocument.presentationml.tags+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9" r:id="rId5"/>
    <p:sldMasterId id="2147483668" r:id="rId6"/>
    <p:sldMasterId id="2147483709" r:id="rId7"/>
  </p:sldMasterIdLst>
  <p:notesMasterIdLst>
    <p:notesMasterId r:id="rId30"/>
  </p:notesMasterIdLst>
  <p:handoutMasterIdLst>
    <p:handoutMasterId r:id="rId31"/>
  </p:handoutMasterIdLst>
  <p:sldIdLst>
    <p:sldId id="268" r:id="rId8"/>
    <p:sldId id="9793" r:id="rId9"/>
    <p:sldId id="280" r:id="rId10"/>
    <p:sldId id="9792" r:id="rId11"/>
    <p:sldId id="285" r:id="rId12"/>
    <p:sldId id="9791" r:id="rId13"/>
    <p:sldId id="9777" r:id="rId14"/>
    <p:sldId id="9779" r:id="rId15"/>
    <p:sldId id="9776" r:id="rId16"/>
    <p:sldId id="9778" r:id="rId17"/>
    <p:sldId id="9794" r:id="rId18"/>
    <p:sldId id="9780" r:id="rId19"/>
    <p:sldId id="9781" r:id="rId20"/>
    <p:sldId id="9795" r:id="rId21"/>
    <p:sldId id="9796" r:id="rId22"/>
    <p:sldId id="9797" r:id="rId23"/>
    <p:sldId id="9798" r:id="rId24"/>
    <p:sldId id="9790" r:id="rId25"/>
    <p:sldId id="9782" r:id="rId26"/>
    <p:sldId id="9799" r:id="rId27"/>
    <p:sldId id="9800" r:id="rId28"/>
    <p:sldId id="9786" r:id="rId29"/>
  </p:sldIdLst>
  <p:sldSz cx="12192000" cy="6858000"/>
  <p:notesSz cx="9144000" cy="6858000"/>
  <p:custDataLst>
    <p:tags r:id="rId3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17B88EB-0C47-4C42-AB08-6666467A385C}">
          <p14:sldIdLst>
            <p14:sldId id="268"/>
            <p14:sldId id="9793"/>
            <p14:sldId id="280"/>
            <p14:sldId id="9792"/>
            <p14:sldId id="285"/>
            <p14:sldId id="9791"/>
            <p14:sldId id="9777"/>
            <p14:sldId id="9779"/>
            <p14:sldId id="9776"/>
            <p14:sldId id="9778"/>
            <p14:sldId id="9794"/>
            <p14:sldId id="9780"/>
            <p14:sldId id="9781"/>
            <p14:sldId id="9795"/>
            <p14:sldId id="9796"/>
            <p14:sldId id="9797"/>
            <p14:sldId id="9798"/>
            <p14:sldId id="9790"/>
            <p14:sldId id="9782"/>
            <p14:sldId id="9799"/>
            <p14:sldId id="9800"/>
            <p14:sldId id="9786"/>
          </p14:sldIdLst>
        </p14:section>
        <p14:section name="Formatting Guide" id="{2F5D2F82-0176-47F6-BE92-272198E97E98}">
          <p14:sldIdLst/>
        </p14:section>
        <p14:section name="Icons - All blue" id="{BE780326-1B43-4171-9429-235DAC8EEB0D}">
          <p14:sldIdLst/>
        </p14:section>
        <p14:section name="Icons - Turquoise" id="{9EB7115B-345B-4A6A-840B-5C980E135F3C}">
          <p14:sldIdLst/>
        </p14:section>
        <p14:section name="Icons - Rose" id="{7A275B9C-04AE-4385-96D7-25A5266E4C52}">
          <p14:sldIdLst/>
        </p14:section>
      </p14:sectionLst>
    </p:ext>
    <p:ext uri="{EFAFB233-063F-42B5-8137-9DF3F51BA10A}">
      <p15:sldGuideLst xmlns:p15="http://schemas.microsoft.com/office/powerpoint/2012/main">
        <p15:guide id="2" pos="3840" userDrawn="1">
          <p15:clr>
            <a:srgbClr val="A4A3A4"/>
          </p15:clr>
        </p15:guide>
        <p15:guide id="3" orient="horz" pos="2092"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thish Kumar" initials="SK"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3C287D"/>
    <a:srgbClr val="229DC7"/>
    <a:srgbClr val="1C4382"/>
    <a:srgbClr val="284679"/>
    <a:srgbClr val="55256A"/>
    <a:srgbClr val="C24B86"/>
    <a:srgbClr val="C54D87"/>
    <a:srgbClr val="BE4B86"/>
    <a:srgbClr val="7A51B6"/>
    <a:srgbClr val="304A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37F891-3C64-4B6D-BE3E-0B1935AAC4F2}" v="1" dt="2025-04-17T04:05:22.511"/>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9588" autoAdjust="0"/>
  </p:normalViewPr>
  <p:slideViewPr>
    <p:cSldViewPr snapToGrid="0" showGuides="1">
      <p:cViewPr varScale="1">
        <p:scale>
          <a:sx n="99" d="100"/>
          <a:sy n="99" d="100"/>
        </p:scale>
        <p:origin x="1032" y="84"/>
      </p:cViewPr>
      <p:guideLst>
        <p:guide pos="3840"/>
        <p:guide orient="horz" pos="2092"/>
      </p:guideLst>
    </p:cSldViewPr>
  </p:slideViewPr>
  <p:outlineViewPr>
    <p:cViewPr>
      <p:scale>
        <a:sx n="33" d="100"/>
        <a:sy n="33" d="100"/>
      </p:scale>
      <p:origin x="0" y="-10460"/>
    </p:cViewPr>
  </p:outlineViewPr>
  <p:notesTextViewPr>
    <p:cViewPr>
      <p:scale>
        <a:sx n="66" d="100"/>
        <a:sy n="66" d="100"/>
      </p:scale>
      <p:origin x="0" y="0"/>
    </p:cViewPr>
  </p:notesTextViewPr>
  <p:sorterViewPr>
    <p:cViewPr varScale="1">
      <p:scale>
        <a:sx n="1" d="1"/>
        <a:sy n="1" d="1"/>
      </p:scale>
      <p:origin x="0" y="-27752"/>
    </p:cViewPr>
  </p:sorter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microsoft.com/office/2015/10/relationships/revisionInfo" Target="revisionInfo.xml"/><Relationship Id="rId21" Type="http://schemas.openxmlformats.org/officeDocument/2006/relationships/slide" Target="slides/slide14.xml"/><Relationship Id="rId34" Type="http://schemas.openxmlformats.org/officeDocument/2006/relationships/presProps" Target="presProp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tags" Target="tags/tag1.xml"/><Relationship Id="rId37"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theme" Target="theme/theme1.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notesMaster" Target="notesMasters/notesMaster1.xml"/><Relationship Id="rId35" Type="http://schemas.openxmlformats.org/officeDocument/2006/relationships/viewProps" Target="viewProps.xml"/><Relationship Id="rId8" Type="http://schemas.openxmlformats.org/officeDocument/2006/relationships/slide" Target="slides/slide1.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li Sai Mohan Reddy" userId="6a6b5c13-2edf-40e1-a7b2-8ac4c623ae8c" providerId="ADAL" clId="{9F37F891-3C64-4B6D-BE3E-0B1935AAC4F2}"/>
    <pc:docChg chg="undo custSel modSld">
      <pc:chgData name="Gali Sai Mohan Reddy" userId="6a6b5c13-2edf-40e1-a7b2-8ac4c623ae8c" providerId="ADAL" clId="{9F37F891-3C64-4B6D-BE3E-0B1935AAC4F2}" dt="2025-04-17T06:28:31.546" v="523" actId="14100"/>
      <pc:docMkLst>
        <pc:docMk/>
      </pc:docMkLst>
      <pc:sldChg chg="modSp mod">
        <pc:chgData name="Gali Sai Mohan Reddy" userId="6a6b5c13-2edf-40e1-a7b2-8ac4c623ae8c" providerId="ADAL" clId="{9F37F891-3C64-4B6D-BE3E-0B1935AAC4F2}" dt="2025-04-17T05:17:11.141" v="410" actId="20577"/>
        <pc:sldMkLst>
          <pc:docMk/>
          <pc:sldMk cId="0" sldId="280"/>
        </pc:sldMkLst>
        <pc:graphicFrameChg chg="mod modGraphic">
          <ac:chgData name="Gali Sai Mohan Reddy" userId="6a6b5c13-2edf-40e1-a7b2-8ac4c623ae8c" providerId="ADAL" clId="{9F37F891-3C64-4B6D-BE3E-0B1935AAC4F2}" dt="2025-04-17T05:17:11.141" v="410" actId="20577"/>
          <ac:graphicFrameMkLst>
            <pc:docMk/>
            <pc:sldMk cId="0" sldId="280"/>
            <ac:graphicFrameMk id="6" creationId="{B177F202-EDA4-F9CC-10CB-884AE6932045}"/>
          </ac:graphicFrameMkLst>
        </pc:graphicFrameChg>
      </pc:sldChg>
      <pc:sldChg chg="modSp mod">
        <pc:chgData name="Gali Sai Mohan Reddy" userId="6a6b5c13-2edf-40e1-a7b2-8ac4c623ae8c" providerId="ADAL" clId="{9F37F891-3C64-4B6D-BE3E-0B1935AAC4F2}" dt="2025-04-17T04:01:04.347" v="64" actId="20577"/>
        <pc:sldMkLst>
          <pc:docMk/>
          <pc:sldMk cId="1206880429" sldId="9776"/>
        </pc:sldMkLst>
        <pc:spChg chg="mod">
          <ac:chgData name="Gali Sai Mohan Reddy" userId="6a6b5c13-2edf-40e1-a7b2-8ac4c623ae8c" providerId="ADAL" clId="{9F37F891-3C64-4B6D-BE3E-0B1935AAC4F2}" dt="2025-04-17T04:01:04.347" v="64" actId="20577"/>
          <ac:spMkLst>
            <pc:docMk/>
            <pc:sldMk cId="1206880429" sldId="9776"/>
            <ac:spMk id="5" creationId="{12EB22A4-C440-368A-B4C7-210CDF80146A}"/>
          </ac:spMkLst>
        </pc:spChg>
      </pc:sldChg>
      <pc:sldChg chg="modSp mod">
        <pc:chgData name="Gali Sai Mohan Reddy" userId="6a6b5c13-2edf-40e1-a7b2-8ac4c623ae8c" providerId="ADAL" clId="{9F37F891-3C64-4B6D-BE3E-0B1935AAC4F2}" dt="2025-04-17T05:17:35.581" v="412" actId="20577"/>
        <pc:sldMkLst>
          <pc:docMk/>
          <pc:sldMk cId="3840547717" sldId="9778"/>
        </pc:sldMkLst>
        <pc:spChg chg="mod">
          <ac:chgData name="Gali Sai Mohan Reddy" userId="6a6b5c13-2edf-40e1-a7b2-8ac4c623ae8c" providerId="ADAL" clId="{9F37F891-3C64-4B6D-BE3E-0B1935AAC4F2}" dt="2025-04-17T05:17:35.581" v="412" actId="20577"/>
          <ac:spMkLst>
            <pc:docMk/>
            <pc:sldMk cId="3840547717" sldId="9778"/>
            <ac:spMk id="5" creationId="{1C5F6C72-49CA-4BB0-5257-E83F70B9EA62}"/>
          </ac:spMkLst>
        </pc:spChg>
      </pc:sldChg>
      <pc:sldChg chg="modSp mod">
        <pc:chgData name="Gali Sai Mohan Reddy" userId="6a6b5c13-2edf-40e1-a7b2-8ac4c623ae8c" providerId="ADAL" clId="{9F37F891-3C64-4B6D-BE3E-0B1935AAC4F2}" dt="2025-04-17T04:00:11.845" v="25" actId="5793"/>
        <pc:sldMkLst>
          <pc:docMk/>
          <pc:sldMk cId="38138225" sldId="9779"/>
        </pc:sldMkLst>
        <pc:spChg chg="mod">
          <ac:chgData name="Gali Sai Mohan Reddy" userId="6a6b5c13-2edf-40e1-a7b2-8ac4c623ae8c" providerId="ADAL" clId="{9F37F891-3C64-4B6D-BE3E-0B1935AAC4F2}" dt="2025-04-17T04:00:11.845" v="25" actId="5793"/>
          <ac:spMkLst>
            <pc:docMk/>
            <pc:sldMk cId="38138225" sldId="9779"/>
            <ac:spMk id="5" creationId="{C3946574-4035-B6D6-2BB5-2E0A1E5C9F31}"/>
          </ac:spMkLst>
        </pc:spChg>
      </pc:sldChg>
      <pc:sldChg chg="modSp mod">
        <pc:chgData name="Gali Sai Mohan Reddy" userId="6a6b5c13-2edf-40e1-a7b2-8ac4c623ae8c" providerId="ADAL" clId="{9F37F891-3C64-4B6D-BE3E-0B1935AAC4F2}" dt="2025-04-17T04:03:03.467" v="130" actId="14100"/>
        <pc:sldMkLst>
          <pc:docMk/>
          <pc:sldMk cId="478983849" sldId="9781"/>
        </pc:sldMkLst>
        <pc:spChg chg="mod">
          <ac:chgData name="Gali Sai Mohan Reddy" userId="6a6b5c13-2edf-40e1-a7b2-8ac4c623ae8c" providerId="ADAL" clId="{9F37F891-3C64-4B6D-BE3E-0B1935AAC4F2}" dt="2025-04-17T04:02:52.710" v="128" actId="14100"/>
          <ac:spMkLst>
            <pc:docMk/>
            <pc:sldMk cId="478983849" sldId="9781"/>
            <ac:spMk id="5" creationId="{CA0CEBE8-FD95-24F9-F2A8-C8A18A32430C}"/>
          </ac:spMkLst>
        </pc:spChg>
        <pc:picChg chg="mod">
          <ac:chgData name="Gali Sai Mohan Reddy" userId="6a6b5c13-2edf-40e1-a7b2-8ac4c623ae8c" providerId="ADAL" clId="{9F37F891-3C64-4B6D-BE3E-0B1935AAC4F2}" dt="2025-04-17T04:03:03.467" v="130" actId="14100"/>
          <ac:picMkLst>
            <pc:docMk/>
            <pc:sldMk cId="478983849" sldId="9781"/>
            <ac:picMk id="4" creationId="{28942C0D-29BB-0927-14D7-4F134F472291}"/>
          </ac:picMkLst>
        </pc:picChg>
      </pc:sldChg>
      <pc:sldChg chg="modSp mod">
        <pc:chgData name="Gali Sai Mohan Reddy" userId="6a6b5c13-2edf-40e1-a7b2-8ac4c623ae8c" providerId="ADAL" clId="{9F37F891-3C64-4B6D-BE3E-0B1935AAC4F2}" dt="2025-04-17T05:24:29.840" v="518" actId="404"/>
        <pc:sldMkLst>
          <pc:docMk/>
          <pc:sldMk cId="2151853030" sldId="9782"/>
        </pc:sldMkLst>
        <pc:spChg chg="mod">
          <ac:chgData name="Gali Sai Mohan Reddy" userId="6a6b5c13-2edf-40e1-a7b2-8ac4c623ae8c" providerId="ADAL" clId="{9F37F891-3C64-4B6D-BE3E-0B1935AAC4F2}" dt="2025-04-17T05:24:29.840" v="518" actId="404"/>
          <ac:spMkLst>
            <pc:docMk/>
            <pc:sldMk cId="2151853030" sldId="9782"/>
            <ac:spMk id="5" creationId="{E8105E50-6416-15DC-D7E2-F7FB873CDFB1}"/>
          </ac:spMkLst>
        </pc:spChg>
      </pc:sldChg>
      <pc:sldChg chg="modSp mod">
        <pc:chgData name="Gali Sai Mohan Reddy" userId="6a6b5c13-2edf-40e1-a7b2-8ac4c623ae8c" providerId="ADAL" clId="{9F37F891-3C64-4B6D-BE3E-0B1935AAC4F2}" dt="2025-04-17T04:02:21.451" v="124" actId="20577"/>
        <pc:sldMkLst>
          <pc:docMk/>
          <pc:sldMk cId="1561221354" sldId="9794"/>
        </pc:sldMkLst>
        <pc:spChg chg="mod">
          <ac:chgData name="Gali Sai Mohan Reddy" userId="6a6b5c13-2edf-40e1-a7b2-8ac4c623ae8c" providerId="ADAL" clId="{9F37F891-3C64-4B6D-BE3E-0B1935AAC4F2}" dt="2025-04-17T04:02:21.451" v="124" actId="20577"/>
          <ac:spMkLst>
            <pc:docMk/>
            <pc:sldMk cId="1561221354" sldId="9794"/>
            <ac:spMk id="2" creationId="{0C472883-8246-8478-A168-65F1C0169C21}"/>
          </ac:spMkLst>
        </pc:spChg>
      </pc:sldChg>
      <pc:sldChg chg="addSp delSp modSp mod">
        <pc:chgData name="Gali Sai Mohan Reddy" userId="6a6b5c13-2edf-40e1-a7b2-8ac4c623ae8c" providerId="ADAL" clId="{9F37F891-3C64-4B6D-BE3E-0B1935AAC4F2}" dt="2025-04-17T06:28:31.546" v="523" actId="14100"/>
        <pc:sldMkLst>
          <pc:docMk/>
          <pc:sldMk cId="2629897999" sldId="9795"/>
        </pc:sldMkLst>
        <pc:spChg chg="add del mod">
          <ac:chgData name="Gali Sai Mohan Reddy" userId="6a6b5c13-2edf-40e1-a7b2-8ac4c623ae8c" providerId="ADAL" clId="{9F37F891-3C64-4B6D-BE3E-0B1935AAC4F2}" dt="2025-04-17T06:28:15.316" v="520" actId="22"/>
          <ac:spMkLst>
            <pc:docMk/>
            <pc:sldMk cId="2629897999" sldId="9795"/>
            <ac:spMk id="4" creationId="{E8D98249-E1FA-9E00-1357-85EDD73D9B43}"/>
          </ac:spMkLst>
        </pc:spChg>
        <pc:picChg chg="del">
          <ac:chgData name="Gali Sai Mohan Reddy" userId="6a6b5c13-2edf-40e1-a7b2-8ac4c623ae8c" providerId="ADAL" clId="{9F37F891-3C64-4B6D-BE3E-0B1935AAC4F2}" dt="2025-04-17T06:28:12.269" v="519" actId="478"/>
          <ac:picMkLst>
            <pc:docMk/>
            <pc:sldMk cId="2629897999" sldId="9795"/>
            <ac:picMk id="6" creationId="{A5BA4904-2FB3-B872-64D8-29E4061091FA}"/>
          </ac:picMkLst>
        </pc:picChg>
        <pc:picChg chg="add mod ord">
          <ac:chgData name="Gali Sai Mohan Reddy" userId="6a6b5c13-2edf-40e1-a7b2-8ac4c623ae8c" providerId="ADAL" clId="{9F37F891-3C64-4B6D-BE3E-0B1935AAC4F2}" dt="2025-04-17T06:28:31.546" v="523" actId="14100"/>
          <ac:picMkLst>
            <pc:docMk/>
            <pc:sldMk cId="2629897999" sldId="9795"/>
            <ac:picMk id="7" creationId="{BF0705B0-C7CC-19B0-F41F-0AE9DE754D67}"/>
          </ac:picMkLst>
        </pc:picChg>
      </pc:sldChg>
      <pc:sldChg chg="delSp modSp mod">
        <pc:chgData name="Gali Sai Mohan Reddy" userId="6a6b5c13-2edf-40e1-a7b2-8ac4c623ae8c" providerId="ADAL" clId="{9F37F891-3C64-4B6D-BE3E-0B1935AAC4F2}" dt="2025-04-17T04:05:22.511" v="367" actId="478"/>
        <pc:sldMkLst>
          <pc:docMk/>
          <pc:sldMk cId="2212427463" sldId="9800"/>
        </pc:sldMkLst>
        <pc:spChg chg="del mod">
          <ac:chgData name="Gali Sai Mohan Reddy" userId="6a6b5c13-2edf-40e1-a7b2-8ac4c623ae8c" providerId="ADAL" clId="{9F37F891-3C64-4B6D-BE3E-0B1935AAC4F2}" dt="2025-04-17T04:05:22.511" v="367" actId="478"/>
          <ac:spMkLst>
            <pc:docMk/>
            <pc:sldMk cId="2212427463" sldId="9800"/>
            <ac:spMk id="7" creationId="{4FB90C06-5141-978A-6E33-6662287A5854}"/>
          </ac:spMkLst>
        </pc:spChg>
      </pc:sldChg>
    </pc:docChg>
  </pc:docChgLst>
  <pc:docChgLst>
    <pc:chgData name="Gali Sai Mohan Reddy" userId="6a6b5c13-2edf-40e1-a7b2-8ac4c623ae8c" providerId="ADAL" clId="{71E9A65A-FFD3-4FB6-A4F8-2D0FEEBF17FB}"/>
    <pc:docChg chg="undo custSel modSld">
      <pc:chgData name="Gali Sai Mohan Reddy" userId="6a6b5c13-2edf-40e1-a7b2-8ac4c623ae8c" providerId="ADAL" clId="{71E9A65A-FFD3-4FB6-A4F8-2D0FEEBF17FB}" dt="2025-04-16T18:20:04.381" v="12" actId="14100"/>
      <pc:docMkLst>
        <pc:docMk/>
      </pc:docMkLst>
      <pc:sldChg chg="modSp mod">
        <pc:chgData name="Gali Sai Mohan Reddy" userId="6a6b5c13-2edf-40e1-a7b2-8ac4c623ae8c" providerId="ADAL" clId="{71E9A65A-FFD3-4FB6-A4F8-2D0FEEBF17FB}" dt="2025-04-16T18:20:04.381" v="12" actId="14100"/>
        <pc:sldMkLst>
          <pc:docMk/>
          <pc:sldMk cId="0" sldId="285"/>
        </pc:sldMkLst>
        <pc:spChg chg="mod">
          <ac:chgData name="Gali Sai Mohan Reddy" userId="6a6b5c13-2edf-40e1-a7b2-8ac4c623ae8c" providerId="ADAL" clId="{71E9A65A-FFD3-4FB6-A4F8-2D0FEEBF17FB}" dt="2025-04-16T18:19:36.199" v="10" actId="14100"/>
          <ac:spMkLst>
            <pc:docMk/>
            <pc:sldMk cId="0" sldId="285"/>
            <ac:spMk id="6" creationId="{5E51D83E-2C3F-6ED5-354A-283DD326067E}"/>
          </ac:spMkLst>
        </pc:spChg>
        <pc:spChg chg="mod">
          <ac:chgData name="Gali Sai Mohan Reddy" userId="6a6b5c13-2edf-40e1-a7b2-8ac4c623ae8c" providerId="ADAL" clId="{71E9A65A-FFD3-4FB6-A4F8-2D0FEEBF17FB}" dt="2025-04-16T18:20:04.381" v="12" actId="14100"/>
          <ac:spMkLst>
            <pc:docMk/>
            <pc:sldMk cId="0" sldId="285"/>
            <ac:spMk id="9" creationId="{24405387-FD76-3C76-11A0-499D78B59E77}"/>
          </ac:spMkLst>
        </pc:spChg>
      </pc:sldChg>
      <pc:sldChg chg="modSp mod">
        <pc:chgData name="Gali Sai Mohan Reddy" userId="6a6b5c13-2edf-40e1-a7b2-8ac4c623ae8c" providerId="ADAL" clId="{71E9A65A-FFD3-4FB6-A4F8-2D0FEEBF17FB}" dt="2025-04-16T18:14:46.012" v="2" actId="20577"/>
        <pc:sldMkLst>
          <pc:docMk/>
          <pc:sldMk cId="690062634" sldId="9790"/>
        </pc:sldMkLst>
        <pc:spChg chg="mod">
          <ac:chgData name="Gali Sai Mohan Reddy" userId="6a6b5c13-2edf-40e1-a7b2-8ac4c623ae8c" providerId="ADAL" clId="{71E9A65A-FFD3-4FB6-A4F8-2D0FEEBF17FB}" dt="2025-04-16T18:14:46.012" v="2" actId="20577"/>
          <ac:spMkLst>
            <pc:docMk/>
            <pc:sldMk cId="690062634" sldId="9790"/>
            <ac:spMk id="25" creationId="{BAE71C9B-C784-BEDA-73A8-E802C8F88986}"/>
          </ac:spMkLst>
        </pc:spChg>
      </pc:sldChg>
      <pc:sldChg chg="modSp mod">
        <pc:chgData name="Gali Sai Mohan Reddy" userId="6a6b5c13-2edf-40e1-a7b2-8ac4c623ae8c" providerId="ADAL" clId="{71E9A65A-FFD3-4FB6-A4F8-2D0FEEBF17FB}" dt="2025-04-16T18:15:12.048" v="7" actId="20577"/>
        <pc:sldMkLst>
          <pc:docMk/>
          <pc:sldMk cId="2373282257" sldId="9799"/>
        </pc:sldMkLst>
        <pc:spChg chg="mod">
          <ac:chgData name="Gali Sai Mohan Reddy" userId="6a6b5c13-2edf-40e1-a7b2-8ac4c623ae8c" providerId="ADAL" clId="{71E9A65A-FFD3-4FB6-A4F8-2D0FEEBF17FB}" dt="2025-04-16T18:15:12.048" v="7" actId="20577"/>
          <ac:spMkLst>
            <pc:docMk/>
            <pc:sldMk cId="2373282257" sldId="9799"/>
            <ac:spMk id="2" creationId="{D6777158-DA5D-4F95-C200-0BB3111376C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200"/>
            </a:lvl1pPr>
          </a:lstStyle>
          <a:p>
            <a:fld id="{028255A1-989B-6943-A27A-1FBD0413D4A5}" type="datetimeFigureOut">
              <a:rPr lang="en-US" smtClean="0"/>
              <a:t>5/12/2026</a:t>
            </a:fld>
            <a:endParaRPr lang="en-US" dirty="0"/>
          </a:p>
        </p:txBody>
      </p:sp>
      <p:sp>
        <p:nvSpPr>
          <p:cNvPr id="4" name="Footer Placeholder 3"/>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935C3FCA-6314-8F4D-AE0F-A13C4FBDDD7E}" type="slidenum">
              <a:rPr lang="en-US" smtClean="0"/>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967DD801-C50E-3941-88AE-2805A8373381}" type="datetimeFigureOut">
              <a:rPr lang="en-US" smtClean="0"/>
              <a:t>5/12/2026</a:t>
            </a:fld>
            <a:endParaRPr lang="en-US" dirty="0"/>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774DFB1B-604A-654A-B4FF-ECE7AF17C730}" type="slidenum">
              <a:rPr lang="en-US" smtClean="0"/>
              <a:t>‹#›</a:t>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74DFB1B-604A-654A-B4FF-ECE7AF17C730}" type="slidenum">
              <a:rPr lang="en-US" smtClean="0"/>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9A134-6543-5D27-76FD-5D2DAD951C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B9EB14-AD01-D3D1-895B-60D36E9C9A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D22272-F1CA-7143-033F-164BA6CB9A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140E98-BBEF-21EE-294B-D7A3BFD00ECC}"/>
              </a:ext>
            </a:extLst>
          </p:cNvPr>
          <p:cNvSpPr>
            <a:spLocks noGrp="1"/>
          </p:cNvSpPr>
          <p:nvPr>
            <p:ph type="sldNum" sz="quarter" idx="5"/>
          </p:nvPr>
        </p:nvSpPr>
        <p:spPr/>
        <p:txBody>
          <a:bodyPr/>
          <a:lstStyle/>
          <a:p>
            <a:fld id="{774DFB1B-604A-654A-B4FF-ECE7AF17C730}" type="slidenum">
              <a:rPr lang="en-US" smtClean="0"/>
              <a:t>2</a:t>
            </a:fld>
            <a:endParaRPr lang="en-US" dirty="0"/>
          </a:p>
        </p:txBody>
      </p:sp>
    </p:spTree>
    <p:extLst>
      <p:ext uri="{BB962C8B-B14F-4D97-AF65-F5344CB8AC3E}">
        <p14:creationId xmlns:p14="http://schemas.microsoft.com/office/powerpoint/2010/main" val="2554262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774DFB1B-604A-654A-B4FF-ECE7AF17C730}" type="slidenum">
              <a:rPr lang="en-US" smtClean="0"/>
              <a:t>3</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535C7-AE56-46A2-1974-1811F5FCB1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B26750-D7F6-5F00-8B21-A42044EBFA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80A85F-6A80-D08C-E504-356C3060F5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28A5EA1-3030-D788-AD97-30CD1F1753DA}"/>
              </a:ext>
            </a:extLst>
          </p:cNvPr>
          <p:cNvSpPr>
            <a:spLocks noGrp="1"/>
          </p:cNvSpPr>
          <p:nvPr>
            <p:ph type="sldNum" sz="quarter" idx="5"/>
          </p:nvPr>
        </p:nvSpPr>
        <p:spPr/>
        <p:txBody>
          <a:bodyPr/>
          <a:lstStyle/>
          <a:p>
            <a:fld id="{774DFB1B-604A-654A-B4FF-ECE7AF17C730}" type="slidenum">
              <a:rPr lang="en-US" smtClean="0"/>
              <a:t>4</a:t>
            </a:fld>
            <a:endParaRPr lang="en-US" dirty="0"/>
          </a:p>
        </p:txBody>
      </p:sp>
    </p:spTree>
    <p:extLst>
      <p:ext uri="{BB962C8B-B14F-4D97-AF65-F5344CB8AC3E}">
        <p14:creationId xmlns:p14="http://schemas.microsoft.com/office/powerpoint/2010/main" val="33882561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774DFB1B-604A-654A-B4FF-ECE7AF17C730}" type="slidenum">
              <a:rPr lang="en-US" smtClean="0"/>
              <a:t>5</a:t>
            </a:fld>
            <a:endParaRPr lang="en-US" dirty="0"/>
          </a:p>
        </p:txBody>
      </p:sp>
    </p:spTree>
    <p:extLst>
      <p:ext uri="{BB962C8B-B14F-4D97-AF65-F5344CB8AC3E}">
        <p14:creationId xmlns:p14="http://schemas.microsoft.com/office/powerpoint/2010/main" val="3186613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06BD5-4B53-5C17-9292-D781F8FCEE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0E191-8506-13B5-4BA6-9CEF4C844A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D4D3BF-1F81-0919-D8D4-D1BBD091C2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A2AB48-FCB9-F9CA-6D68-C6A8DDE3F6DD}"/>
              </a:ext>
            </a:extLst>
          </p:cNvPr>
          <p:cNvSpPr>
            <a:spLocks noGrp="1"/>
          </p:cNvSpPr>
          <p:nvPr>
            <p:ph type="sldNum" sz="quarter" idx="5"/>
          </p:nvPr>
        </p:nvSpPr>
        <p:spPr/>
        <p:txBody>
          <a:bodyPr/>
          <a:lstStyle/>
          <a:p>
            <a:fld id="{774DFB1B-604A-654A-B4FF-ECE7AF17C730}" type="slidenum">
              <a:rPr lang="en-US" smtClean="0"/>
              <a:t>6</a:t>
            </a:fld>
            <a:endParaRPr lang="en-US" dirty="0"/>
          </a:p>
        </p:txBody>
      </p:sp>
    </p:spTree>
    <p:extLst>
      <p:ext uri="{BB962C8B-B14F-4D97-AF65-F5344CB8AC3E}">
        <p14:creationId xmlns:p14="http://schemas.microsoft.com/office/powerpoint/2010/main" val="4162921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D17BB-F501-FD66-69B8-F5980847D1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319F4-D043-C955-F69D-CE1C181E85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646FB1-0DEF-5DF7-D2E0-C7102A8E209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EE2E20C-E088-8DE1-ACD6-815F008217EC}"/>
              </a:ext>
            </a:extLst>
          </p:cNvPr>
          <p:cNvSpPr>
            <a:spLocks noGrp="1"/>
          </p:cNvSpPr>
          <p:nvPr>
            <p:ph type="sldNum" sz="quarter" idx="5"/>
          </p:nvPr>
        </p:nvSpPr>
        <p:spPr/>
        <p:txBody>
          <a:bodyPr/>
          <a:lstStyle/>
          <a:p>
            <a:fld id="{774DFB1B-604A-654A-B4FF-ECE7AF17C730}" type="slidenum">
              <a:rPr lang="en-US" smtClean="0"/>
              <a:t>12</a:t>
            </a:fld>
            <a:endParaRPr lang="en-US" dirty="0"/>
          </a:p>
        </p:txBody>
      </p:sp>
    </p:spTree>
    <p:extLst>
      <p:ext uri="{BB962C8B-B14F-4D97-AF65-F5344CB8AC3E}">
        <p14:creationId xmlns:p14="http://schemas.microsoft.com/office/powerpoint/2010/main" val="40844990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62DCD-94CD-F921-7C3D-AA57EB2A1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49B68D-05F5-2210-2668-458C1B56E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E6A25B-8E35-1CAE-88CB-524643B1F03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BECA7F9-AC36-CE8C-2533-8BDB06DACF52}"/>
              </a:ext>
            </a:extLst>
          </p:cNvPr>
          <p:cNvSpPr>
            <a:spLocks noGrp="1"/>
          </p:cNvSpPr>
          <p:nvPr>
            <p:ph type="sldNum" sz="quarter" idx="5"/>
          </p:nvPr>
        </p:nvSpPr>
        <p:spPr/>
        <p:txBody>
          <a:bodyPr/>
          <a:lstStyle/>
          <a:p>
            <a:fld id="{774DFB1B-604A-654A-B4FF-ECE7AF17C730}" type="slidenum">
              <a:rPr lang="en-US" smtClean="0"/>
              <a:t>18</a:t>
            </a:fld>
            <a:endParaRPr lang="en-US" dirty="0"/>
          </a:p>
        </p:txBody>
      </p:sp>
    </p:spTree>
    <p:extLst>
      <p:ext uri="{BB962C8B-B14F-4D97-AF65-F5344CB8AC3E}">
        <p14:creationId xmlns:p14="http://schemas.microsoft.com/office/powerpoint/2010/main" val="34561327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FA118-C463-FAE6-DD82-1DB0DC4E6D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449105-6253-0F8E-D77B-15C57DE9D2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9B7263-E999-C847-BBB7-28262CDA480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70E98-598D-9642-8145-D582A3780C4A}"/>
              </a:ext>
            </a:extLst>
          </p:cNvPr>
          <p:cNvSpPr>
            <a:spLocks noGrp="1"/>
          </p:cNvSpPr>
          <p:nvPr>
            <p:ph type="sldNum" sz="quarter" idx="5"/>
          </p:nvPr>
        </p:nvSpPr>
        <p:spPr/>
        <p:txBody>
          <a:bodyPr/>
          <a:lstStyle/>
          <a:p>
            <a:fld id="{774DFB1B-604A-654A-B4FF-ECE7AF17C730}" type="slidenum">
              <a:rPr lang="en-US" smtClean="0"/>
              <a:t>22</a:t>
            </a:fld>
            <a:endParaRPr lang="en-US" dirty="0"/>
          </a:p>
        </p:txBody>
      </p:sp>
    </p:spTree>
    <p:extLst>
      <p:ext uri="{BB962C8B-B14F-4D97-AF65-F5344CB8AC3E}">
        <p14:creationId xmlns:p14="http://schemas.microsoft.com/office/powerpoint/2010/main" val="16236986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Only" preserve="1">
  <p:cSld name="Title_1">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2"/>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10" name="Graphic 9"/>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1" name="TextBox 10"/>
          <p:cNvSpPr txBox="1"/>
          <p:nvPr userDrawn="1"/>
        </p:nvSpPr>
        <p:spPr>
          <a:xfrm>
            <a:off x="383907"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accent4"/>
                </a:solidFill>
                <a:latin typeface="Arial" panose="020B0604020202020204" pitchFamily="34" charset="0"/>
                <a:cs typeface="Arial" panose="020B0604020202020204" pitchFamily="34" charset="0"/>
                <a:hlinkClick r:id="rId3"/>
              </a:rPr>
              <a:t>jmangroup.com</a:t>
            </a:r>
            <a:endParaRPr lang="en-GB" sz="800" spc="55" dirty="0">
              <a:solidFill>
                <a:schemeClr val="accent4"/>
              </a:solidFill>
              <a:latin typeface="Arial" panose="020B0604020202020204" pitchFamily="34" charset="0"/>
              <a:cs typeface="Arial" panose="020B0604020202020204" pitchFamily="34" charset="0"/>
            </a:endParaRPr>
          </a:p>
        </p:txBody>
      </p:sp>
      <p:sp>
        <p:nvSpPr>
          <p:cNvPr id="7"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2"/>
                </a:solidFill>
              </a:defRPr>
            </a:lvl1pPr>
          </a:lstStyle>
          <a:p>
            <a:fld id="{63FF4F9B-344A-49F0-823F-B16F7B337E2A}" type="datetime4">
              <a:rPr lang="en-GB" smtClean="0"/>
              <a:t>12 May 2026</a:t>
            </a:fld>
            <a:endParaRPr lang="en-GB"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_2">
    <p:bg>
      <p:bgPr>
        <a:gradFill>
          <a:gsLst>
            <a:gs pos="0">
              <a:schemeClr val="bg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1" name="TextBox 10"/>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3"/>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3"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C4FC070C-0C1A-4A7C-A551-7B5182511A7F}"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4"/>
          <a:stretch>
            <a:fillRect/>
          </a:stretch>
        </p:blipFill>
        <p:spPr>
          <a:xfrm>
            <a:off x="11177064" y="5852078"/>
            <a:ext cx="631029" cy="631029"/>
          </a:xfrm>
          <a:prstGeom prst="rect">
            <a:avLst/>
          </a:prstGeom>
        </p:spPr>
      </p:pic>
      <p:pic>
        <p:nvPicPr>
          <p:cNvPr id="7" name="Picture 6" descr="A white and blue sign with black text&#10;&#10;Description automatically generated"/>
          <p:cNvPicPr>
            <a:picLocks noChangeAspect="1"/>
          </p:cNvPicPr>
          <p:nvPr userDrawn="1"/>
        </p:nvPicPr>
        <p:blipFill>
          <a:blip r:embed="rId5"/>
          <a:stretch>
            <a:fillRect/>
          </a:stretch>
        </p:blipFill>
        <p:spPr>
          <a:xfrm>
            <a:off x="7262308" y="5852078"/>
            <a:ext cx="790960" cy="631029"/>
          </a:xfrm>
          <a:prstGeom prst="rect">
            <a:avLst/>
          </a:prstGeom>
        </p:spPr>
      </p:pic>
      <p:grpSp>
        <p:nvGrpSpPr>
          <p:cNvPr id="45" name="Group 44"/>
          <p:cNvGrpSpPr/>
          <p:nvPr userDrawn="1"/>
        </p:nvGrpSpPr>
        <p:grpSpPr>
          <a:xfrm>
            <a:off x="8227477" y="5847136"/>
            <a:ext cx="2772644" cy="631029"/>
            <a:chOff x="4757737" y="3124200"/>
            <a:chExt cx="2678906" cy="609695"/>
          </a:xfrm>
        </p:grpSpPr>
        <p:sp>
          <p:nvSpPr>
            <p:cNvPr id="78" name="Freeform: Shape 77"/>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81" name="Freeform: Shape 8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91" name="Freeform: Shape 90"/>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92" name="Freeform: Shape 91"/>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93" name="Graphic 3"/>
            <p:cNvGrpSpPr/>
            <p:nvPr/>
          </p:nvGrpSpPr>
          <p:grpSpPr>
            <a:xfrm>
              <a:off x="4876799" y="3243548"/>
              <a:ext cx="184499" cy="184594"/>
              <a:chOff x="4876799" y="3243548"/>
              <a:chExt cx="184499" cy="184594"/>
            </a:xfrm>
          </p:grpSpPr>
          <p:sp>
            <p:nvSpPr>
              <p:cNvPr id="162" name="Freeform: Shape 161"/>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163" name="Graphic 3"/>
              <p:cNvGrpSpPr/>
              <p:nvPr/>
            </p:nvGrpSpPr>
            <p:grpSpPr>
              <a:xfrm>
                <a:off x="4897849" y="3268503"/>
                <a:ext cx="147827" cy="84677"/>
                <a:chOff x="4897849" y="3268503"/>
                <a:chExt cx="147827" cy="84677"/>
              </a:xfrm>
              <a:solidFill>
                <a:srgbClr val="333333"/>
              </a:solidFill>
            </p:grpSpPr>
            <p:sp>
              <p:nvSpPr>
                <p:cNvPr id="164" name="Freeform: Shape 163"/>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165" name="Freeform: Shape 164"/>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94" name="Graphic 3"/>
            <p:cNvGrpSpPr/>
            <p:nvPr/>
          </p:nvGrpSpPr>
          <p:grpSpPr>
            <a:xfrm>
              <a:off x="5095398" y="3268313"/>
              <a:ext cx="422052" cy="54768"/>
              <a:chOff x="5095398" y="3268313"/>
              <a:chExt cx="422052" cy="54768"/>
            </a:xfrm>
            <a:solidFill>
              <a:srgbClr val="333333"/>
            </a:solidFill>
          </p:grpSpPr>
          <p:sp>
            <p:nvSpPr>
              <p:cNvPr id="153" name="Freeform: Shape 152"/>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154" name="Freeform: Shape 153"/>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155" name="Freeform: Shape 154"/>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156" name="Freeform: Shape 155"/>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157" name="Freeform: Shape 156"/>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158" name="Freeform: Shape 157"/>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159" name="Freeform: Shape 158"/>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160" name="Freeform: Shape 159"/>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161" name="Freeform: Shape 160"/>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95" name="Graphic 3"/>
            <p:cNvGrpSpPr/>
            <p:nvPr/>
          </p:nvGrpSpPr>
          <p:grpSpPr>
            <a:xfrm>
              <a:off x="5095398" y="3348608"/>
              <a:ext cx="237172" cy="54864"/>
              <a:chOff x="5095398" y="3348608"/>
              <a:chExt cx="237172" cy="54864"/>
            </a:xfrm>
            <a:solidFill>
              <a:srgbClr val="333333"/>
            </a:solidFill>
          </p:grpSpPr>
          <p:sp>
            <p:nvSpPr>
              <p:cNvPr id="148" name="Freeform: Shape 147"/>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149" name="Freeform: Shape 148"/>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150" name="Freeform: Shape 149"/>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151" name="Freeform: Shape 150"/>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152" name="Freeform: Shape 151"/>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96" name="Freeform: Shape 95"/>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97" name="Freeform: Shape 96"/>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98" name="Freeform: Shape 97"/>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99" name="Freeform: Shape 98"/>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100" name="Freeform: Shape 99"/>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101" name="Freeform: Shape 100"/>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02" name="Freeform: Shape 101"/>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103" name="Freeform: Shape 102"/>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104" name="Freeform: Shape 103"/>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105" name="Freeform: Shape 104"/>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106" name="Freeform: Shape 105"/>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107" name="Freeform: Shape 106"/>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108" name="Freeform: Shape 107"/>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109" name="Freeform: Shape 108"/>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110" name="Freeform: Shape 109"/>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111" name="Freeform: Shape 110"/>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112" name="Freeform: Shape 111"/>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113" name="Freeform: Shape 112"/>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114" name="Freeform: Shape 113"/>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115" name="Freeform: Shape 114"/>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116" name="Freeform: Shape 115"/>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117" name="Freeform: Shape 116"/>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118" name="Freeform: Shape 117"/>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119" name="Freeform: Shape 118"/>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120" name="Freeform: Shape 119"/>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121" name="Freeform: Shape 120"/>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122" name="Freeform: Shape 121"/>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123" name="Freeform: Shape 122"/>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124" name="Freeform: Shape 123"/>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125" name="Freeform: Shape 124"/>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126" name="Freeform: Shape 125"/>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127" name="Freeform: Shape 126"/>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128" name="Freeform: Shape 127"/>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129" name="Freeform: Shape 128"/>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130" name="Freeform: Shape 129"/>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131" name="Freeform: Shape 130"/>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132" name="Freeform: Shape 131"/>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133" name="Freeform: Shape 132"/>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134" name="Freeform: Shape 133"/>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135" name="Freeform: Shape 134"/>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136" name="Freeform: Shape 135"/>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137" name="Freeform: Shape 136"/>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38" name="Freeform: Shape 137"/>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139" name="Freeform: Shape 138"/>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140" name="Freeform: Shape 139"/>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141" name="Freeform: Shape 140"/>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142" name="Freeform: Shape 141"/>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143" name="Freeform: Shape 142"/>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144" name="Freeform: Shape 143"/>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145" name="Freeform: Shape 144"/>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146" name="Freeform: Shape 145"/>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147" name="Freeform: Shape 146"/>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_3">
    <p:bg>
      <p:bgPr>
        <a:gradFill>
          <a:gsLst>
            <a:gs pos="0">
              <a:schemeClr val="bg2"/>
            </a:gs>
            <a:gs pos="100000">
              <a:schemeClr val="accent1"/>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3"/>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1"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DCDCB8D5-09BA-4706-AE19-4FD94245A50E}" type="datetime4">
              <a:rPr lang="en-GB" smtClean="0"/>
              <a:t>12 May 2026</a:t>
            </a:fld>
            <a:endParaRPr lang="en-GB" dirty="0"/>
          </a:p>
        </p:txBody>
      </p:sp>
      <p:pic>
        <p:nvPicPr>
          <p:cNvPr id="6" name="Picture 5" descr="A logo with red text&#10;&#10;Description automatically generated"/>
          <p:cNvPicPr>
            <a:picLocks noChangeAspect="1"/>
          </p:cNvPicPr>
          <p:nvPr userDrawn="1"/>
        </p:nvPicPr>
        <p:blipFill>
          <a:blip r:embed="rId4"/>
          <a:stretch>
            <a:fillRect/>
          </a:stretch>
        </p:blipFill>
        <p:spPr>
          <a:xfrm>
            <a:off x="11177064" y="5852078"/>
            <a:ext cx="631029" cy="631029"/>
          </a:xfrm>
          <a:prstGeom prst="rect">
            <a:avLst/>
          </a:prstGeom>
        </p:spPr>
      </p:pic>
      <p:pic>
        <p:nvPicPr>
          <p:cNvPr id="7" name="Picture 6" descr="A white and blue sign with black text&#10;&#10;Description automatically generated"/>
          <p:cNvPicPr>
            <a:picLocks noChangeAspect="1"/>
          </p:cNvPicPr>
          <p:nvPr userDrawn="1"/>
        </p:nvPicPr>
        <p:blipFill>
          <a:blip r:embed="rId5"/>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5" name="Freeform: Shape 4"/>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2" name="Freeform: Shape 11"/>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_4">
    <p:bg>
      <p:bgPr>
        <a:gradFill>
          <a:gsLst>
            <a:gs pos="0">
              <a:schemeClr val="bg2"/>
            </a:gs>
            <a:gs pos="100000">
              <a:schemeClr val="accent4"/>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3"/>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A4CC55A1-80DF-479A-92E0-EAFBC761A0D8}"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4"/>
          <a:stretch>
            <a:fillRect/>
          </a:stretch>
        </p:blipFill>
        <p:spPr>
          <a:xfrm>
            <a:off x="11177064" y="5852078"/>
            <a:ext cx="631029" cy="631029"/>
          </a:xfrm>
          <a:prstGeom prst="rect">
            <a:avLst/>
          </a:prstGeom>
        </p:spPr>
      </p:pic>
      <p:pic>
        <p:nvPicPr>
          <p:cNvPr id="6" name="Picture 5" descr="A white and blue sign with black text&#10;&#10;Description automatically generated"/>
          <p:cNvPicPr>
            <a:picLocks noChangeAspect="1"/>
          </p:cNvPicPr>
          <p:nvPr userDrawn="1"/>
        </p:nvPicPr>
        <p:blipFill>
          <a:blip r:embed="rId5"/>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1" name="Freeform: Shape 1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_5">
    <p:bg>
      <p:bgPr>
        <a:gradFill>
          <a:gsLst>
            <a:gs pos="0">
              <a:schemeClr val="accent1"/>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3"/>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7AF1F6EE-5D97-4D34-882D-A275F9980FBD}"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4"/>
          <a:stretch>
            <a:fillRect/>
          </a:stretch>
        </p:blipFill>
        <p:spPr>
          <a:xfrm>
            <a:off x="11177064" y="5852078"/>
            <a:ext cx="631029" cy="631029"/>
          </a:xfrm>
          <a:prstGeom prst="rect">
            <a:avLst/>
          </a:prstGeom>
        </p:spPr>
      </p:pic>
      <p:pic>
        <p:nvPicPr>
          <p:cNvPr id="6" name="Picture 5" descr="A white and blue sign with black text&#10;&#10;Description automatically generated"/>
          <p:cNvPicPr>
            <a:picLocks noChangeAspect="1"/>
          </p:cNvPicPr>
          <p:nvPr userDrawn="1"/>
        </p:nvPicPr>
        <p:blipFill>
          <a:blip r:embed="rId5"/>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1" name="Freeform: Shape 1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_6">
    <p:bg>
      <p:bgPr>
        <a:gradFill>
          <a:gsLst>
            <a:gs pos="0">
              <a:schemeClr val="tx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3"/>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D81B7DBE-3DD4-4838-8942-75C2E1EA024D}"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4"/>
          <a:stretch>
            <a:fillRect/>
          </a:stretch>
        </p:blipFill>
        <p:spPr>
          <a:xfrm>
            <a:off x="11177064" y="5852078"/>
            <a:ext cx="631029" cy="631029"/>
          </a:xfrm>
          <a:prstGeom prst="rect">
            <a:avLst/>
          </a:prstGeom>
        </p:spPr>
      </p:pic>
      <p:pic>
        <p:nvPicPr>
          <p:cNvPr id="6" name="Picture 5" descr="A white and blue sign with black text&#10;&#10;Description automatically generated"/>
          <p:cNvPicPr>
            <a:picLocks noChangeAspect="1"/>
          </p:cNvPicPr>
          <p:nvPr userDrawn="1"/>
        </p:nvPicPr>
        <p:blipFill>
          <a:blip r:embed="rId5"/>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1" name="Freeform: Shape 1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_7">
    <p:bg>
      <p:bgPr>
        <a:gradFill>
          <a:gsLst>
            <a:gs pos="0">
              <a:schemeClr val="accent4"/>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3"/>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C3C819FC-230C-4DDF-90FD-2BD2931E47B3}"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4"/>
          <a:stretch>
            <a:fillRect/>
          </a:stretch>
        </p:blipFill>
        <p:spPr>
          <a:xfrm>
            <a:off x="11177064" y="5852078"/>
            <a:ext cx="631029" cy="631029"/>
          </a:xfrm>
          <a:prstGeom prst="rect">
            <a:avLst/>
          </a:prstGeom>
        </p:spPr>
      </p:pic>
      <p:pic>
        <p:nvPicPr>
          <p:cNvPr id="6" name="Picture 5" descr="A white and blue sign with black text&#10;&#10;Description automatically generated"/>
          <p:cNvPicPr>
            <a:picLocks noChangeAspect="1"/>
          </p:cNvPicPr>
          <p:nvPr userDrawn="1"/>
        </p:nvPicPr>
        <p:blipFill>
          <a:blip r:embed="rId5"/>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1" name="Freeform: Shape 1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_8">
    <p:bg>
      <p:bgPr>
        <a:gradFill>
          <a:gsLst>
            <a:gs pos="0">
              <a:schemeClr val="accent1"/>
            </a:gs>
            <a:gs pos="99000">
              <a:schemeClr val="accent4"/>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3"/>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51E367F0-E56B-4C47-9172-1CF5ECA13C5F}"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4"/>
          <a:stretch>
            <a:fillRect/>
          </a:stretch>
        </p:blipFill>
        <p:spPr>
          <a:xfrm>
            <a:off x="11177064" y="5852078"/>
            <a:ext cx="631029" cy="631029"/>
          </a:xfrm>
          <a:prstGeom prst="rect">
            <a:avLst/>
          </a:prstGeom>
        </p:spPr>
      </p:pic>
      <p:pic>
        <p:nvPicPr>
          <p:cNvPr id="6" name="Picture 5" descr="A white and blue sign with black text&#10;&#10;Description automatically generated"/>
          <p:cNvPicPr>
            <a:picLocks noChangeAspect="1"/>
          </p:cNvPicPr>
          <p:nvPr userDrawn="1"/>
        </p:nvPicPr>
        <p:blipFill>
          <a:blip r:embed="rId5"/>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1" name="Freeform: Shape 1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_9">
    <p:bg>
      <p:bgPr>
        <a:gradFill>
          <a:gsLst>
            <a:gs pos="0">
              <a:schemeClr val="accent4"/>
            </a:gs>
            <a:gs pos="100000">
              <a:schemeClr val="accent2"/>
            </a:gs>
          </a:gsLst>
          <a:lin ang="18000000" scaled="0"/>
        </a:gradFill>
        <a:effectLst/>
      </p:bgPr>
    </p:bg>
    <p:spTree>
      <p:nvGrpSpPr>
        <p:cNvPr id="1" name=""/>
        <p:cNvGrpSpPr/>
        <p:nvPr/>
      </p:nvGrpSpPr>
      <p:grpSpPr>
        <a:xfrm>
          <a:off x="0" y="0"/>
          <a:ext cx="0" cy="0"/>
          <a:chOff x="0" y="0"/>
          <a:chExt cx="0" cy="0"/>
        </a:xfrm>
      </p:grpSpPr>
      <p:sp>
        <p:nvSpPr>
          <p:cNvPr id="7" name="Picture Placeholder 6"/>
          <p:cNvSpPr>
            <a:spLocks noGrp="1"/>
          </p:cNvSpPr>
          <p:nvPr>
            <p:ph type="pic" sz="quarter" idx="10"/>
          </p:nvPr>
        </p:nvSpPr>
        <p:spPr>
          <a:xfrm>
            <a:off x="3813755" y="5"/>
            <a:ext cx="8377613" cy="6854893"/>
          </a:xfrm>
          <a:custGeom>
            <a:avLst/>
            <a:gdLst>
              <a:gd name="connsiteX0" fmla="*/ 820536 w 8377613"/>
              <a:gd name="connsiteY0" fmla="*/ 6758957 h 6854893"/>
              <a:gd name="connsiteX1" fmla="*/ 797675 w 8377613"/>
              <a:gd name="connsiteY1" fmla="*/ 6838999 h 6854893"/>
              <a:gd name="connsiteX2" fmla="*/ 779183 w 8377613"/>
              <a:gd name="connsiteY2" fmla="*/ 6838999 h 6854893"/>
              <a:gd name="connsiteX3" fmla="*/ 796978 w 8377613"/>
              <a:gd name="connsiteY3" fmla="*/ 6776815 h 6854893"/>
              <a:gd name="connsiteX4" fmla="*/ 5213067 w 8377613"/>
              <a:gd name="connsiteY4" fmla="*/ 6751421 h 6854893"/>
              <a:gd name="connsiteX5" fmla="*/ 5468657 w 8377613"/>
              <a:gd name="connsiteY5" fmla="*/ 6838998 h 6854893"/>
              <a:gd name="connsiteX6" fmla="*/ 5236688 w 8377613"/>
              <a:gd name="connsiteY6" fmla="*/ 6838998 h 6854893"/>
              <a:gd name="connsiteX7" fmla="*/ 3374160 w 8377613"/>
              <a:gd name="connsiteY7" fmla="*/ 6748192 h 6854893"/>
              <a:gd name="connsiteX8" fmla="*/ 3410446 w 8377613"/>
              <a:gd name="connsiteY8" fmla="*/ 6838999 h 6854893"/>
              <a:gd name="connsiteX9" fmla="*/ 3323814 w 8377613"/>
              <a:gd name="connsiteY9" fmla="*/ 6838999 h 6854893"/>
              <a:gd name="connsiteX10" fmla="*/ 4636849 w 8377613"/>
              <a:gd name="connsiteY10" fmla="*/ 6726535 h 6854893"/>
              <a:gd name="connsiteX11" fmla="*/ 4800931 w 8377613"/>
              <a:gd name="connsiteY11" fmla="*/ 6838999 h 6854893"/>
              <a:gd name="connsiteX12" fmla="*/ 4637102 w 8377613"/>
              <a:gd name="connsiteY12" fmla="*/ 6838999 h 6854893"/>
              <a:gd name="connsiteX13" fmla="*/ 7576834 w 8377613"/>
              <a:gd name="connsiteY13" fmla="*/ 6663020 h 6854893"/>
              <a:gd name="connsiteX14" fmla="*/ 7759218 w 8377613"/>
              <a:gd name="connsiteY14" fmla="*/ 6838998 h 6854893"/>
              <a:gd name="connsiteX15" fmla="*/ 6852176 w 8377613"/>
              <a:gd name="connsiteY15" fmla="*/ 6838998 h 6854893"/>
              <a:gd name="connsiteX16" fmla="*/ 6794358 w 8377613"/>
              <a:gd name="connsiteY16" fmla="*/ 6783209 h 6854893"/>
              <a:gd name="connsiteX17" fmla="*/ 2544314 w 8377613"/>
              <a:gd name="connsiteY17" fmla="*/ 6645290 h 6854893"/>
              <a:gd name="connsiteX18" fmla="*/ 2558689 w 8377613"/>
              <a:gd name="connsiteY18" fmla="*/ 6838998 h 6854893"/>
              <a:gd name="connsiteX19" fmla="*/ 2409679 w 8377613"/>
              <a:gd name="connsiteY19" fmla="*/ 6838998 h 6854893"/>
              <a:gd name="connsiteX20" fmla="*/ 2406196 w 8377613"/>
              <a:gd name="connsiteY20" fmla="*/ 6792011 h 6854893"/>
              <a:gd name="connsiteX21" fmla="*/ 5798468 w 8377613"/>
              <a:gd name="connsiteY21" fmla="*/ 6620847 h 6854893"/>
              <a:gd name="connsiteX22" fmla="*/ 6506345 w 8377613"/>
              <a:gd name="connsiteY22" fmla="*/ 6665110 h 6854893"/>
              <a:gd name="connsiteX23" fmla="*/ 6608429 w 8377613"/>
              <a:gd name="connsiteY23" fmla="*/ 6838998 h 6854893"/>
              <a:gd name="connsiteX24" fmla="*/ 5926453 w 8377613"/>
              <a:gd name="connsiteY24" fmla="*/ 6838998 h 6854893"/>
              <a:gd name="connsiteX25" fmla="*/ 4107873 w 8377613"/>
              <a:gd name="connsiteY25" fmla="*/ 6556763 h 6854893"/>
              <a:gd name="connsiteX26" fmla="*/ 4344909 w 8377613"/>
              <a:gd name="connsiteY26" fmla="*/ 6838998 h 6854893"/>
              <a:gd name="connsiteX27" fmla="*/ 4034350 w 8377613"/>
              <a:gd name="connsiteY27" fmla="*/ 6838998 h 6854893"/>
              <a:gd name="connsiteX28" fmla="*/ 1275228 w 8377613"/>
              <a:gd name="connsiteY28" fmla="*/ 6488942 h 6854893"/>
              <a:gd name="connsiteX29" fmla="*/ 1185429 w 8377613"/>
              <a:gd name="connsiteY29" fmla="*/ 6838998 h 6854893"/>
              <a:gd name="connsiteX30" fmla="*/ 1126788 w 8377613"/>
              <a:gd name="connsiteY30" fmla="*/ 6838998 h 6854893"/>
              <a:gd name="connsiteX31" fmla="*/ 1204618 w 8377613"/>
              <a:gd name="connsiteY31" fmla="*/ 6535485 h 6854893"/>
              <a:gd name="connsiteX32" fmla="*/ 8377613 w 8377613"/>
              <a:gd name="connsiteY32" fmla="*/ 6386674 h 6854893"/>
              <a:gd name="connsiteX33" fmla="*/ 8377613 w 8377613"/>
              <a:gd name="connsiteY33" fmla="*/ 6581333 h 6854893"/>
              <a:gd name="connsiteX34" fmla="*/ 8168758 w 8377613"/>
              <a:gd name="connsiteY34" fmla="*/ 6662387 h 6854893"/>
              <a:gd name="connsiteX35" fmla="*/ 7958194 w 8377613"/>
              <a:gd name="connsiteY35" fmla="*/ 6549480 h 6854893"/>
              <a:gd name="connsiteX36" fmla="*/ 3658881 w 8377613"/>
              <a:gd name="connsiteY36" fmla="*/ 6261736 h 6854893"/>
              <a:gd name="connsiteX37" fmla="*/ 3920297 w 8377613"/>
              <a:gd name="connsiteY37" fmla="*/ 6832919 h 6854893"/>
              <a:gd name="connsiteX38" fmla="*/ 3916877 w 8377613"/>
              <a:gd name="connsiteY38" fmla="*/ 6838998 h 6854893"/>
              <a:gd name="connsiteX39" fmla="*/ 3635006 w 8377613"/>
              <a:gd name="connsiteY39" fmla="*/ 6838998 h 6854893"/>
              <a:gd name="connsiteX40" fmla="*/ 3500688 w 8377613"/>
              <a:gd name="connsiteY40" fmla="*/ 6545491 h 6854893"/>
              <a:gd name="connsiteX41" fmla="*/ 2929726 w 8377613"/>
              <a:gd name="connsiteY41" fmla="*/ 6256860 h 6854893"/>
              <a:gd name="connsiteX42" fmla="*/ 2997550 w 8377613"/>
              <a:gd name="connsiteY42" fmla="*/ 6838998 h 6854893"/>
              <a:gd name="connsiteX43" fmla="*/ 2797878 w 8377613"/>
              <a:gd name="connsiteY43" fmla="*/ 6838998 h 6854893"/>
              <a:gd name="connsiteX44" fmla="*/ 2751965 w 8377613"/>
              <a:gd name="connsiteY44" fmla="*/ 6444553 h 6854893"/>
              <a:gd name="connsiteX45" fmla="*/ 1729921 w 8377613"/>
              <a:gd name="connsiteY45" fmla="*/ 6218929 h 6854893"/>
              <a:gd name="connsiteX46" fmla="*/ 1591423 w 8377613"/>
              <a:gd name="connsiteY46" fmla="*/ 6838999 h 6854893"/>
              <a:gd name="connsiteX47" fmla="*/ 1490479 w 8377613"/>
              <a:gd name="connsiteY47" fmla="*/ 6838999 h 6854893"/>
              <a:gd name="connsiteX48" fmla="*/ 1612195 w 8377613"/>
              <a:gd name="connsiteY48" fmla="*/ 6294158 h 6854893"/>
              <a:gd name="connsiteX49" fmla="*/ 7074899 w 8377613"/>
              <a:gd name="connsiteY49" fmla="*/ 6187710 h 6854893"/>
              <a:gd name="connsiteX50" fmla="*/ 7335619 w 8377613"/>
              <a:gd name="connsiteY50" fmla="*/ 6440500 h 6854893"/>
              <a:gd name="connsiteX51" fmla="*/ 6612797 w 8377613"/>
              <a:gd name="connsiteY51" fmla="*/ 6587348 h 6854893"/>
              <a:gd name="connsiteX52" fmla="*/ 6352014 w 8377613"/>
              <a:gd name="connsiteY52" fmla="*/ 6334622 h 6854893"/>
              <a:gd name="connsiteX53" fmla="*/ 5164749 w 8377613"/>
              <a:gd name="connsiteY53" fmla="*/ 6063342 h 6854893"/>
              <a:gd name="connsiteX54" fmla="*/ 5164749 w 8377613"/>
              <a:gd name="connsiteY54" fmla="*/ 6193726 h 6854893"/>
              <a:gd name="connsiteX55" fmla="*/ 5641416 w 8377613"/>
              <a:gd name="connsiteY55" fmla="*/ 6327023 h 6854893"/>
              <a:gd name="connsiteX56" fmla="*/ 5532049 w 8377613"/>
              <a:gd name="connsiteY56" fmla="*/ 6140027 h 6854893"/>
              <a:gd name="connsiteX57" fmla="*/ 4763251 w 8377613"/>
              <a:gd name="connsiteY57" fmla="*/ 6062708 h 6854893"/>
              <a:gd name="connsiteX58" fmla="*/ 4730701 w 8377613"/>
              <a:gd name="connsiteY58" fmla="*/ 6186190 h 6854893"/>
              <a:gd name="connsiteX59" fmla="*/ 4730764 w 8377613"/>
              <a:gd name="connsiteY59" fmla="*/ 6186190 h 6854893"/>
              <a:gd name="connsiteX60" fmla="*/ 5140304 w 8377613"/>
              <a:gd name="connsiteY60" fmla="*/ 6433344 h 6854893"/>
              <a:gd name="connsiteX61" fmla="*/ 5085272 w 8377613"/>
              <a:gd name="connsiteY61" fmla="*/ 6228491 h 6854893"/>
              <a:gd name="connsiteX62" fmla="*/ 4390441 w 8377613"/>
              <a:gd name="connsiteY62" fmla="*/ 5960250 h 6854893"/>
              <a:gd name="connsiteX63" fmla="*/ 4329520 w 8377613"/>
              <a:gd name="connsiteY63" fmla="*/ 6068914 h 6854893"/>
              <a:gd name="connsiteX64" fmla="*/ 4329520 w 8377613"/>
              <a:gd name="connsiteY64" fmla="*/ 6068978 h 6854893"/>
              <a:gd name="connsiteX65" fmla="*/ 4648375 w 8377613"/>
              <a:gd name="connsiteY65" fmla="*/ 6406938 h 6854893"/>
              <a:gd name="connsiteX66" fmla="*/ 4648248 w 8377613"/>
              <a:gd name="connsiteY66" fmla="*/ 6198982 h 6854893"/>
              <a:gd name="connsiteX67" fmla="*/ 2184613 w 8377613"/>
              <a:gd name="connsiteY67" fmla="*/ 5948851 h 6854893"/>
              <a:gd name="connsiteX68" fmla="*/ 2056944 w 8377613"/>
              <a:gd name="connsiteY68" fmla="*/ 6634397 h 6854893"/>
              <a:gd name="connsiteX69" fmla="*/ 1892166 w 8377613"/>
              <a:gd name="connsiteY69" fmla="*/ 6738376 h 6854893"/>
              <a:gd name="connsiteX70" fmla="*/ 2019835 w 8377613"/>
              <a:gd name="connsiteY70" fmla="*/ 6052829 h 6854893"/>
              <a:gd name="connsiteX71" fmla="*/ 5957547 w 8377613"/>
              <a:gd name="connsiteY71" fmla="*/ 5932577 h 6854893"/>
              <a:gd name="connsiteX72" fmla="*/ 5957484 w 8377613"/>
              <a:gd name="connsiteY72" fmla="*/ 5932641 h 6854893"/>
              <a:gd name="connsiteX73" fmla="*/ 5568335 w 8377613"/>
              <a:gd name="connsiteY73" fmla="*/ 5955944 h 6854893"/>
              <a:gd name="connsiteX74" fmla="*/ 5602722 w 8377613"/>
              <a:gd name="connsiteY74" fmla="*/ 6084429 h 6854893"/>
              <a:gd name="connsiteX75" fmla="*/ 6116753 w 8377613"/>
              <a:gd name="connsiteY75" fmla="*/ 6087405 h 6854893"/>
              <a:gd name="connsiteX76" fmla="*/ 8149696 w 8377613"/>
              <a:gd name="connsiteY76" fmla="*/ 5897559 h 6854893"/>
              <a:gd name="connsiteX77" fmla="*/ 8377612 w 8377613"/>
              <a:gd name="connsiteY77" fmla="*/ 6020851 h 6854893"/>
              <a:gd name="connsiteX78" fmla="*/ 8377612 w 8377613"/>
              <a:gd name="connsiteY78" fmla="*/ 6061632 h 6854893"/>
              <a:gd name="connsiteX79" fmla="*/ 7665050 w 8377613"/>
              <a:gd name="connsiteY79" fmla="*/ 6372426 h 6854893"/>
              <a:gd name="connsiteX80" fmla="*/ 7395401 w 8377613"/>
              <a:gd name="connsiteY80" fmla="*/ 6226591 h 6854893"/>
              <a:gd name="connsiteX81" fmla="*/ 3315201 w 8377613"/>
              <a:gd name="connsiteY81" fmla="*/ 5868430 h 6854893"/>
              <a:gd name="connsiteX82" fmla="*/ 3415893 w 8377613"/>
              <a:gd name="connsiteY82" fmla="*/ 6475645 h 6854893"/>
              <a:gd name="connsiteX83" fmla="*/ 3198362 w 8377613"/>
              <a:gd name="connsiteY83" fmla="*/ 6704308 h 6854893"/>
              <a:gd name="connsiteX84" fmla="*/ 3097671 w 8377613"/>
              <a:gd name="connsiteY84" fmla="*/ 6097094 h 6854893"/>
              <a:gd name="connsiteX85" fmla="*/ 4069814 w 8377613"/>
              <a:gd name="connsiteY85" fmla="*/ 5768568 h 6854893"/>
              <a:gd name="connsiteX86" fmla="*/ 3986158 w 8377613"/>
              <a:gd name="connsiteY86" fmla="*/ 5856019 h 6854893"/>
              <a:gd name="connsiteX87" fmla="*/ 4198179 w 8377613"/>
              <a:gd name="connsiteY87" fmla="*/ 6256987 h 6854893"/>
              <a:gd name="connsiteX88" fmla="*/ 4249854 w 8377613"/>
              <a:gd name="connsiteY88" fmla="*/ 6060049 h 6854893"/>
              <a:gd name="connsiteX89" fmla="*/ 2639306 w 8377613"/>
              <a:gd name="connsiteY89" fmla="*/ 5678837 h 6854893"/>
              <a:gd name="connsiteX90" fmla="*/ 2546657 w 8377613"/>
              <a:gd name="connsiteY90" fmla="*/ 6321894 h 6854893"/>
              <a:gd name="connsiteX91" fmla="*/ 2334763 w 8377613"/>
              <a:gd name="connsiteY91" fmla="*/ 6454494 h 6854893"/>
              <a:gd name="connsiteX92" fmla="*/ 2427411 w 8377613"/>
              <a:gd name="connsiteY92" fmla="*/ 5811438 h 6854893"/>
              <a:gd name="connsiteX93" fmla="*/ 555320 w 8377613"/>
              <a:gd name="connsiteY93" fmla="*/ 5619123 h 6854893"/>
              <a:gd name="connsiteX94" fmla="*/ 136977 w 8377613"/>
              <a:gd name="connsiteY94" fmla="*/ 6330063 h 6854893"/>
              <a:gd name="connsiteX95" fmla="*/ 110634 w 8377613"/>
              <a:gd name="connsiteY95" fmla="*/ 6341018 h 6854893"/>
              <a:gd name="connsiteX96" fmla="*/ 529039 w 8377613"/>
              <a:gd name="connsiteY96" fmla="*/ 5630078 h 6854893"/>
              <a:gd name="connsiteX97" fmla="*/ 6330040 w 8377613"/>
              <a:gd name="connsiteY97" fmla="*/ 5613741 h 6854893"/>
              <a:gd name="connsiteX98" fmla="*/ 5945262 w 8377613"/>
              <a:gd name="connsiteY98" fmla="*/ 5741465 h 6854893"/>
              <a:gd name="connsiteX99" fmla="*/ 6013710 w 8377613"/>
              <a:gd name="connsiteY99" fmla="*/ 5858790 h 6854893"/>
              <a:gd name="connsiteX100" fmla="*/ 6013655 w 8377613"/>
              <a:gd name="connsiteY100" fmla="*/ 5858805 h 6854893"/>
              <a:gd name="connsiteX101" fmla="*/ 6013719 w 8377613"/>
              <a:gd name="connsiteY101" fmla="*/ 5858805 h 6854893"/>
              <a:gd name="connsiteX102" fmla="*/ 6013710 w 8377613"/>
              <a:gd name="connsiteY102" fmla="*/ 5858790 h 6854893"/>
              <a:gd name="connsiteX103" fmla="*/ 6530852 w 8377613"/>
              <a:gd name="connsiteY103" fmla="*/ 5723418 h 6854893"/>
              <a:gd name="connsiteX104" fmla="*/ 7519966 w 8377613"/>
              <a:gd name="connsiteY104" fmla="*/ 5564348 h 6854893"/>
              <a:gd name="connsiteX105" fmla="*/ 7848636 w 8377613"/>
              <a:gd name="connsiteY105" fmla="*/ 5743175 h 6854893"/>
              <a:gd name="connsiteX106" fmla="*/ 7161278 w 8377613"/>
              <a:gd name="connsiteY106" fmla="*/ 6082466 h 6854893"/>
              <a:gd name="connsiteX107" fmla="*/ 6832608 w 8377613"/>
              <a:gd name="connsiteY107" fmla="*/ 5903702 h 6854893"/>
              <a:gd name="connsiteX108" fmla="*/ 3819669 w 8377613"/>
              <a:gd name="connsiteY108" fmla="*/ 5505710 h 6854893"/>
              <a:gd name="connsiteX109" fmla="*/ 3720182 w 8377613"/>
              <a:gd name="connsiteY109" fmla="*/ 5567324 h 6854893"/>
              <a:gd name="connsiteX110" fmla="*/ 3817326 w 8377613"/>
              <a:gd name="connsiteY110" fmla="*/ 6000841 h 6854893"/>
              <a:gd name="connsiteX111" fmla="*/ 3817390 w 8377613"/>
              <a:gd name="connsiteY111" fmla="*/ 6000778 h 6854893"/>
              <a:gd name="connsiteX112" fmla="*/ 3914344 w 8377613"/>
              <a:gd name="connsiteY112" fmla="*/ 5827396 h 6854893"/>
              <a:gd name="connsiteX113" fmla="*/ 1044842 w 8377613"/>
              <a:gd name="connsiteY113" fmla="*/ 5478797 h 6854893"/>
              <a:gd name="connsiteX114" fmla="*/ 669499 w 8377613"/>
              <a:gd name="connsiteY114" fmla="*/ 6158328 h 6854893"/>
              <a:gd name="connsiteX115" fmla="*/ 592303 w 8377613"/>
              <a:gd name="connsiteY115" fmla="*/ 6184481 h 6854893"/>
              <a:gd name="connsiteX116" fmla="*/ 967646 w 8377613"/>
              <a:gd name="connsiteY116" fmla="*/ 5504950 h 6854893"/>
              <a:gd name="connsiteX117" fmla="*/ 3093935 w 8377613"/>
              <a:gd name="connsiteY117" fmla="*/ 5408824 h 6854893"/>
              <a:gd name="connsiteX118" fmla="*/ 3036307 w 8377613"/>
              <a:gd name="connsiteY118" fmla="*/ 6009390 h 6854893"/>
              <a:gd name="connsiteX119" fmla="*/ 2777360 w 8377613"/>
              <a:gd name="connsiteY119" fmla="*/ 6170676 h 6854893"/>
              <a:gd name="connsiteX120" fmla="*/ 2834988 w 8377613"/>
              <a:gd name="connsiteY120" fmla="*/ 5570110 h 6854893"/>
              <a:gd name="connsiteX121" fmla="*/ 1534301 w 8377613"/>
              <a:gd name="connsiteY121" fmla="*/ 5338470 h 6854893"/>
              <a:gd name="connsiteX122" fmla="*/ 1202084 w 8377613"/>
              <a:gd name="connsiteY122" fmla="*/ 5986656 h 6854893"/>
              <a:gd name="connsiteX123" fmla="*/ 1074036 w 8377613"/>
              <a:gd name="connsiteY123" fmla="*/ 6028006 h 6854893"/>
              <a:gd name="connsiteX124" fmla="*/ 1406253 w 8377613"/>
              <a:gd name="connsiteY124" fmla="*/ 5379821 h 6854893"/>
              <a:gd name="connsiteX125" fmla="*/ 6620271 w 8377613"/>
              <a:gd name="connsiteY125" fmla="*/ 5199221 h 6854893"/>
              <a:gd name="connsiteX126" fmla="*/ 6267409 w 8377613"/>
              <a:gd name="connsiteY126" fmla="*/ 5428644 h 6854893"/>
              <a:gd name="connsiteX127" fmla="*/ 6367150 w 8377613"/>
              <a:gd name="connsiteY127" fmla="*/ 5525847 h 6854893"/>
              <a:gd name="connsiteX128" fmla="*/ 6850973 w 8377613"/>
              <a:gd name="connsiteY128" fmla="*/ 5253236 h 6854893"/>
              <a:gd name="connsiteX129" fmla="*/ 2023823 w 8377613"/>
              <a:gd name="connsiteY129" fmla="*/ 5198081 h 6854893"/>
              <a:gd name="connsiteX130" fmla="*/ 1734670 w 8377613"/>
              <a:gd name="connsiteY130" fmla="*/ 5814921 h 6854893"/>
              <a:gd name="connsiteX131" fmla="*/ 1555769 w 8377613"/>
              <a:gd name="connsiteY131" fmla="*/ 5871533 h 6854893"/>
              <a:gd name="connsiteX132" fmla="*/ 1844923 w 8377613"/>
              <a:gd name="connsiteY132" fmla="*/ 5254693 h 6854893"/>
              <a:gd name="connsiteX133" fmla="*/ 3652738 w 8377613"/>
              <a:gd name="connsiteY133" fmla="*/ 5193332 h 6854893"/>
              <a:gd name="connsiteX134" fmla="*/ 3545017 w 8377613"/>
              <a:gd name="connsiteY134" fmla="*/ 5226450 h 6854893"/>
              <a:gd name="connsiteX135" fmla="*/ 3527349 w 8377613"/>
              <a:gd name="connsiteY135" fmla="*/ 5661614 h 6854893"/>
              <a:gd name="connsiteX136" fmla="*/ 3660590 w 8377613"/>
              <a:gd name="connsiteY136" fmla="*/ 5521984 h 6854893"/>
              <a:gd name="connsiteX137" fmla="*/ 8377612 w 8377613"/>
              <a:gd name="connsiteY137" fmla="*/ 5103475 h 6854893"/>
              <a:gd name="connsiteX138" fmla="*/ 8377612 w 8377613"/>
              <a:gd name="connsiteY138" fmla="*/ 5417753 h 6854893"/>
              <a:gd name="connsiteX139" fmla="*/ 8161538 w 8377613"/>
              <a:gd name="connsiteY139" fmla="*/ 5587524 h 6854893"/>
              <a:gd name="connsiteX140" fmla="*/ 7852183 w 8377613"/>
              <a:gd name="connsiteY140" fmla="*/ 5516348 h 6854893"/>
              <a:gd name="connsiteX141" fmla="*/ 2513347 w 8377613"/>
              <a:gd name="connsiteY141" fmla="*/ 5057755 h 6854893"/>
              <a:gd name="connsiteX142" fmla="*/ 2267256 w 8377613"/>
              <a:gd name="connsiteY142" fmla="*/ 5643249 h 6854893"/>
              <a:gd name="connsiteX143" fmla="*/ 2037503 w 8377613"/>
              <a:gd name="connsiteY143" fmla="*/ 5715059 h 6854893"/>
              <a:gd name="connsiteX144" fmla="*/ 2283531 w 8377613"/>
              <a:gd name="connsiteY144" fmla="*/ 5129628 h 6854893"/>
              <a:gd name="connsiteX145" fmla="*/ 3002806 w 8377613"/>
              <a:gd name="connsiteY145" fmla="*/ 4917428 h 6854893"/>
              <a:gd name="connsiteX146" fmla="*/ 2799841 w 8377613"/>
              <a:gd name="connsiteY146" fmla="*/ 5471514 h 6854893"/>
              <a:gd name="connsiteX147" fmla="*/ 2519173 w 8377613"/>
              <a:gd name="connsiteY147" fmla="*/ 5558585 h 6854893"/>
              <a:gd name="connsiteX148" fmla="*/ 2722201 w 8377613"/>
              <a:gd name="connsiteY148" fmla="*/ 5004499 h 6854893"/>
              <a:gd name="connsiteX149" fmla="*/ 3575415 w 8377613"/>
              <a:gd name="connsiteY149" fmla="*/ 4855118 h 6854893"/>
              <a:gd name="connsiteX150" fmla="*/ 3467125 w 8377613"/>
              <a:gd name="connsiteY150" fmla="*/ 4859170 h 6854893"/>
              <a:gd name="connsiteX151" fmla="*/ 3342432 w 8377613"/>
              <a:gd name="connsiteY151" fmla="*/ 5266788 h 6854893"/>
              <a:gd name="connsiteX152" fmla="*/ 3500942 w 8377613"/>
              <a:gd name="connsiteY152" fmla="*/ 5168382 h 6854893"/>
              <a:gd name="connsiteX153" fmla="*/ 7802471 w 8377613"/>
              <a:gd name="connsiteY153" fmla="*/ 4830421 h 6854893"/>
              <a:gd name="connsiteX154" fmla="*/ 8179904 w 8377613"/>
              <a:gd name="connsiteY154" fmla="*/ 4918125 h 6854893"/>
              <a:gd name="connsiteX155" fmla="*/ 7578988 w 8377613"/>
              <a:gd name="connsiteY155" fmla="*/ 5437446 h 6854893"/>
              <a:gd name="connsiteX156" fmla="*/ 7201618 w 8377613"/>
              <a:gd name="connsiteY156" fmla="*/ 5349679 h 6854893"/>
              <a:gd name="connsiteX157" fmla="*/ 7048366 w 8377613"/>
              <a:gd name="connsiteY157" fmla="*/ 4703900 h 6854893"/>
              <a:gd name="connsiteX158" fmla="*/ 6802338 w 8377613"/>
              <a:gd name="connsiteY158" fmla="*/ 4712765 h 6854893"/>
              <a:gd name="connsiteX159" fmla="*/ 6802401 w 8377613"/>
              <a:gd name="connsiteY159" fmla="*/ 4712828 h 6854893"/>
              <a:gd name="connsiteX160" fmla="*/ 6508498 w 8377613"/>
              <a:gd name="connsiteY160" fmla="*/ 5033818 h 6854893"/>
              <a:gd name="connsiteX161" fmla="*/ 6634330 w 8377613"/>
              <a:gd name="connsiteY161" fmla="*/ 5102715 h 6854893"/>
              <a:gd name="connsiteX162" fmla="*/ 3486250 w 8377613"/>
              <a:gd name="connsiteY162" fmla="*/ 4491637 h 6854893"/>
              <a:gd name="connsiteX163" fmla="*/ 3268972 w 8377613"/>
              <a:gd name="connsiteY163" fmla="*/ 4845999 h 6854893"/>
              <a:gd name="connsiteX164" fmla="*/ 3269036 w 8377613"/>
              <a:gd name="connsiteY164" fmla="*/ 4846063 h 6854893"/>
              <a:gd name="connsiteX165" fmla="*/ 3440717 w 8377613"/>
              <a:gd name="connsiteY165" fmla="*/ 4793060 h 6854893"/>
              <a:gd name="connsiteX166" fmla="*/ 3587827 w 8377613"/>
              <a:gd name="connsiteY166" fmla="*/ 4515321 h 6854893"/>
              <a:gd name="connsiteX167" fmla="*/ 592683 w 8377613"/>
              <a:gd name="connsiteY167" fmla="*/ 4472450 h 6854893"/>
              <a:gd name="connsiteX168" fmla="*/ 27168 w 8377613"/>
              <a:gd name="connsiteY168" fmla="*/ 5039517 h 6854893"/>
              <a:gd name="connsiteX169" fmla="*/ 0 w 8377613"/>
              <a:gd name="connsiteY169" fmla="*/ 5043190 h 6854893"/>
              <a:gd name="connsiteX170" fmla="*/ 565516 w 8377613"/>
              <a:gd name="connsiteY170" fmla="*/ 4476123 h 6854893"/>
              <a:gd name="connsiteX171" fmla="*/ 1082269 w 8377613"/>
              <a:gd name="connsiteY171" fmla="*/ 4463774 h 6854893"/>
              <a:gd name="connsiteX172" fmla="*/ 564566 w 8377613"/>
              <a:gd name="connsiteY172" fmla="*/ 5012034 h 6854893"/>
              <a:gd name="connsiteX173" fmla="*/ 486356 w 8377613"/>
              <a:gd name="connsiteY173" fmla="*/ 5017227 h 6854893"/>
              <a:gd name="connsiteX174" fmla="*/ 1004059 w 8377613"/>
              <a:gd name="connsiteY174" fmla="*/ 4468967 h 6854893"/>
              <a:gd name="connsiteX175" fmla="*/ 1571791 w 8377613"/>
              <a:gd name="connsiteY175" fmla="*/ 4455036 h 6854893"/>
              <a:gd name="connsiteX176" fmla="*/ 1101900 w 8377613"/>
              <a:gd name="connsiteY176" fmla="*/ 4984552 h 6854893"/>
              <a:gd name="connsiteX177" fmla="*/ 972712 w 8377613"/>
              <a:gd name="connsiteY177" fmla="*/ 4991264 h 6854893"/>
              <a:gd name="connsiteX178" fmla="*/ 1442603 w 8377613"/>
              <a:gd name="connsiteY178" fmla="*/ 4461748 h 6854893"/>
              <a:gd name="connsiteX179" fmla="*/ 2061377 w 8377613"/>
              <a:gd name="connsiteY179" fmla="*/ 4446360 h 6854893"/>
              <a:gd name="connsiteX180" fmla="*/ 1639298 w 8377613"/>
              <a:gd name="connsiteY180" fmla="*/ 4957132 h 6854893"/>
              <a:gd name="connsiteX181" fmla="*/ 1459068 w 8377613"/>
              <a:gd name="connsiteY181" fmla="*/ 4965301 h 6854893"/>
              <a:gd name="connsiteX182" fmla="*/ 1881083 w 8377613"/>
              <a:gd name="connsiteY182" fmla="*/ 4454592 h 6854893"/>
              <a:gd name="connsiteX183" fmla="*/ 2550900 w 8377613"/>
              <a:gd name="connsiteY183" fmla="*/ 4437685 h 6854893"/>
              <a:gd name="connsiteX184" fmla="*/ 2176633 w 8377613"/>
              <a:gd name="connsiteY184" fmla="*/ 4929650 h 6854893"/>
              <a:gd name="connsiteX185" fmla="*/ 1945361 w 8377613"/>
              <a:gd name="connsiteY185" fmla="*/ 4939402 h 6854893"/>
              <a:gd name="connsiteX186" fmla="*/ 2319627 w 8377613"/>
              <a:gd name="connsiteY186" fmla="*/ 4447374 h 6854893"/>
              <a:gd name="connsiteX187" fmla="*/ 3040486 w 8377613"/>
              <a:gd name="connsiteY187" fmla="*/ 4428946 h 6854893"/>
              <a:gd name="connsiteX188" fmla="*/ 2714032 w 8377613"/>
              <a:gd name="connsiteY188" fmla="*/ 4902167 h 6854893"/>
              <a:gd name="connsiteX189" fmla="*/ 2431717 w 8377613"/>
              <a:gd name="connsiteY189" fmla="*/ 4913439 h 6854893"/>
              <a:gd name="connsiteX190" fmla="*/ 2758171 w 8377613"/>
              <a:gd name="connsiteY190" fmla="*/ 4440218 h 6854893"/>
              <a:gd name="connsiteX191" fmla="*/ 8377612 w 8377613"/>
              <a:gd name="connsiteY191" fmla="*/ 4361190 h 6854893"/>
              <a:gd name="connsiteX192" fmla="*/ 8377612 w 8377613"/>
              <a:gd name="connsiteY192" fmla="*/ 4683509 h 6854893"/>
              <a:gd name="connsiteX193" fmla="*/ 8123605 w 8377613"/>
              <a:gd name="connsiteY193" fmla="*/ 4693705 h 6854893"/>
              <a:gd name="connsiteX194" fmla="*/ 3595426 w 8377613"/>
              <a:gd name="connsiteY194" fmla="*/ 4148357 h 6854893"/>
              <a:gd name="connsiteX195" fmla="*/ 3305449 w 8377613"/>
              <a:gd name="connsiteY195" fmla="*/ 4428820 h 6854893"/>
              <a:gd name="connsiteX196" fmla="*/ 3478080 w 8377613"/>
              <a:gd name="connsiteY196" fmla="*/ 4422234 h 6854893"/>
              <a:gd name="connsiteX197" fmla="*/ 3683832 w 8377613"/>
              <a:gd name="connsiteY197" fmla="*/ 4196547 h 6854893"/>
              <a:gd name="connsiteX198" fmla="*/ 7101561 w 8377613"/>
              <a:gd name="connsiteY198" fmla="*/ 4109603 h 6854893"/>
              <a:gd name="connsiteX199" fmla="*/ 7101546 w 8377613"/>
              <a:gd name="connsiteY199" fmla="*/ 4109627 h 6854893"/>
              <a:gd name="connsiteX200" fmla="*/ 6856800 w 8377613"/>
              <a:gd name="connsiteY200" fmla="*/ 4184579 h 6854893"/>
              <a:gd name="connsiteX201" fmla="*/ 6646299 w 8377613"/>
              <a:gd name="connsiteY201" fmla="*/ 4579911 h 6854893"/>
              <a:gd name="connsiteX202" fmla="*/ 6790939 w 8377613"/>
              <a:gd name="connsiteY202" fmla="*/ 4613916 h 6854893"/>
              <a:gd name="connsiteX203" fmla="*/ 7101546 w 8377613"/>
              <a:gd name="connsiteY203" fmla="*/ 4109627 h 6854893"/>
              <a:gd name="connsiteX204" fmla="*/ 7101624 w 8377613"/>
              <a:gd name="connsiteY204" fmla="*/ 4109603 h 6854893"/>
              <a:gd name="connsiteX205" fmla="*/ 8294843 w 8377613"/>
              <a:gd name="connsiteY205" fmla="*/ 4016073 h 6854893"/>
              <a:gd name="connsiteX206" fmla="*/ 7828309 w 8377613"/>
              <a:gd name="connsiteY206" fmla="*/ 4689461 h 6854893"/>
              <a:gd name="connsiteX207" fmla="*/ 7425988 w 8377613"/>
              <a:gd name="connsiteY207" fmla="*/ 4704596 h 6854893"/>
              <a:gd name="connsiteX208" fmla="*/ 7892523 w 8377613"/>
              <a:gd name="connsiteY208" fmla="*/ 4031207 h 6854893"/>
              <a:gd name="connsiteX209" fmla="*/ 2932006 w 8377613"/>
              <a:gd name="connsiteY209" fmla="*/ 3914945 h 6854893"/>
              <a:gd name="connsiteX210" fmla="*/ 3197032 w 8377613"/>
              <a:gd name="connsiteY210" fmla="*/ 3975926 h 6854893"/>
              <a:gd name="connsiteX211" fmla="*/ 2776030 w 8377613"/>
              <a:gd name="connsiteY211" fmla="*/ 4341243 h 6854893"/>
              <a:gd name="connsiteX212" fmla="*/ 2511067 w 8377613"/>
              <a:gd name="connsiteY212" fmla="*/ 4280262 h 6854893"/>
              <a:gd name="connsiteX213" fmla="*/ 3782306 w 8377613"/>
              <a:gd name="connsiteY213" fmla="*/ 3851051 h 6854893"/>
              <a:gd name="connsiteX214" fmla="*/ 3782306 w 8377613"/>
              <a:gd name="connsiteY214" fmla="*/ 3851114 h 6854893"/>
              <a:gd name="connsiteX215" fmla="*/ 3443123 w 8377613"/>
              <a:gd name="connsiteY215" fmla="*/ 4043113 h 6854893"/>
              <a:gd name="connsiteX216" fmla="*/ 3605116 w 8377613"/>
              <a:gd name="connsiteY216" fmla="*/ 4080664 h 6854893"/>
              <a:gd name="connsiteX217" fmla="*/ 3852410 w 8377613"/>
              <a:gd name="connsiteY217" fmla="*/ 3919124 h 6854893"/>
              <a:gd name="connsiteX218" fmla="*/ 2522973 w 8377613"/>
              <a:gd name="connsiteY218" fmla="*/ 3810460 h 6854893"/>
              <a:gd name="connsiteX219" fmla="*/ 2740187 w 8377613"/>
              <a:gd name="connsiteY219" fmla="*/ 3859979 h 6854893"/>
              <a:gd name="connsiteX220" fmla="*/ 2270106 w 8377613"/>
              <a:gd name="connsiteY220" fmla="*/ 4230869 h 6854893"/>
              <a:gd name="connsiteX221" fmla="*/ 2052892 w 8377613"/>
              <a:gd name="connsiteY221" fmla="*/ 4181413 h 6854893"/>
              <a:gd name="connsiteX222" fmla="*/ 2113876 w 8377613"/>
              <a:gd name="connsiteY222" fmla="*/ 3706038 h 6854893"/>
              <a:gd name="connsiteX223" fmla="*/ 2283277 w 8377613"/>
              <a:gd name="connsiteY223" fmla="*/ 3743969 h 6854893"/>
              <a:gd name="connsiteX224" fmla="*/ 1764181 w 8377613"/>
              <a:gd name="connsiteY224" fmla="*/ 4120558 h 6854893"/>
              <a:gd name="connsiteX225" fmla="*/ 1594716 w 8377613"/>
              <a:gd name="connsiteY225" fmla="*/ 4082626 h 6854893"/>
              <a:gd name="connsiteX226" fmla="*/ 4029854 w 8377613"/>
              <a:gd name="connsiteY226" fmla="*/ 3616815 h 6854893"/>
              <a:gd name="connsiteX227" fmla="*/ 3667050 w 8377613"/>
              <a:gd name="connsiteY227" fmla="*/ 3712624 h 6854893"/>
              <a:gd name="connsiteX228" fmla="*/ 3808144 w 8377613"/>
              <a:gd name="connsiteY228" fmla="*/ 3789310 h 6854893"/>
              <a:gd name="connsiteX229" fmla="*/ 4078046 w 8377613"/>
              <a:gd name="connsiteY229" fmla="*/ 3699136 h 6854893"/>
              <a:gd name="connsiteX230" fmla="*/ 4029854 w 8377613"/>
              <a:gd name="connsiteY230" fmla="*/ 3616878 h 6854893"/>
              <a:gd name="connsiteX231" fmla="*/ 1704780 w 8377613"/>
              <a:gd name="connsiteY231" fmla="*/ 3601554 h 6854893"/>
              <a:gd name="connsiteX232" fmla="*/ 1826432 w 8377613"/>
              <a:gd name="connsiteY232" fmla="*/ 3628023 h 6854893"/>
              <a:gd name="connsiteX233" fmla="*/ 1258257 w 8377613"/>
              <a:gd name="connsiteY233" fmla="*/ 4010248 h 6854893"/>
              <a:gd name="connsiteX234" fmla="*/ 1136541 w 8377613"/>
              <a:gd name="connsiteY234" fmla="*/ 3983778 h 6854893"/>
              <a:gd name="connsiteX235" fmla="*/ 6998147 w 8377613"/>
              <a:gd name="connsiteY235" fmla="*/ 3509607 h 6854893"/>
              <a:gd name="connsiteX236" fmla="*/ 6772004 w 8377613"/>
              <a:gd name="connsiteY236" fmla="*/ 3649363 h 6854893"/>
              <a:gd name="connsiteX237" fmla="*/ 6664917 w 8377613"/>
              <a:gd name="connsiteY237" fmla="*/ 4095545 h 6854893"/>
              <a:gd name="connsiteX238" fmla="*/ 6819183 w 8377613"/>
              <a:gd name="connsiteY238" fmla="*/ 4090162 h 6854893"/>
              <a:gd name="connsiteX239" fmla="*/ 6998084 w 8377613"/>
              <a:gd name="connsiteY239" fmla="*/ 3509671 h 6854893"/>
              <a:gd name="connsiteX240" fmla="*/ 1295683 w 8377613"/>
              <a:gd name="connsiteY240" fmla="*/ 3497132 h 6854893"/>
              <a:gd name="connsiteX241" fmla="*/ 1369586 w 8377613"/>
              <a:gd name="connsiteY241" fmla="*/ 3512013 h 6854893"/>
              <a:gd name="connsiteX242" fmla="*/ 752268 w 8377613"/>
              <a:gd name="connsiteY242" fmla="*/ 3899873 h 6854893"/>
              <a:gd name="connsiteX243" fmla="*/ 678365 w 8377613"/>
              <a:gd name="connsiteY243" fmla="*/ 3884992 h 6854893"/>
              <a:gd name="connsiteX244" fmla="*/ 3224262 w 8377613"/>
              <a:gd name="connsiteY244" fmla="*/ 3461671 h 6854893"/>
              <a:gd name="connsiteX245" fmla="*/ 3455155 w 8377613"/>
              <a:gd name="connsiteY245" fmla="*/ 3586610 h 6854893"/>
              <a:gd name="connsiteX246" fmla="*/ 2973295 w 8377613"/>
              <a:gd name="connsiteY246" fmla="*/ 3825785 h 6854893"/>
              <a:gd name="connsiteX247" fmla="*/ 2742339 w 8377613"/>
              <a:gd name="connsiteY247" fmla="*/ 3700783 h 6854893"/>
              <a:gd name="connsiteX248" fmla="*/ 3957344 w 8377613"/>
              <a:gd name="connsiteY248" fmla="*/ 3456542 h 6854893"/>
              <a:gd name="connsiteX249" fmla="*/ 4069307 w 8377613"/>
              <a:gd name="connsiteY249" fmla="*/ 3564952 h 6854893"/>
              <a:gd name="connsiteX250" fmla="*/ 4342376 w 8377613"/>
              <a:gd name="connsiteY250" fmla="*/ 3548045 h 6854893"/>
              <a:gd name="connsiteX251" fmla="*/ 4318058 w 8377613"/>
              <a:gd name="connsiteY251" fmla="*/ 3457935 h 6854893"/>
              <a:gd name="connsiteX252" fmla="*/ 4318121 w 8377613"/>
              <a:gd name="connsiteY252" fmla="*/ 3457871 h 6854893"/>
              <a:gd name="connsiteX253" fmla="*/ 886586 w 8377613"/>
              <a:gd name="connsiteY253" fmla="*/ 3392648 h 6854893"/>
              <a:gd name="connsiteX254" fmla="*/ 912741 w 8377613"/>
              <a:gd name="connsiteY254" fmla="*/ 3396068 h 6854893"/>
              <a:gd name="connsiteX255" fmla="*/ 246345 w 8377613"/>
              <a:gd name="connsiteY255" fmla="*/ 3789563 h 6854893"/>
              <a:gd name="connsiteX256" fmla="*/ 220255 w 8377613"/>
              <a:gd name="connsiteY256" fmla="*/ 3786144 h 6854893"/>
              <a:gd name="connsiteX257" fmla="*/ 8377612 w 8377613"/>
              <a:gd name="connsiteY257" fmla="*/ 3340344 h 6854893"/>
              <a:gd name="connsiteX258" fmla="*/ 8377612 w 8377613"/>
              <a:gd name="connsiteY258" fmla="*/ 3748466 h 6854893"/>
              <a:gd name="connsiteX259" fmla="*/ 8179017 w 8377613"/>
              <a:gd name="connsiteY259" fmla="*/ 3810080 h 6854893"/>
              <a:gd name="connsiteX260" fmla="*/ 4290511 w 8377613"/>
              <a:gd name="connsiteY260" fmla="*/ 3287721 h 6854893"/>
              <a:gd name="connsiteX261" fmla="*/ 4367517 w 8377613"/>
              <a:gd name="connsiteY261" fmla="*/ 3418801 h 6854893"/>
              <a:gd name="connsiteX262" fmla="*/ 4625387 w 8377613"/>
              <a:gd name="connsiteY262" fmla="*/ 3472056 h 6854893"/>
              <a:gd name="connsiteX263" fmla="*/ 4625260 w 8377613"/>
              <a:gd name="connsiteY263" fmla="*/ 3380553 h 6854893"/>
              <a:gd name="connsiteX264" fmla="*/ 2870261 w 8377613"/>
              <a:gd name="connsiteY264" fmla="*/ 3258911 h 6854893"/>
              <a:gd name="connsiteX265" fmla="*/ 3059737 w 8377613"/>
              <a:gd name="connsiteY265" fmla="*/ 3360923 h 6854893"/>
              <a:gd name="connsiteX266" fmla="*/ 2530825 w 8377613"/>
              <a:gd name="connsiteY266" fmla="*/ 3592878 h 6854893"/>
              <a:gd name="connsiteX267" fmla="*/ 2341412 w 8377613"/>
              <a:gd name="connsiteY267" fmla="*/ 3490927 h 6854893"/>
              <a:gd name="connsiteX268" fmla="*/ 4641916 w 8377613"/>
              <a:gd name="connsiteY268" fmla="*/ 3212429 h 6854893"/>
              <a:gd name="connsiteX269" fmla="*/ 4680862 w 8377613"/>
              <a:gd name="connsiteY269" fmla="*/ 3356110 h 6854893"/>
              <a:gd name="connsiteX270" fmla="*/ 4680862 w 8377613"/>
              <a:gd name="connsiteY270" fmla="*/ 3356046 h 6854893"/>
              <a:gd name="connsiteX271" fmla="*/ 4721645 w 8377613"/>
              <a:gd name="connsiteY271" fmla="*/ 3376943 h 6854893"/>
              <a:gd name="connsiteX272" fmla="*/ 4748433 w 8377613"/>
              <a:gd name="connsiteY272" fmla="*/ 3276387 h 6854893"/>
              <a:gd name="connsiteX273" fmla="*/ 3608408 w 8377613"/>
              <a:gd name="connsiteY273" fmla="*/ 3106554 h 6854893"/>
              <a:gd name="connsiteX274" fmla="*/ 3791805 w 8377613"/>
              <a:gd name="connsiteY274" fmla="*/ 3283480 h 6854893"/>
              <a:gd name="connsiteX275" fmla="*/ 3284741 w 8377613"/>
              <a:gd name="connsiteY275" fmla="*/ 3387646 h 6854893"/>
              <a:gd name="connsiteX276" fmla="*/ 3101344 w 8377613"/>
              <a:gd name="connsiteY276" fmla="*/ 3210722 h 6854893"/>
              <a:gd name="connsiteX277" fmla="*/ 8172114 w 8377613"/>
              <a:gd name="connsiteY277" fmla="*/ 3096359 h 6854893"/>
              <a:gd name="connsiteX278" fmla="*/ 7881250 w 8377613"/>
              <a:gd name="connsiteY278" fmla="*/ 3885372 h 6854893"/>
              <a:gd name="connsiteX279" fmla="*/ 7481146 w 8377613"/>
              <a:gd name="connsiteY279" fmla="*/ 4008601 h 6854893"/>
              <a:gd name="connsiteX280" fmla="*/ 7772010 w 8377613"/>
              <a:gd name="connsiteY280" fmla="*/ 3219588 h 6854893"/>
              <a:gd name="connsiteX281" fmla="*/ 2516324 w 8377613"/>
              <a:gd name="connsiteY281" fmla="*/ 3056211 h 6854893"/>
              <a:gd name="connsiteX282" fmla="*/ 2664257 w 8377613"/>
              <a:gd name="connsiteY282" fmla="*/ 3135177 h 6854893"/>
              <a:gd name="connsiteX283" fmla="*/ 2088355 w 8377613"/>
              <a:gd name="connsiteY283" fmla="*/ 3360037 h 6854893"/>
              <a:gd name="connsiteX284" fmla="*/ 1940422 w 8377613"/>
              <a:gd name="connsiteY284" fmla="*/ 3281137 h 6854893"/>
              <a:gd name="connsiteX285" fmla="*/ 6735844 w 8377613"/>
              <a:gd name="connsiteY285" fmla="*/ 2946469 h 6854893"/>
              <a:gd name="connsiteX286" fmla="*/ 6735781 w 8377613"/>
              <a:gd name="connsiteY286" fmla="*/ 2946531 h 6854893"/>
              <a:gd name="connsiteX287" fmla="*/ 6545544 w 8377613"/>
              <a:gd name="connsiteY287" fmla="*/ 3145052 h 6854893"/>
              <a:gd name="connsiteX288" fmla="*/ 6555803 w 8377613"/>
              <a:gd name="connsiteY288" fmla="*/ 3613459 h 6854893"/>
              <a:gd name="connsiteX289" fmla="*/ 6709373 w 8377613"/>
              <a:gd name="connsiteY289" fmla="*/ 3566599 h 6854893"/>
              <a:gd name="connsiteX290" fmla="*/ 2162385 w 8377613"/>
              <a:gd name="connsiteY290" fmla="*/ 2853512 h 6854893"/>
              <a:gd name="connsiteX291" fmla="*/ 2268838 w 8377613"/>
              <a:gd name="connsiteY291" fmla="*/ 2909426 h 6854893"/>
              <a:gd name="connsiteX292" fmla="*/ 1645948 w 8377613"/>
              <a:gd name="connsiteY292" fmla="*/ 3127198 h 6854893"/>
              <a:gd name="connsiteX293" fmla="*/ 1539494 w 8377613"/>
              <a:gd name="connsiteY293" fmla="*/ 3071283 h 6854893"/>
              <a:gd name="connsiteX294" fmla="*/ 3556733 w 8377613"/>
              <a:gd name="connsiteY294" fmla="*/ 2837743 h 6854893"/>
              <a:gd name="connsiteX295" fmla="*/ 4053665 w 8377613"/>
              <a:gd name="connsiteY295" fmla="*/ 2867760 h 6854893"/>
              <a:gd name="connsiteX296" fmla="*/ 4179940 w 8377613"/>
              <a:gd name="connsiteY296" fmla="*/ 3081857 h 6854893"/>
              <a:gd name="connsiteX297" fmla="*/ 3683008 w 8377613"/>
              <a:gd name="connsiteY297" fmla="*/ 3051843 h 6854893"/>
              <a:gd name="connsiteX298" fmla="*/ 3330146 w 8377613"/>
              <a:gd name="connsiteY298" fmla="*/ 2824762 h 6854893"/>
              <a:gd name="connsiteX299" fmla="*/ 3480739 w 8377613"/>
              <a:gd name="connsiteY299" fmla="*/ 2969394 h 6854893"/>
              <a:gd name="connsiteX300" fmla="*/ 2931752 w 8377613"/>
              <a:gd name="connsiteY300" fmla="*/ 3054882 h 6854893"/>
              <a:gd name="connsiteX301" fmla="*/ 2781159 w 8377613"/>
              <a:gd name="connsiteY301" fmla="*/ 2910314 h 6854893"/>
              <a:gd name="connsiteX302" fmla="*/ 1808447 w 8377613"/>
              <a:gd name="connsiteY302" fmla="*/ 2650810 h 6854893"/>
              <a:gd name="connsiteX303" fmla="*/ 1873358 w 8377613"/>
              <a:gd name="connsiteY303" fmla="*/ 2683675 h 6854893"/>
              <a:gd name="connsiteX304" fmla="*/ 1203478 w 8377613"/>
              <a:gd name="connsiteY304" fmla="*/ 2894357 h 6854893"/>
              <a:gd name="connsiteX305" fmla="*/ 1138567 w 8377613"/>
              <a:gd name="connsiteY305" fmla="*/ 2861491 h 6854893"/>
              <a:gd name="connsiteX306" fmla="*/ 4072536 w 8377613"/>
              <a:gd name="connsiteY306" fmla="*/ 2600024 h 6854893"/>
              <a:gd name="connsiteX307" fmla="*/ 4526595 w 8377613"/>
              <a:gd name="connsiteY307" fmla="*/ 2754536 h 6854893"/>
              <a:gd name="connsiteX308" fmla="*/ 4590619 w 8377613"/>
              <a:gd name="connsiteY308" fmla="*/ 2989341 h 6854893"/>
              <a:gd name="connsiteX309" fmla="*/ 4136560 w 8377613"/>
              <a:gd name="connsiteY309" fmla="*/ 2834831 h 6854893"/>
              <a:gd name="connsiteX310" fmla="*/ 3051822 w 8377613"/>
              <a:gd name="connsiteY310" fmla="*/ 2542972 h 6854893"/>
              <a:gd name="connsiteX311" fmla="*/ 3169611 w 8377613"/>
              <a:gd name="connsiteY311" fmla="*/ 2655244 h 6854893"/>
              <a:gd name="connsiteX312" fmla="*/ 2578764 w 8377613"/>
              <a:gd name="connsiteY312" fmla="*/ 2722114 h 6854893"/>
              <a:gd name="connsiteX313" fmla="*/ 2461038 w 8377613"/>
              <a:gd name="connsiteY313" fmla="*/ 2609840 h 6854893"/>
              <a:gd name="connsiteX314" fmla="*/ 3334136 w 8377613"/>
              <a:gd name="connsiteY314" fmla="*/ 2471985 h 6854893"/>
              <a:gd name="connsiteX315" fmla="*/ 3865328 w 8377613"/>
              <a:gd name="connsiteY315" fmla="*/ 2530307 h 6854893"/>
              <a:gd name="connsiteX316" fmla="*/ 3969186 w 8377613"/>
              <a:gd name="connsiteY316" fmla="*/ 2705459 h 6854893"/>
              <a:gd name="connsiteX317" fmla="*/ 3438057 w 8377613"/>
              <a:gd name="connsiteY317" fmla="*/ 2647136 h 6854893"/>
              <a:gd name="connsiteX318" fmla="*/ 6323644 w 8377613"/>
              <a:gd name="connsiteY318" fmla="*/ 2462165 h 6854893"/>
              <a:gd name="connsiteX319" fmla="*/ 6323662 w 8377613"/>
              <a:gd name="connsiteY319" fmla="*/ 2462248 h 6854893"/>
              <a:gd name="connsiteX320" fmla="*/ 6185020 w 8377613"/>
              <a:gd name="connsiteY320" fmla="*/ 2709004 h 6854893"/>
              <a:gd name="connsiteX321" fmla="*/ 6318958 w 8377613"/>
              <a:gd name="connsiteY321" fmla="*/ 3167722 h 6854893"/>
              <a:gd name="connsiteX322" fmla="*/ 6460812 w 8377613"/>
              <a:gd name="connsiteY322" fmla="*/ 3080272 h 6854893"/>
              <a:gd name="connsiteX323" fmla="*/ 6323662 w 8377613"/>
              <a:gd name="connsiteY323" fmla="*/ 2462248 h 6854893"/>
              <a:gd name="connsiteX324" fmla="*/ 6323708 w 8377613"/>
              <a:gd name="connsiteY324" fmla="*/ 2462165 h 6854893"/>
              <a:gd name="connsiteX325" fmla="*/ 1454445 w 8377613"/>
              <a:gd name="connsiteY325" fmla="*/ 2448107 h 6854893"/>
              <a:gd name="connsiteX326" fmla="*/ 1477877 w 8377613"/>
              <a:gd name="connsiteY326" fmla="*/ 2457922 h 6854893"/>
              <a:gd name="connsiteX327" fmla="*/ 761071 w 8377613"/>
              <a:gd name="connsiteY327" fmla="*/ 2661508 h 6854893"/>
              <a:gd name="connsiteX328" fmla="*/ 737640 w 8377613"/>
              <a:gd name="connsiteY328" fmla="*/ 2651630 h 6854893"/>
              <a:gd name="connsiteX329" fmla="*/ 2773559 w 8377613"/>
              <a:gd name="connsiteY329" fmla="*/ 2261241 h 6854893"/>
              <a:gd name="connsiteX330" fmla="*/ 2858482 w 8377613"/>
              <a:gd name="connsiteY330" fmla="*/ 2341154 h 6854893"/>
              <a:gd name="connsiteX331" fmla="*/ 2225775 w 8377613"/>
              <a:gd name="connsiteY331" fmla="*/ 2389347 h 6854893"/>
              <a:gd name="connsiteX332" fmla="*/ 2140853 w 8377613"/>
              <a:gd name="connsiteY332" fmla="*/ 2309430 h 6854893"/>
              <a:gd name="connsiteX333" fmla="*/ 7806081 w 8377613"/>
              <a:gd name="connsiteY333" fmla="*/ 2223312 h 6854893"/>
              <a:gd name="connsiteX334" fmla="*/ 7722172 w 8377613"/>
              <a:gd name="connsiteY334" fmla="*/ 3078945 h 6854893"/>
              <a:gd name="connsiteX335" fmla="*/ 7352781 w 8377613"/>
              <a:gd name="connsiteY335" fmla="*/ 3308051 h 6854893"/>
              <a:gd name="connsiteX336" fmla="*/ 7436690 w 8377613"/>
              <a:gd name="connsiteY336" fmla="*/ 2452419 h 6854893"/>
              <a:gd name="connsiteX337" fmla="*/ 3956837 w 8377613"/>
              <a:gd name="connsiteY337" fmla="*/ 2197219 h 6854893"/>
              <a:gd name="connsiteX338" fmla="*/ 4435657 w 8377613"/>
              <a:gd name="connsiteY338" fmla="*/ 2387189 h 6854893"/>
              <a:gd name="connsiteX339" fmla="*/ 4488536 w 8377613"/>
              <a:gd name="connsiteY339" fmla="*/ 2579443 h 6854893"/>
              <a:gd name="connsiteX340" fmla="*/ 4009715 w 8377613"/>
              <a:gd name="connsiteY340" fmla="*/ 2389471 h 6854893"/>
              <a:gd name="connsiteX341" fmla="*/ 3111603 w 8377613"/>
              <a:gd name="connsiteY341" fmla="*/ 2106224 h 6854893"/>
              <a:gd name="connsiteX342" fmla="*/ 3676992 w 8377613"/>
              <a:gd name="connsiteY342" fmla="*/ 2192851 h 6854893"/>
              <a:gd name="connsiteX343" fmla="*/ 3758368 w 8377613"/>
              <a:gd name="connsiteY343" fmla="*/ 2329060 h 6854893"/>
              <a:gd name="connsiteX344" fmla="*/ 3192979 w 8377613"/>
              <a:gd name="connsiteY344" fmla="*/ 2242432 h 6854893"/>
              <a:gd name="connsiteX345" fmla="*/ 5781750 w 8377613"/>
              <a:gd name="connsiteY345" fmla="*/ 2095963 h 6854893"/>
              <a:gd name="connsiteX346" fmla="*/ 5707593 w 8377613"/>
              <a:gd name="connsiteY346" fmla="*/ 2376487 h 6854893"/>
              <a:gd name="connsiteX347" fmla="*/ 5963247 w 8377613"/>
              <a:gd name="connsiteY347" fmla="*/ 2792400 h 6854893"/>
              <a:gd name="connsiteX348" fmla="*/ 6082683 w 8377613"/>
              <a:gd name="connsiteY348" fmla="*/ 2668031 h 6854893"/>
              <a:gd name="connsiteX349" fmla="*/ 2495298 w 8377613"/>
              <a:gd name="connsiteY349" fmla="*/ 1979451 h 6854893"/>
              <a:gd name="connsiteX350" fmla="*/ 2547417 w 8377613"/>
              <a:gd name="connsiteY350" fmla="*/ 2027072 h 6854893"/>
              <a:gd name="connsiteX351" fmla="*/ 1872851 w 8377613"/>
              <a:gd name="connsiteY351" fmla="*/ 2056580 h 6854893"/>
              <a:gd name="connsiteX352" fmla="*/ 1820669 w 8377613"/>
              <a:gd name="connsiteY352" fmla="*/ 2008961 h 6854893"/>
              <a:gd name="connsiteX353" fmla="*/ 8377613 w 8377613"/>
              <a:gd name="connsiteY353" fmla="*/ 1857548 h 6854893"/>
              <a:gd name="connsiteX354" fmla="*/ 8377613 w 8377613"/>
              <a:gd name="connsiteY354" fmla="*/ 2230399 h 6854893"/>
              <a:gd name="connsiteX355" fmla="*/ 8303646 w 8377613"/>
              <a:gd name="connsiteY355" fmla="*/ 2736295 h 6854893"/>
              <a:gd name="connsiteX356" fmla="*/ 8001383 w 8377613"/>
              <a:gd name="connsiteY356" fmla="*/ 2924622 h 6854893"/>
              <a:gd name="connsiteX357" fmla="*/ 8135321 w 8377613"/>
              <a:gd name="connsiteY357" fmla="*/ 2008513 h 6854893"/>
              <a:gd name="connsiteX358" fmla="*/ 3841137 w 8377613"/>
              <a:gd name="connsiteY358" fmla="*/ 1794411 h 6854893"/>
              <a:gd name="connsiteX359" fmla="*/ 4344718 w 8377613"/>
              <a:gd name="connsiteY359" fmla="*/ 2019845 h 6854893"/>
              <a:gd name="connsiteX360" fmla="*/ 4386451 w 8377613"/>
              <a:gd name="connsiteY360" fmla="*/ 2169480 h 6854893"/>
              <a:gd name="connsiteX361" fmla="*/ 3882870 w 8377613"/>
              <a:gd name="connsiteY361" fmla="*/ 1944046 h 6854893"/>
              <a:gd name="connsiteX362" fmla="*/ 2889006 w 8377613"/>
              <a:gd name="connsiteY362" fmla="*/ 1740524 h 6854893"/>
              <a:gd name="connsiteX363" fmla="*/ 3488655 w 8377613"/>
              <a:gd name="connsiteY363" fmla="*/ 1855394 h 6854893"/>
              <a:gd name="connsiteX364" fmla="*/ 3547613 w 8377613"/>
              <a:gd name="connsiteY364" fmla="*/ 1952660 h 6854893"/>
              <a:gd name="connsiteX365" fmla="*/ 2947964 w 8377613"/>
              <a:gd name="connsiteY365" fmla="*/ 1837790 h 6854893"/>
              <a:gd name="connsiteX366" fmla="*/ 2216973 w 8377613"/>
              <a:gd name="connsiteY366" fmla="*/ 1697653 h 6854893"/>
              <a:gd name="connsiteX367" fmla="*/ 2236289 w 8377613"/>
              <a:gd name="connsiteY367" fmla="*/ 1712914 h 6854893"/>
              <a:gd name="connsiteX368" fmla="*/ 1519863 w 8377613"/>
              <a:gd name="connsiteY368" fmla="*/ 1723806 h 6854893"/>
              <a:gd name="connsiteX369" fmla="*/ 1500548 w 8377613"/>
              <a:gd name="connsiteY369" fmla="*/ 1708545 h 6854893"/>
              <a:gd name="connsiteX370" fmla="*/ 4596319 w 8377613"/>
              <a:gd name="connsiteY370" fmla="*/ 1684169 h 6854893"/>
              <a:gd name="connsiteX371" fmla="*/ 5007949 w 8377613"/>
              <a:gd name="connsiteY371" fmla="*/ 2025486 h 6854893"/>
              <a:gd name="connsiteX372" fmla="*/ 5009468 w 8377613"/>
              <a:gd name="connsiteY372" fmla="*/ 2177779 h 6854893"/>
              <a:gd name="connsiteX373" fmla="*/ 4597839 w 8377613"/>
              <a:gd name="connsiteY373" fmla="*/ 1836527 h 6854893"/>
              <a:gd name="connsiteX374" fmla="*/ 7207825 w 8377613"/>
              <a:gd name="connsiteY374" fmla="*/ 1461648 h 6854893"/>
              <a:gd name="connsiteX375" fmla="*/ 7349425 w 8377613"/>
              <a:gd name="connsiteY375" fmla="*/ 2327223 h 6854893"/>
              <a:gd name="connsiteX376" fmla="*/ 7038867 w 8377613"/>
              <a:gd name="connsiteY376" fmla="*/ 2652392 h 6854893"/>
              <a:gd name="connsiteX377" fmla="*/ 6897266 w 8377613"/>
              <a:gd name="connsiteY377" fmla="*/ 1786755 h 6854893"/>
              <a:gd name="connsiteX378" fmla="*/ 3725438 w 8377613"/>
              <a:gd name="connsiteY378" fmla="*/ 1391544 h 6854893"/>
              <a:gd name="connsiteX379" fmla="*/ 4253780 w 8377613"/>
              <a:gd name="connsiteY379" fmla="*/ 1652503 h 6854893"/>
              <a:gd name="connsiteX380" fmla="*/ 4284367 w 8377613"/>
              <a:gd name="connsiteY380" fmla="*/ 1759584 h 6854893"/>
              <a:gd name="connsiteX381" fmla="*/ 3756025 w 8377613"/>
              <a:gd name="connsiteY381" fmla="*/ 1498625 h 6854893"/>
              <a:gd name="connsiteX382" fmla="*/ 2666409 w 8377613"/>
              <a:gd name="connsiteY382" fmla="*/ 1374763 h 6854893"/>
              <a:gd name="connsiteX383" fmla="*/ 3300319 w 8377613"/>
              <a:gd name="connsiteY383" fmla="*/ 1517939 h 6854893"/>
              <a:gd name="connsiteX384" fmla="*/ 3336859 w 8377613"/>
              <a:gd name="connsiteY384" fmla="*/ 1576260 h 6854893"/>
              <a:gd name="connsiteX385" fmla="*/ 2702949 w 8377613"/>
              <a:gd name="connsiteY385" fmla="*/ 1433084 h 6854893"/>
              <a:gd name="connsiteX386" fmla="*/ 5247201 w 8377613"/>
              <a:gd name="connsiteY386" fmla="*/ 1300358 h 6854893"/>
              <a:gd name="connsiteX387" fmla="*/ 5828549 w 8377613"/>
              <a:gd name="connsiteY387" fmla="*/ 1919225 h 6854893"/>
              <a:gd name="connsiteX388" fmla="*/ 5826649 w 8377613"/>
              <a:gd name="connsiteY388" fmla="*/ 1926508 h 6854893"/>
              <a:gd name="connsiteX389" fmla="*/ 6025244 w 8377613"/>
              <a:gd name="connsiteY389" fmla="*/ 1573096 h 6854893"/>
              <a:gd name="connsiteX390" fmla="*/ 6411163 w 8377613"/>
              <a:gd name="connsiteY390" fmla="*/ 2306640 h 6854893"/>
              <a:gd name="connsiteX391" fmla="*/ 6407553 w 8377613"/>
              <a:gd name="connsiteY391" fmla="*/ 2313037 h 6854893"/>
              <a:gd name="connsiteX392" fmla="*/ 6679925 w 8377613"/>
              <a:gd name="connsiteY392" fmla="*/ 2028776 h 6854893"/>
              <a:gd name="connsiteX393" fmla="*/ 6855786 w 8377613"/>
              <a:gd name="connsiteY393" fmla="*/ 2821403 h 6854893"/>
              <a:gd name="connsiteX394" fmla="*/ 6850847 w 8377613"/>
              <a:gd name="connsiteY394" fmla="*/ 2826532 h 6854893"/>
              <a:gd name="connsiteX395" fmla="*/ 7174578 w 8377613"/>
              <a:gd name="connsiteY395" fmla="*/ 2626427 h 6854893"/>
              <a:gd name="connsiteX396" fmla="*/ 7140634 w 8377613"/>
              <a:gd name="connsiteY396" fmla="*/ 3421650 h 6854893"/>
              <a:gd name="connsiteX397" fmla="*/ 7134808 w 8377613"/>
              <a:gd name="connsiteY397" fmla="*/ 3425260 h 6854893"/>
              <a:gd name="connsiteX398" fmla="*/ 7485263 w 8377613"/>
              <a:gd name="connsiteY398" fmla="*/ 3317926 h 6854893"/>
              <a:gd name="connsiteX399" fmla="*/ 7255827 w 8377613"/>
              <a:gd name="connsiteY399" fmla="*/ 4062363 h 6854893"/>
              <a:gd name="connsiteX400" fmla="*/ 7249494 w 8377613"/>
              <a:gd name="connsiteY400" fmla="*/ 4064326 h 6854893"/>
              <a:gd name="connsiteX401" fmla="*/ 7601723 w 8377613"/>
              <a:gd name="connsiteY401" fmla="*/ 4051598 h 6854893"/>
              <a:gd name="connsiteX402" fmla="*/ 7203392 w 8377613"/>
              <a:gd name="connsiteY402" fmla="*/ 4698391 h 6854893"/>
              <a:gd name="connsiteX403" fmla="*/ 7197059 w 8377613"/>
              <a:gd name="connsiteY403" fmla="*/ 4698644 h 6854893"/>
              <a:gd name="connsiteX404" fmla="*/ 7527376 w 8377613"/>
              <a:gd name="connsiteY404" fmla="*/ 4775963 h 6854893"/>
              <a:gd name="connsiteX405" fmla="*/ 6996437 w 8377613"/>
              <a:gd name="connsiteY405" fmla="*/ 5287368 h 6854893"/>
              <a:gd name="connsiteX406" fmla="*/ 6990484 w 8377613"/>
              <a:gd name="connsiteY406" fmla="*/ 5285975 h 6854893"/>
              <a:gd name="connsiteX407" fmla="*/ 7277992 w 8377613"/>
              <a:gd name="connsiteY407" fmla="*/ 5443019 h 6854893"/>
              <a:gd name="connsiteX408" fmla="*/ 6657571 w 8377613"/>
              <a:gd name="connsiteY408" fmla="*/ 5792568 h 6854893"/>
              <a:gd name="connsiteX409" fmla="*/ 6652378 w 8377613"/>
              <a:gd name="connsiteY409" fmla="*/ 5789718 h 6854893"/>
              <a:gd name="connsiteX410" fmla="*/ 6880357 w 8377613"/>
              <a:gd name="connsiteY410" fmla="*/ 6011353 h 6854893"/>
              <a:gd name="connsiteX411" fmla="*/ 6217127 w 8377613"/>
              <a:gd name="connsiteY411" fmla="*/ 6184987 h 6854893"/>
              <a:gd name="connsiteX412" fmla="*/ 6213011 w 8377613"/>
              <a:gd name="connsiteY412" fmla="*/ 6180998 h 6854893"/>
              <a:gd name="connsiteX413" fmla="*/ 6369557 w 8377613"/>
              <a:gd name="connsiteY413" fmla="*/ 6448732 h 6854893"/>
              <a:gd name="connsiteX414" fmla="*/ 5710379 w 8377613"/>
              <a:gd name="connsiteY414" fmla="*/ 6444869 h 6854893"/>
              <a:gd name="connsiteX415" fmla="*/ 5710443 w 8377613"/>
              <a:gd name="connsiteY415" fmla="*/ 6444996 h 6854893"/>
              <a:gd name="connsiteX416" fmla="*/ 5707593 w 8377613"/>
              <a:gd name="connsiteY416" fmla="*/ 6440120 h 6854893"/>
              <a:gd name="connsiteX417" fmla="*/ 5786372 w 8377613"/>
              <a:gd name="connsiteY417" fmla="*/ 6733437 h 6854893"/>
              <a:gd name="connsiteX418" fmla="*/ 5175071 w 8377613"/>
              <a:gd name="connsiteY418" fmla="*/ 6562525 h 6854893"/>
              <a:gd name="connsiteX419" fmla="*/ 5173615 w 8377613"/>
              <a:gd name="connsiteY419" fmla="*/ 6557206 h 6854893"/>
              <a:gd name="connsiteX420" fmla="*/ 5173804 w 8377613"/>
              <a:gd name="connsiteY420" fmla="*/ 6839062 h 6854893"/>
              <a:gd name="connsiteX421" fmla="*/ 5173804 w 8377613"/>
              <a:gd name="connsiteY421" fmla="*/ 6854893 h 6854893"/>
              <a:gd name="connsiteX422" fmla="*/ 5147524 w 8377613"/>
              <a:gd name="connsiteY422" fmla="*/ 6839062 h 6854893"/>
              <a:gd name="connsiteX423" fmla="*/ 4648565 w 8377613"/>
              <a:gd name="connsiteY423" fmla="*/ 6537956 h 6854893"/>
              <a:gd name="connsiteX424" fmla="*/ 4648565 w 8377613"/>
              <a:gd name="connsiteY424" fmla="*/ 6532573 h 6854893"/>
              <a:gd name="connsiteX425" fmla="*/ 4574662 w 8377613"/>
              <a:gd name="connsiteY425" fmla="*/ 6814556 h 6854893"/>
              <a:gd name="connsiteX426" fmla="*/ 4165755 w 8377613"/>
              <a:gd name="connsiteY426" fmla="*/ 6381165 h 6854893"/>
              <a:gd name="connsiteX427" fmla="*/ 4167085 w 8377613"/>
              <a:gd name="connsiteY427" fmla="*/ 6376100 h 6854893"/>
              <a:gd name="connsiteX428" fmla="*/ 4028208 w 8377613"/>
              <a:gd name="connsiteY428" fmla="*/ 6624393 h 6854893"/>
              <a:gd name="connsiteX429" fmla="*/ 3756279 w 8377613"/>
              <a:gd name="connsiteY429" fmla="*/ 6110201 h 6854893"/>
              <a:gd name="connsiteX430" fmla="*/ 3758812 w 8377613"/>
              <a:gd name="connsiteY430" fmla="*/ 6105706 h 6854893"/>
              <a:gd name="connsiteX431" fmla="*/ 3568069 w 8377613"/>
              <a:gd name="connsiteY431" fmla="*/ 6305620 h 6854893"/>
              <a:gd name="connsiteX432" fmla="*/ 3443440 w 8377613"/>
              <a:gd name="connsiteY432" fmla="*/ 5749697 h 6854893"/>
              <a:gd name="connsiteX433" fmla="*/ 3446860 w 8377613"/>
              <a:gd name="connsiteY433" fmla="*/ 5746088 h 6854893"/>
              <a:gd name="connsiteX434" fmla="*/ 3219957 w 8377613"/>
              <a:gd name="connsiteY434" fmla="*/ 5886984 h 6854893"/>
              <a:gd name="connsiteX435" fmla="*/ 3242565 w 8377613"/>
              <a:gd name="connsiteY435" fmla="*/ 5328909 h 6854893"/>
              <a:gd name="connsiteX436" fmla="*/ 3246681 w 8377613"/>
              <a:gd name="connsiteY436" fmla="*/ 5326376 h 6854893"/>
              <a:gd name="connsiteX437" fmla="*/ 3000906 w 8377613"/>
              <a:gd name="connsiteY437" fmla="*/ 5402238 h 6854893"/>
              <a:gd name="connsiteX438" fmla="*/ 3160809 w 8377613"/>
              <a:gd name="connsiteY438" fmla="*/ 4879498 h 6854893"/>
              <a:gd name="connsiteX439" fmla="*/ 3165242 w 8377613"/>
              <a:gd name="connsiteY439" fmla="*/ 4878105 h 6854893"/>
              <a:gd name="connsiteX440" fmla="*/ 2918074 w 8377613"/>
              <a:gd name="connsiteY440" fmla="*/ 4887540 h 6854893"/>
              <a:gd name="connsiteX441" fmla="*/ 3196716 w 8377613"/>
              <a:gd name="connsiteY441" fmla="*/ 4433063 h 6854893"/>
              <a:gd name="connsiteX442" fmla="*/ 3201212 w 8377613"/>
              <a:gd name="connsiteY442" fmla="*/ 4432873 h 6854893"/>
              <a:gd name="connsiteX443" fmla="*/ 2969306 w 8377613"/>
              <a:gd name="connsiteY443" fmla="*/ 4379110 h 6854893"/>
              <a:gd name="connsiteX444" fmla="*/ 3341166 w 8377613"/>
              <a:gd name="connsiteY444" fmla="*/ 4019430 h 6854893"/>
              <a:gd name="connsiteX445" fmla="*/ 3345346 w 8377613"/>
              <a:gd name="connsiteY445" fmla="*/ 4020380 h 6854893"/>
              <a:gd name="connsiteX446" fmla="*/ 3143330 w 8377613"/>
              <a:gd name="connsiteY446" fmla="*/ 3910639 h 6854893"/>
              <a:gd name="connsiteX447" fmla="*/ 3578264 w 8377613"/>
              <a:gd name="connsiteY447" fmla="*/ 3664435 h 6854893"/>
              <a:gd name="connsiteX448" fmla="*/ 3581938 w 8377613"/>
              <a:gd name="connsiteY448" fmla="*/ 3666398 h 6854893"/>
              <a:gd name="connsiteX449" fmla="*/ 3421592 w 8377613"/>
              <a:gd name="connsiteY449" fmla="*/ 3511190 h 6854893"/>
              <a:gd name="connsiteX450" fmla="*/ 3886797 w 8377613"/>
              <a:gd name="connsiteY450" fmla="*/ 3388343 h 6854893"/>
              <a:gd name="connsiteX451" fmla="*/ 3889710 w 8377613"/>
              <a:gd name="connsiteY451" fmla="*/ 3391128 h 6854893"/>
              <a:gd name="connsiteX452" fmla="*/ 3779456 w 8377613"/>
              <a:gd name="connsiteY452" fmla="*/ 3203438 h 6854893"/>
              <a:gd name="connsiteX453" fmla="*/ 4242128 w 8377613"/>
              <a:gd name="connsiteY453" fmla="*/ 3205147 h 6854893"/>
              <a:gd name="connsiteX454" fmla="*/ 4244091 w 8377613"/>
              <a:gd name="connsiteY454" fmla="*/ 3208566 h 6854893"/>
              <a:gd name="connsiteX455" fmla="*/ 4188363 w 8377613"/>
              <a:gd name="connsiteY455" fmla="*/ 3002891 h 6854893"/>
              <a:gd name="connsiteX456" fmla="*/ 4617661 w 8377613"/>
              <a:gd name="connsiteY456" fmla="*/ 3121876 h 6854893"/>
              <a:gd name="connsiteX457" fmla="*/ 4618674 w 8377613"/>
              <a:gd name="connsiteY457" fmla="*/ 3125612 h 6854893"/>
              <a:gd name="connsiteX458" fmla="*/ 4618104 w 8377613"/>
              <a:gd name="connsiteY458" fmla="*/ 2916706 h 6854893"/>
              <a:gd name="connsiteX459" fmla="*/ 4813343 w 8377613"/>
              <a:gd name="connsiteY459" fmla="*/ 3033919 h 6854893"/>
              <a:gd name="connsiteX460" fmla="*/ 4847604 w 8377613"/>
              <a:gd name="connsiteY460" fmla="*/ 2905308 h 6854893"/>
              <a:gd name="connsiteX461" fmla="*/ 4611898 w 8377613"/>
              <a:gd name="connsiteY461" fmla="*/ 2744464 h 6854893"/>
              <a:gd name="connsiteX462" fmla="*/ 4610885 w 8377613"/>
              <a:gd name="connsiteY462" fmla="*/ 2505860 h 6854893"/>
              <a:gd name="connsiteX463" fmla="*/ 4889843 w 8377613"/>
              <a:gd name="connsiteY463" fmla="*/ 2696210 h 6854893"/>
              <a:gd name="connsiteX464" fmla="*/ 4931766 w 8377613"/>
              <a:gd name="connsiteY464" fmla="*/ 2538345 h 6854893"/>
              <a:gd name="connsiteX465" fmla="*/ 4604932 w 8377613"/>
              <a:gd name="connsiteY465" fmla="*/ 2290495 h 6854893"/>
              <a:gd name="connsiteX466" fmla="*/ 4603666 w 8377613"/>
              <a:gd name="connsiteY466" fmla="*/ 2095076 h 6854893"/>
              <a:gd name="connsiteX467" fmla="*/ 4974766 w 8377613"/>
              <a:gd name="connsiteY467" fmla="*/ 2376487 h 6854893"/>
              <a:gd name="connsiteX468" fmla="*/ 5049936 w 8377613"/>
              <a:gd name="connsiteY468" fmla="*/ 2093367 h 6854893"/>
              <a:gd name="connsiteX469" fmla="*/ 5506971 w 8377613"/>
              <a:gd name="connsiteY469" fmla="*/ 2518399 h 6854893"/>
              <a:gd name="connsiteX470" fmla="*/ 5594110 w 8377613"/>
              <a:gd name="connsiteY470" fmla="*/ 2363695 h 6854893"/>
              <a:gd name="connsiteX471" fmla="*/ 5104017 w 8377613"/>
              <a:gd name="connsiteY471" fmla="*/ 1841970 h 6854893"/>
              <a:gd name="connsiteX472" fmla="*/ 4589100 w 8377613"/>
              <a:gd name="connsiteY472" fmla="*/ 1273385 h 6854893"/>
              <a:gd name="connsiteX473" fmla="*/ 5014915 w 8377613"/>
              <a:gd name="connsiteY473" fmla="*/ 1654534 h 6854893"/>
              <a:gd name="connsiteX474" fmla="*/ 5016688 w 8377613"/>
              <a:gd name="connsiteY474" fmla="*/ 1763704 h 6854893"/>
              <a:gd name="connsiteX475" fmla="*/ 4590873 w 8377613"/>
              <a:gd name="connsiteY475" fmla="*/ 1382492 h 6854893"/>
              <a:gd name="connsiteX476" fmla="*/ 2443813 w 8377613"/>
              <a:gd name="connsiteY476" fmla="*/ 1009004 h 6854893"/>
              <a:gd name="connsiteX477" fmla="*/ 3111920 w 8377613"/>
              <a:gd name="connsiteY477" fmla="*/ 1180486 h 6854893"/>
              <a:gd name="connsiteX478" fmla="*/ 3126105 w 8377613"/>
              <a:gd name="connsiteY478" fmla="*/ 1199863 h 6854893"/>
              <a:gd name="connsiteX479" fmla="*/ 2457935 w 8377613"/>
              <a:gd name="connsiteY479" fmla="*/ 1028381 h 6854893"/>
              <a:gd name="connsiteX480" fmla="*/ 3609738 w 8377613"/>
              <a:gd name="connsiteY480" fmla="*/ 988739 h 6854893"/>
              <a:gd name="connsiteX481" fmla="*/ 4162841 w 8377613"/>
              <a:gd name="connsiteY481" fmla="*/ 1285159 h 6854893"/>
              <a:gd name="connsiteX482" fmla="*/ 4182283 w 8377613"/>
              <a:gd name="connsiteY482" fmla="*/ 1349686 h 6854893"/>
              <a:gd name="connsiteX483" fmla="*/ 3629180 w 8377613"/>
              <a:gd name="connsiteY483" fmla="*/ 1053203 h 6854893"/>
              <a:gd name="connsiteX484" fmla="*/ 7735787 w 8377613"/>
              <a:gd name="connsiteY484" fmla="*/ 894517 h 6854893"/>
              <a:gd name="connsiteX485" fmla="*/ 7843127 w 8377613"/>
              <a:gd name="connsiteY485" fmla="*/ 1833109 h 6854893"/>
              <a:gd name="connsiteX486" fmla="*/ 7589247 w 8377613"/>
              <a:gd name="connsiteY486" fmla="*/ 2100019 h 6854893"/>
              <a:gd name="connsiteX487" fmla="*/ 7481906 w 8377613"/>
              <a:gd name="connsiteY487" fmla="*/ 1161429 h 6854893"/>
              <a:gd name="connsiteX488" fmla="*/ 6405780 w 8377613"/>
              <a:gd name="connsiteY488" fmla="*/ 872226 h 6854893"/>
              <a:gd name="connsiteX489" fmla="*/ 6776563 w 8377613"/>
              <a:gd name="connsiteY489" fmla="*/ 1686955 h 6854893"/>
              <a:gd name="connsiteX490" fmla="*/ 6550420 w 8377613"/>
              <a:gd name="connsiteY490" fmla="*/ 2090899 h 6854893"/>
              <a:gd name="connsiteX491" fmla="*/ 6179637 w 8377613"/>
              <a:gd name="connsiteY491" fmla="*/ 1276171 h 6854893"/>
              <a:gd name="connsiteX492" fmla="*/ 4581944 w 8377613"/>
              <a:gd name="connsiteY492" fmla="*/ 862537 h 6854893"/>
              <a:gd name="connsiteX493" fmla="*/ 5021881 w 8377613"/>
              <a:gd name="connsiteY493" fmla="*/ 1283580 h 6854893"/>
              <a:gd name="connsiteX494" fmla="*/ 5023844 w 8377613"/>
              <a:gd name="connsiteY494" fmla="*/ 1349627 h 6854893"/>
              <a:gd name="connsiteX495" fmla="*/ 4583907 w 8377613"/>
              <a:gd name="connsiteY495" fmla="*/ 928521 h 6854893"/>
              <a:gd name="connsiteX496" fmla="*/ 3494038 w 8377613"/>
              <a:gd name="connsiteY496" fmla="*/ 585871 h 6854893"/>
              <a:gd name="connsiteX497" fmla="*/ 4071903 w 8377613"/>
              <a:gd name="connsiteY497" fmla="*/ 917816 h 6854893"/>
              <a:gd name="connsiteX498" fmla="*/ 4080199 w 8377613"/>
              <a:gd name="connsiteY498" fmla="*/ 939726 h 6854893"/>
              <a:gd name="connsiteX499" fmla="*/ 3502334 w 8377613"/>
              <a:gd name="connsiteY499" fmla="*/ 607844 h 6854893"/>
              <a:gd name="connsiteX500" fmla="*/ 5444466 w 8377613"/>
              <a:gd name="connsiteY500" fmla="*/ 507352 h 6854893"/>
              <a:gd name="connsiteX501" fmla="*/ 6032020 w 8377613"/>
              <a:gd name="connsiteY501" fmla="*/ 1210314 h 6854893"/>
              <a:gd name="connsiteX502" fmla="*/ 5911444 w 8377613"/>
              <a:gd name="connsiteY502" fmla="*/ 1669160 h 6854893"/>
              <a:gd name="connsiteX503" fmla="*/ 5323890 w 8377613"/>
              <a:gd name="connsiteY503" fmla="*/ 966198 h 6854893"/>
              <a:gd name="connsiteX504" fmla="*/ 4574725 w 8377613"/>
              <a:gd name="connsiteY504" fmla="*/ 451691 h 6854893"/>
              <a:gd name="connsiteX505" fmla="*/ 5028847 w 8377613"/>
              <a:gd name="connsiteY505" fmla="*/ 912627 h 6854893"/>
              <a:gd name="connsiteX506" fmla="*/ 5031064 w 8377613"/>
              <a:gd name="connsiteY506" fmla="*/ 935486 h 6854893"/>
              <a:gd name="connsiteX507" fmla="*/ 4577005 w 8377613"/>
              <a:gd name="connsiteY507" fmla="*/ 474551 h 6854893"/>
              <a:gd name="connsiteX508" fmla="*/ 8263686 w 8377613"/>
              <a:gd name="connsiteY508" fmla="*/ 327323 h 6854893"/>
              <a:gd name="connsiteX509" fmla="*/ 8336766 w 8377613"/>
              <a:gd name="connsiteY509" fmla="*/ 1338990 h 6854893"/>
              <a:gd name="connsiteX510" fmla="*/ 8139627 w 8377613"/>
              <a:gd name="connsiteY510" fmla="*/ 1547706 h 6854893"/>
              <a:gd name="connsiteX511" fmla="*/ 8066484 w 8377613"/>
              <a:gd name="connsiteY511" fmla="*/ 536039 h 6854893"/>
              <a:gd name="connsiteX512" fmla="*/ 6786379 w 8377613"/>
              <a:gd name="connsiteY512" fmla="*/ 171355 h 6854893"/>
              <a:gd name="connsiteX513" fmla="*/ 7142027 w 8377613"/>
              <a:gd name="connsiteY513" fmla="*/ 1067265 h 6854893"/>
              <a:gd name="connsiteX514" fmla="*/ 6957427 w 8377613"/>
              <a:gd name="connsiteY514" fmla="*/ 1398577 h 6854893"/>
              <a:gd name="connsiteX515" fmla="*/ 6601779 w 8377613"/>
              <a:gd name="connsiteY515" fmla="*/ 502667 h 6854893"/>
              <a:gd name="connsiteX516" fmla="*/ 7767324 w 8377613"/>
              <a:gd name="connsiteY516" fmla="*/ 2 h 6854893"/>
              <a:gd name="connsiteX517" fmla="*/ 7779166 w 8377613"/>
              <a:gd name="connsiteY517" fmla="*/ 2 h 6854893"/>
              <a:gd name="connsiteX518" fmla="*/ 7771566 w 8377613"/>
              <a:gd name="connsiteY518" fmla="*/ 13870 h 6854893"/>
              <a:gd name="connsiteX519" fmla="*/ 7118406 w 8377613"/>
              <a:gd name="connsiteY519" fmla="*/ 2 h 6854893"/>
              <a:gd name="connsiteX520" fmla="*/ 7351578 w 8377613"/>
              <a:gd name="connsiteY520" fmla="*/ 2 h 6854893"/>
              <a:gd name="connsiteX521" fmla="*/ 7507491 w 8377613"/>
              <a:gd name="connsiteY521" fmla="*/ 447513 h 6854893"/>
              <a:gd name="connsiteX522" fmla="*/ 7364497 w 8377613"/>
              <a:gd name="connsiteY522" fmla="*/ 706191 h 6854893"/>
              <a:gd name="connsiteX523" fmla="*/ 6304645 w 8377613"/>
              <a:gd name="connsiteY523" fmla="*/ 1 h 6854893"/>
              <a:gd name="connsiteX524" fmla="*/ 6385768 w 8377613"/>
              <a:gd name="connsiteY524" fmla="*/ 1 h 6854893"/>
              <a:gd name="connsiteX525" fmla="*/ 6363730 w 8377613"/>
              <a:gd name="connsiteY525" fmla="*/ 85742 h 6854893"/>
              <a:gd name="connsiteX526" fmla="*/ 5567385 w 8377613"/>
              <a:gd name="connsiteY526" fmla="*/ 0 h 6854893"/>
              <a:gd name="connsiteX527" fmla="*/ 5857299 w 8377613"/>
              <a:gd name="connsiteY527" fmla="*/ 0 h 6854893"/>
              <a:gd name="connsiteX528" fmla="*/ 6235555 w 8377613"/>
              <a:gd name="connsiteY528" fmla="*/ 501337 h 6854893"/>
              <a:gd name="connsiteX529" fmla="*/ 6137587 w 8377613"/>
              <a:gd name="connsiteY529" fmla="*/ 877482 h 6854893"/>
              <a:gd name="connsiteX530" fmla="*/ 5543827 w 8377613"/>
              <a:gd name="connsiteY530" fmla="*/ 90490 h 68548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Lst>
            <a:rect l="l" t="t" r="r" b="b"/>
            <a:pathLst>
              <a:path w="8377613" h="6854893">
                <a:moveTo>
                  <a:pt x="820536" y="6758957"/>
                </a:moveTo>
                <a:lnTo>
                  <a:pt x="797675" y="6838999"/>
                </a:lnTo>
                <a:lnTo>
                  <a:pt x="779183" y="6838999"/>
                </a:lnTo>
                <a:lnTo>
                  <a:pt x="796978" y="6776815"/>
                </a:lnTo>
                <a:close/>
                <a:moveTo>
                  <a:pt x="5213067" y="6751421"/>
                </a:moveTo>
                <a:lnTo>
                  <a:pt x="5468657" y="6838998"/>
                </a:lnTo>
                <a:lnTo>
                  <a:pt x="5236688" y="6838998"/>
                </a:lnTo>
                <a:close/>
                <a:moveTo>
                  <a:pt x="3374160" y="6748192"/>
                </a:moveTo>
                <a:lnTo>
                  <a:pt x="3410446" y="6838999"/>
                </a:lnTo>
                <a:lnTo>
                  <a:pt x="3323814" y="6838999"/>
                </a:lnTo>
                <a:close/>
                <a:moveTo>
                  <a:pt x="4636849" y="6726535"/>
                </a:moveTo>
                <a:lnTo>
                  <a:pt x="4800931" y="6838999"/>
                </a:lnTo>
                <a:lnTo>
                  <a:pt x="4637102" y="6838999"/>
                </a:lnTo>
                <a:close/>
                <a:moveTo>
                  <a:pt x="7576834" y="6663020"/>
                </a:moveTo>
                <a:lnTo>
                  <a:pt x="7759218" y="6838998"/>
                </a:lnTo>
                <a:lnTo>
                  <a:pt x="6852176" y="6838998"/>
                </a:lnTo>
                <a:lnTo>
                  <a:pt x="6794358" y="6783209"/>
                </a:lnTo>
                <a:close/>
                <a:moveTo>
                  <a:pt x="2544314" y="6645290"/>
                </a:moveTo>
                <a:lnTo>
                  <a:pt x="2558689" y="6838998"/>
                </a:lnTo>
                <a:lnTo>
                  <a:pt x="2409679" y="6838998"/>
                </a:lnTo>
                <a:lnTo>
                  <a:pt x="2406196" y="6792011"/>
                </a:lnTo>
                <a:close/>
                <a:moveTo>
                  <a:pt x="5798468" y="6620847"/>
                </a:moveTo>
                <a:lnTo>
                  <a:pt x="6506345" y="6665110"/>
                </a:lnTo>
                <a:lnTo>
                  <a:pt x="6608429" y="6838998"/>
                </a:lnTo>
                <a:lnTo>
                  <a:pt x="5926453" y="6838998"/>
                </a:lnTo>
                <a:close/>
                <a:moveTo>
                  <a:pt x="4107873" y="6556763"/>
                </a:moveTo>
                <a:lnTo>
                  <a:pt x="4344909" y="6838998"/>
                </a:lnTo>
                <a:lnTo>
                  <a:pt x="4034350" y="6838998"/>
                </a:lnTo>
                <a:close/>
                <a:moveTo>
                  <a:pt x="1275228" y="6488942"/>
                </a:moveTo>
                <a:lnTo>
                  <a:pt x="1185429" y="6838998"/>
                </a:lnTo>
                <a:lnTo>
                  <a:pt x="1126788" y="6838998"/>
                </a:lnTo>
                <a:lnTo>
                  <a:pt x="1204618" y="6535485"/>
                </a:lnTo>
                <a:close/>
                <a:moveTo>
                  <a:pt x="8377613" y="6386674"/>
                </a:moveTo>
                <a:lnTo>
                  <a:pt x="8377613" y="6581333"/>
                </a:lnTo>
                <a:lnTo>
                  <a:pt x="8168758" y="6662387"/>
                </a:lnTo>
                <a:lnTo>
                  <a:pt x="7958194" y="6549480"/>
                </a:lnTo>
                <a:close/>
                <a:moveTo>
                  <a:pt x="3658881" y="6261736"/>
                </a:moveTo>
                <a:lnTo>
                  <a:pt x="3920297" y="6832919"/>
                </a:lnTo>
                <a:lnTo>
                  <a:pt x="3916877" y="6838998"/>
                </a:lnTo>
                <a:lnTo>
                  <a:pt x="3635006" y="6838998"/>
                </a:lnTo>
                <a:lnTo>
                  <a:pt x="3500688" y="6545491"/>
                </a:lnTo>
                <a:close/>
                <a:moveTo>
                  <a:pt x="2929726" y="6256860"/>
                </a:moveTo>
                <a:lnTo>
                  <a:pt x="2997550" y="6838998"/>
                </a:lnTo>
                <a:lnTo>
                  <a:pt x="2797878" y="6838998"/>
                </a:lnTo>
                <a:lnTo>
                  <a:pt x="2751965" y="6444553"/>
                </a:lnTo>
                <a:close/>
                <a:moveTo>
                  <a:pt x="1729921" y="6218929"/>
                </a:moveTo>
                <a:lnTo>
                  <a:pt x="1591423" y="6838999"/>
                </a:lnTo>
                <a:lnTo>
                  <a:pt x="1490479" y="6838999"/>
                </a:lnTo>
                <a:lnTo>
                  <a:pt x="1612195" y="6294158"/>
                </a:lnTo>
                <a:close/>
                <a:moveTo>
                  <a:pt x="7074899" y="6187710"/>
                </a:moveTo>
                <a:lnTo>
                  <a:pt x="7335619" y="6440500"/>
                </a:lnTo>
                <a:lnTo>
                  <a:pt x="6612797" y="6587348"/>
                </a:lnTo>
                <a:lnTo>
                  <a:pt x="6352014" y="6334622"/>
                </a:lnTo>
                <a:close/>
                <a:moveTo>
                  <a:pt x="5164749" y="6063342"/>
                </a:moveTo>
                <a:lnTo>
                  <a:pt x="5164749" y="6193726"/>
                </a:lnTo>
                <a:lnTo>
                  <a:pt x="5641416" y="6327023"/>
                </a:lnTo>
                <a:lnTo>
                  <a:pt x="5532049" y="6140027"/>
                </a:lnTo>
                <a:close/>
                <a:moveTo>
                  <a:pt x="4763251" y="6062708"/>
                </a:moveTo>
                <a:lnTo>
                  <a:pt x="4730701" y="6186190"/>
                </a:lnTo>
                <a:lnTo>
                  <a:pt x="4730764" y="6186190"/>
                </a:lnTo>
                <a:lnTo>
                  <a:pt x="5140304" y="6433344"/>
                </a:lnTo>
                <a:lnTo>
                  <a:pt x="5085272" y="6228491"/>
                </a:lnTo>
                <a:close/>
                <a:moveTo>
                  <a:pt x="4390441" y="5960250"/>
                </a:moveTo>
                <a:lnTo>
                  <a:pt x="4329520" y="6068914"/>
                </a:lnTo>
                <a:lnTo>
                  <a:pt x="4329520" y="6068978"/>
                </a:lnTo>
                <a:lnTo>
                  <a:pt x="4648375" y="6406938"/>
                </a:lnTo>
                <a:lnTo>
                  <a:pt x="4648248" y="6198982"/>
                </a:lnTo>
                <a:close/>
                <a:moveTo>
                  <a:pt x="2184613" y="5948851"/>
                </a:moveTo>
                <a:lnTo>
                  <a:pt x="2056944" y="6634397"/>
                </a:lnTo>
                <a:lnTo>
                  <a:pt x="1892166" y="6738376"/>
                </a:lnTo>
                <a:lnTo>
                  <a:pt x="2019835" y="6052829"/>
                </a:lnTo>
                <a:close/>
                <a:moveTo>
                  <a:pt x="5957547" y="5932577"/>
                </a:moveTo>
                <a:lnTo>
                  <a:pt x="5957484" y="5932641"/>
                </a:lnTo>
                <a:lnTo>
                  <a:pt x="5568335" y="5955944"/>
                </a:lnTo>
                <a:lnTo>
                  <a:pt x="5602722" y="6084429"/>
                </a:lnTo>
                <a:lnTo>
                  <a:pt x="6116753" y="6087405"/>
                </a:lnTo>
                <a:close/>
                <a:moveTo>
                  <a:pt x="8149696" y="5897559"/>
                </a:moveTo>
                <a:lnTo>
                  <a:pt x="8377612" y="6020851"/>
                </a:lnTo>
                <a:lnTo>
                  <a:pt x="8377612" y="6061632"/>
                </a:lnTo>
                <a:lnTo>
                  <a:pt x="7665050" y="6372426"/>
                </a:lnTo>
                <a:lnTo>
                  <a:pt x="7395401" y="6226591"/>
                </a:lnTo>
                <a:close/>
                <a:moveTo>
                  <a:pt x="3315201" y="5868430"/>
                </a:moveTo>
                <a:lnTo>
                  <a:pt x="3415893" y="6475645"/>
                </a:lnTo>
                <a:lnTo>
                  <a:pt x="3198362" y="6704308"/>
                </a:lnTo>
                <a:lnTo>
                  <a:pt x="3097671" y="6097094"/>
                </a:lnTo>
                <a:close/>
                <a:moveTo>
                  <a:pt x="4069814" y="5768568"/>
                </a:moveTo>
                <a:lnTo>
                  <a:pt x="3986158" y="5856019"/>
                </a:lnTo>
                <a:lnTo>
                  <a:pt x="4198179" y="6256987"/>
                </a:lnTo>
                <a:lnTo>
                  <a:pt x="4249854" y="6060049"/>
                </a:lnTo>
                <a:close/>
                <a:moveTo>
                  <a:pt x="2639306" y="5678837"/>
                </a:moveTo>
                <a:lnTo>
                  <a:pt x="2546657" y="6321894"/>
                </a:lnTo>
                <a:lnTo>
                  <a:pt x="2334763" y="6454494"/>
                </a:lnTo>
                <a:lnTo>
                  <a:pt x="2427411" y="5811438"/>
                </a:lnTo>
                <a:close/>
                <a:moveTo>
                  <a:pt x="555320" y="5619123"/>
                </a:moveTo>
                <a:lnTo>
                  <a:pt x="136977" y="6330063"/>
                </a:lnTo>
                <a:lnTo>
                  <a:pt x="110634" y="6341018"/>
                </a:lnTo>
                <a:lnTo>
                  <a:pt x="529039" y="5630078"/>
                </a:lnTo>
                <a:close/>
                <a:moveTo>
                  <a:pt x="6330040" y="5613741"/>
                </a:moveTo>
                <a:lnTo>
                  <a:pt x="5945262" y="5741465"/>
                </a:lnTo>
                <a:lnTo>
                  <a:pt x="6013710" y="5858790"/>
                </a:lnTo>
                <a:lnTo>
                  <a:pt x="6013655" y="5858805"/>
                </a:lnTo>
                <a:lnTo>
                  <a:pt x="6013719" y="5858805"/>
                </a:lnTo>
                <a:lnTo>
                  <a:pt x="6013710" y="5858790"/>
                </a:lnTo>
                <a:lnTo>
                  <a:pt x="6530852" y="5723418"/>
                </a:lnTo>
                <a:close/>
                <a:moveTo>
                  <a:pt x="7519966" y="5564348"/>
                </a:moveTo>
                <a:lnTo>
                  <a:pt x="7848636" y="5743175"/>
                </a:lnTo>
                <a:lnTo>
                  <a:pt x="7161278" y="6082466"/>
                </a:lnTo>
                <a:lnTo>
                  <a:pt x="6832608" y="5903702"/>
                </a:lnTo>
                <a:close/>
                <a:moveTo>
                  <a:pt x="3819669" y="5505710"/>
                </a:moveTo>
                <a:lnTo>
                  <a:pt x="3720182" y="5567324"/>
                </a:lnTo>
                <a:lnTo>
                  <a:pt x="3817326" y="6000841"/>
                </a:lnTo>
                <a:lnTo>
                  <a:pt x="3817390" y="6000778"/>
                </a:lnTo>
                <a:lnTo>
                  <a:pt x="3914344" y="5827396"/>
                </a:lnTo>
                <a:close/>
                <a:moveTo>
                  <a:pt x="1044842" y="5478797"/>
                </a:moveTo>
                <a:lnTo>
                  <a:pt x="669499" y="6158328"/>
                </a:lnTo>
                <a:lnTo>
                  <a:pt x="592303" y="6184481"/>
                </a:lnTo>
                <a:lnTo>
                  <a:pt x="967646" y="5504950"/>
                </a:lnTo>
                <a:close/>
                <a:moveTo>
                  <a:pt x="3093935" y="5408824"/>
                </a:moveTo>
                <a:lnTo>
                  <a:pt x="3036307" y="6009390"/>
                </a:lnTo>
                <a:lnTo>
                  <a:pt x="2777360" y="6170676"/>
                </a:lnTo>
                <a:lnTo>
                  <a:pt x="2834988" y="5570110"/>
                </a:lnTo>
                <a:close/>
                <a:moveTo>
                  <a:pt x="1534301" y="5338470"/>
                </a:moveTo>
                <a:lnTo>
                  <a:pt x="1202084" y="5986656"/>
                </a:lnTo>
                <a:lnTo>
                  <a:pt x="1074036" y="6028006"/>
                </a:lnTo>
                <a:lnTo>
                  <a:pt x="1406253" y="5379821"/>
                </a:lnTo>
                <a:close/>
                <a:moveTo>
                  <a:pt x="6620271" y="5199221"/>
                </a:moveTo>
                <a:lnTo>
                  <a:pt x="6267409" y="5428644"/>
                </a:lnTo>
                <a:lnTo>
                  <a:pt x="6367150" y="5525847"/>
                </a:lnTo>
                <a:lnTo>
                  <a:pt x="6850973" y="5253236"/>
                </a:lnTo>
                <a:close/>
                <a:moveTo>
                  <a:pt x="2023823" y="5198081"/>
                </a:moveTo>
                <a:lnTo>
                  <a:pt x="1734670" y="5814921"/>
                </a:lnTo>
                <a:lnTo>
                  <a:pt x="1555769" y="5871533"/>
                </a:lnTo>
                <a:lnTo>
                  <a:pt x="1844923" y="5254693"/>
                </a:lnTo>
                <a:close/>
                <a:moveTo>
                  <a:pt x="3652738" y="5193332"/>
                </a:moveTo>
                <a:lnTo>
                  <a:pt x="3545017" y="5226450"/>
                </a:lnTo>
                <a:lnTo>
                  <a:pt x="3527349" y="5661614"/>
                </a:lnTo>
                <a:lnTo>
                  <a:pt x="3660590" y="5521984"/>
                </a:lnTo>
                <a:close/>
                <a:moveTo>
                  <a:pt x="8377612" y="5103475"/>
                </a:moveTo>
                <a:lnTo>
                  <a:pt x="8377612" y="5417753"/>
                </a:lnTo>
                <a:lnTo>
                  <a:pt x="8161538" y="5587524"/>
                </a:lnTo>
                <a:lnTo>
                  <a:pt x="7852183" y="5516348"/>
                </a:lnTo>
                <a:close/>
                <a:moveTo>
                  <a:pt x="2513347" y="5057755"/>
                </a:moveTo>
                <a:lnTo>
                  <a:pt x="2267256" y="5643249"/>
                </a:lnTo>
                <a:lnTo>
                  <a:pt x="2037503" y="5715059"/>
                </a:lnTo>
                <a:lnTo>
                  <a:pt x="2283531" y="5129628"/>
                </a:lnTo>
                <a:close/>
                <a:moveTo>
                  <a:pt x="3002806" y="4917428"/>
                </a:moveTo>
                <a:lnTo>
                  <a:pt x="2799841" y="5471514"/>
                </a:lnTo>
                <a:lnTo>
                  <a:pt x="2519173" y="5558585"/>
                </a:lnTo>
                <a:lnTo>
                  <a:pt x="2722201" y="5004499"/>
                </a:lnTo>
                <a:close/>
                <a:moveTo>
                  <a:pt x="3575415" y="4855118"/>
                </a:moveTo>
                <a:lnTo>
                  <a:pt x="3467125" y="4859170"/>
                </a:lnTo>
                <a:lnTo>
                  <a:pt x="3342432" y="5266788"/>
                </a:lnTo>
                <a:lnTo>
                  <a:pt x="3500942" y="5168382"/>
                </a:lnTo>
                <a:close/>
                <a:moveTo>
                  <a:pt x="7802471" y="4830421"/>
                </a:moveTo>
                <a:lnTo>
                  <a:pt x="8179904" y="4918125"/>
                </a:lnTo>
                <a:lnTo>
                  <a:pt x="7578988" y="5437446"/>
                </a:lnTo>
                <a:lnTo>
                  <a:pt x="7201618" y="5349679"/>
                </a:lnTo>
                <a:close/>
                <a:moveTo>
                  <a:pt x="7048366" y="4703900"/>
                </a:moveTo>
                <a:lnTo>
                  <a:pt x="6802338" y="4712765"/>
                </a:lnTo>
                <a:lnTo>
                  <a:pt x="6802401" y="4712828"/>
                </a:lnTo>
                <a:lnTo>
                  <a:pt x="6508498" y="5033818"/>
                </a:lnTo>
                <a:lnTo>
                  <a:pt x="6634330" y="5102715"/>
                </a:lnTo>
                <a:close/>
                <a:moveTo>
                  <a:pt x="3486250" y="4491637"/>
                </a:moveTo>
                <a:lnTo>
                  <a:pt x="3268972" y="4845999"/>
                </a:lnTo>
                <a:lnTo>
                  <a:pt x="3269036" y="4846063"/>
                </a:lnTo>
                <a:lnTo>
                  <a:pt x="3440717" y="4793060"/>
                </a:lnTo>
                <a:lnTo>
                  <a:pt x="3587827" y="4515321"/>
                </a:lnTo>
                <a:close/>
                <a:moveTo>
                  <a:pt x="592683" y="4472450"/>
                </a:moveTo>
                <a:lnTo>
                  <a:pt x="27168" y="5039517"/>
                </a:lnTo>
                <a:lnTo>
                  <a:pt x="0" y="5043190"/>
                </a:lnTo>
                <a:lnTo>
                  <a:pt x="565516" y="4476123"/>
                </a:lnTo>
                <a:close/>
                <a:moveTo>
                  <a:pt x="1082269" y="4463774"/>
                </a:moveTo>
                <a:lnTo>
                  <a:pt x="564566" y="5012034"/>
                </a:lnTo>
                <a:lnTo>
                  <a:pt x="486356" y="5017227"/>
                </a:lnTo>
                <a:lnTo>
                  <a:pt x="1004059" y="4468967"/>
                </a:lnTo>
                <a:close/>
                <a:moveTo>
                  <a:pt x="1571791" y="4455036"/>
                </a:moveTo>
                <a:lnTo>
                  <a:pt x="1101900" y="4984552"/>
                </a:lnTo>
                <a:lnTo>
                  <a:pt x="972712" y="4991264"/>
                </a:lnTo>
                <a:lnTo>
                  <a:pt x="1442603" y="4461748"/>
                </a:lnTo>
                <a:close/>
                <a:moveTo>
                  <a:pt x="2061377" y="4446360"/>
                </a:moveTo>
                <a:lnTo>
                  <a:pt x="1639298" y="4957132"/>
                </a:lnTo>
                <a:lnTo>
                  <a:pt x="1459068" y="4965301"/>
                </a:lnTo>
                <a:lnTo>
                  <a:pt x="1881083" y="4454592"/>
                </a:lnTo>
                <a:close/>
                <a:moveTo>
                  <a:pt x="2550900" y="4437685"/>
                </a:moveTo>
                <a:lnTo>
                  <a:pt x="2176633" y="4929650"/>
                </a:lnTo>
                <a:lnTo>
                  <a:pt x="1945361" y="4939402"/>
                </a:lnTo>
                <a:lnTo>
                  <a:pt x="2319627" y="4447374"/>
                </a:lnTo>
                <a:close/>
                <a:moveTo>
                  <a:pt x="3040486" y="4428946"/>
                </a:moveTo>
                <a:lnTo>
                  <a:pt x="2714032" y="4902167"/>
                </a:lnTo>
                <a:lnTo>
                  <a:pt x="2431717" y="4913439"/>
                </a:lnTo>
                <a:lnTo>
                  <a:pt x="2758171" y="4440218"/>
                </a:lnTo>
                <a:close/>
                <a:moveTo>
                  <a:pt x="8377612" y="4361190"/>
                </a:moveTo>
                <a:lnTo>
                  <a:pt x="8377612" y="4683509"/>
                </a:lnTo>
                <a:lnTo>
                  <a:pt x="8123605" y="4693705"/>
                </a:lnTo>
                <a:close/>
                <a:moveTo>
                  <a:pt x="3595426" y="4148357"/>
                </a:moveTo>
                <a:lnTo>
                  <a:pt x="3305449" y="4428820"/>
                </a:lnTo>
                <a:lnTo>
                  <a:pt x="3478080" y="4422234"/>
                </a:lnTo>
                <a:lnTo>
                  <a:pt x="3683832" y="4196547"/>
                </a:lnTo>
                <a:close/>
                <a:moveTo>
                  <a:pt x="7101561" y="4109603"/>
                </a:moveTo>
                <a:lnTo>
                  <a:pt x="7101546" y="4109627"/>
                </a:lnTo>
                <a:lnTo>
                  <a:pt x="6856800" y="4184579"/>
                </a:lnTo>
                <a:lnTo>
                  <a:pt x="6646299" y="4579911"/>
                </a:lnTo>
                <a:lnTo>
                  <a:pt x="6790939" y="4613916"/>
                </a:lnTo>
                <a:lnTo>
                  <a:pt x="7101546" y="4109627"/>
                </a:lnTo>
                <a:lnTo>
                  <a:pt x="7101624" y="4109603"/>
                </a:lnTo>
                <a:close/>
                <a:moveTo>
                  <a:pt x="8294843" y="4016073"/>
                </a:moveTo>
                <a:lnTo>
                  <a:pt x="7828309" y="4689461"/>
                </a:lnTo>
                <a:lnTo>
                  <a:pt x="7425988" y="4704596"/>
                </a:lnTo>
                <a:lnTo>
                  <a:pt x="7892523" y="4031207"/>
                </a:lnTo>
                <a:close/>
                <a:moveTo>
                  <a:pt x="2932006" y="3914945"/>
                </a:moveTo>
                <a:lnTo>
                  <a:pt x="3197032" y="3975926"/>
                </a:lnTo>
                <a:lnTo>
                  <a:pt x="2776030" y="4341243"/>
                </a:lnTo>
                <a:lnTo>
                  <a:pt x="2511067" y="4280262"/>
                </a:lnTo>
                <a:close/>
                <a:moveTo>
                  <a:pt x="3782306" y="3851051"/>
                </a:moveTo>
                <a:lnTo>
                  <a:pt x="3782306" y="3851114"/>
                </a:lnTo>
                <a:lnTo>
                  <a:pt x="3443123" y="4043113"/>
                </a:lnTo>
                <a:lnTo>
                  <a:pt x="3605116" y="4080664"/>
                </a:lnTo>
                <a:lnTo>
                  <a:pt x="3852410" y="3919124"/>
                </a:lnTo>
                <a:close/>
                <a:moveTo>
                  <a:pt x="2522973" y="3810460"/>
                </a:moveTo>
                <a:lnTo>
                  <a:pt x="2740187" y="3859979"/>
                </a:lnTo>
                <a:lnTo>
                  <a:pt x="2270106" y="4230869"/>
                </a:lnTo>
                <a:lnTo>
                  <a:pt x="2052892" y="4181413"/>
                </a:lnTo>
                <a:close/>
                <a:moveTo>
                  <a:pt x="2113876" y="3706038"/>
                </a:moveTo>
                <a:lnTo>
                  <a:pt x="2283277" y="3743969"/>
                </a:lnTo>
                <a:lnTo>
                  <a:pt x="1764181" y="4120558"/>
                </a:lnTo>
                <a:lnTo>
                  <a:pt x="1594716" y="4082626"/>
                </a:lnTo>
                <a:close/>
                <a:moveTo>
                  <a:pt x="4029854" y="3616815"/>
                </a:moveTo>
                <a:lnTo>
                  <a:pt x="3667050" y="3712624"/>
                </a:lnTo>
                <a:lnTo>
                  <a:pt x="3808144" y="3789310"/>
                </a:lnTo>
                <a:lnTo>
                  <a:pt x="4078046" y="3699136"/>
                </a:lnTo>
                <a:lnTo>
                  <a:pt x="4029854" y="3616878"/>
                </a:lnTo>
                <a:close/>
                <a:moveTo>
                  <a:pt x="1704780" y="3601554"/>
                </a:moveTo>
                <a:lnTo>
                  <a:pt x="1826432" y="3628023"/>
                </a:lnTo>
                <a:lnTo>
                  <a:pt x="1258257" y="4010248"/>
                </a:lnTo>
                <a:lnTo>
                  <a:pt x="1136541" y="3983778"/>
                </a:lnTo>
                <a:close/>
                <a:moveTo>
                  <a:pt x="6998147" y="3509607"/>
                </a:moveTo>
                <a:lnTo>
                  <a:pt x="6772004" y="3649363"/>
                </a:lnTo>
                <a:lnTo>
                  <a:pt x="6664917" y="4095545"/>
                </a:lnTo>
                <a:lnTo>
                  <a:pt x="6819183" y="4090162"/>
                </a:lnTo>
                <a:lnTo>
                  <a:pt x="6998084" y="3509671"/>
                </a:lnTo>
                <a:close/>
                <a:moveTo>
                  <a:pt x="1295683" y="3497132"/>
                </a:moveTo>
                <a:lnTo>
                  <a:pt x="1369586" y="3512013"/>
                </a:lnTo>
                <a:lnTo>
                  <a:pt x="752268" y="3899873"/>
                </a:lnTo>
                <a:lnTo>
                  <a:pt x="678365" y="3884992"/>
                </a:lnTo>
                <a:close/>
                <a:moveTo>
                  <a:pt x="3224262" y="3461671"/>
                </a:moveTo>
                <a:lnTo>
                  <a:pt x="3455155" y="3586610"/>
                </a:lnTo>
                <a:lnTo>
                  <a:pt x="2973295" y="3825785"/>
                </a:lnTo>
                <a:lnTo>
                  <a:pt x="2742339" y="3700783"/>
                </a:lnTo>
                <a:close/>
                <a:moveTo>
                  <a:pt x="3957344" y="3456542"/>
                </a:moveTo>
                <a:lnTo>
                  <a:pt x="4069307" y="3564952"/>
                </a:lnTo>
                <a:lnTo>
                  <a:pt x="4342376" y="3548045"/>
                </a:lnTo>
                <a:lnTo>
                  <a:pt x="4318058" y="3457935"/>
                </a:lnTo>
                <a:lnTo>
                  <a:pt x="4318121" y="3457871"/>
                </a:lnTo>
                <a:close/>
                <a:moveTo>
                  <a:pt x="886586" y="3392648"/>
                </a:moveTo>
                <a:lnTo>
                  <a:pt x="912741" y="3396068"/>
                </a:lnTo>
                <a:lnTo>
                  <a:pt x="246345" y="3789563"/>
                </a:lnTo>
                <a:lnTo>
                  <a:pt x="220255" y="3786144"/>
                </a:lnTo>
                <a:close/>
                <a:moveTo>
                  <a:pt x="8377612" y="3340344"/>
                </a:moveTo>
                <a:lnTo>
                  <a:pt x="8377612" y="3748466"/>
                </a:lnTo>
                <a:lnTo>
                  <a:pt x="8179017" y="3810080"/>
                </a:lnTo>
                <a:close/>
                <a:moveTo>
                  <a:pt x="4290511" y="3287721"/>
                </a:moveTo>
                <a:lnTo>
                  <a:pt x="4367517" y="3418801"/>
                </a:lnTo>
                <a:lnTo>
                  <a:pt x="4625387" y="3472056"/>
                </a:lnTo>
                <a:lnTo>
                  <a:pt x="4625260" y="3380553"/>
                </a:lnTo>
                <a:close/>
                <a:moveTo>
                  <a:pt x="2870261" y="3258911"/>
                </a:moveTo>
                <a:lnTo>
                  <a:pt x="3059737" y="3360923"/>
                </a:lnTo>
                <a:lnTo>
                  <a:pt x="2530825" y="3592878"/>
                </a:lnTo>
                <a:lnTo>
                  <a:pt x="2341412" y="3490927"/>
                </a:lnTo>
                <a:close/>
                <a:moveTo>
                  <a:pt x="4641916" y="3212429"/>
                </a:moveTo>
                <a:lnTo>
                  <a:pt x="4680862" y="3356110"/>
                </a:lnTo>
                <a:lnTo>
                  <a:pt x="4680862" y="3356046"/>
                </a:lnTo>
                <a:lnTo>
                  <a:pt x="4721645" y="3376943"/>
                </a:lnTo>
                <a:lnTo>
                  <a:pt x="4748433" y="3276387"/>
                </a:lnTo>
                <a:close/>
                <a:moveTo>
                  <a:pt x="3608408" y="3106554"/>
                </a:moveTo>
                <a:lnTo>
                  <a:pt x="3791805" y="3283480"/>
                </a:lnTo>
                <a:lnTo>
                  <a:pt x="3284741" y="3387646"/>
                </a:lnTo>
                <a:lnTo>
                  <a:pt x="3101344" y="3210722"/>
                </a:lnTo>
                <a:close/>
                <a:moveTo>
                  <a:pt x="8172114" y="3096359"/>
                </a:moveTo>
                <a:lnTo>
                  <a:pt x="7881250" y="3885372"/>
                </a:lnTo>
                <a:lnTo>
                  <a:pt x="7481146" y="4008601"/>
                </a:lnTo>
                <a:lnTo>
                  <a:pt x="7772010" y="3219588"/>
                </a:lnTo>
                <a:close/>
                <a:moveTo>
                  <a:pt x="2516324" y="3056211"/>
                </a:moveTo>
                <a:lnTo>
                  <a:pt x="2664257" y="3135177"/>
                </a:lnTo>
                <a:lnTo>
                  <a:pt x="2088355" y="3360037"/>
                </a:lnTo>
                <a:lnTo>
                  <a:pt x="1940422" y="3281137"/>
                </a:lnTo>
                <a:close/>
                <a:moveTo>
                  <a:pt x="6735844" y="2946469"/>
                </a:moveTo>
                <a:lnTo>
                  <a:pt x="6735781" y="2946531"/>
                </a:lnTo>
                <a:lnTo>
                  <a:pt x="6545544" y="3145052"/>
                </a:lnTo>
                <a:lnTo>
                  <a:pt x="6555803" y="3613459"/>
                </a:lnTo>
                <a:lnTo>
                  <a:pt x="6709373" y="3566599"/>
                </a:lnTo>
                <a:close/>
                <a:moveTo>
                  <a:pt x="2162385" y="2853512"/>
                </a:moveTo>
                <a:lnTo>
                  <a:pt x="2268838" y="2909426"/>
                </a:lnTo>
                <a:lnTo>
                  <a:pt x="1645948" y="3127198"/>
                </a:lnTo>
                <a:lnTo>
                  <a:pt x="1539494" y="3071283"/>
                </a:lnTo>
                <a:close/>
                <a:moveTo>
                  <a:pt x="3556733" y="2837743"/>
                </a:moveTo>
                <a:lnTo>
                  <a:pt x="4053665" y="2867760"/>
                </a:lnTo>
                <a:lnTo>
                  <a:pt x="4179940" y="3081857"/>
                </a:lnTo>
                <a:lnTo>
                  <a:pt x="3683008" y="3051843"/>
                </a:lnTo>
                <a:close/>
                <a:moveTo>
                  <a:pt x="3330146" y="2824762"/>
                </a:moveTo>
                <a:lnTo>
                  <a:pt x="3480739" y="2969394"/>
                </a:lnTo>
                <a:lnTo>
                  <a:pt x="2931752" y="3054882"/>
                </a:lnTo>
                <a:lnTo>
                  <a:pt x="2781159" y="2910314"/>
                </a:lnTo>
                <a:close/>
                <a:moveTo>
                  <a:pt x="1808447" y="2650810"/>
                </a:moveTo>
                <a:lnTo>
                  <a:pt x="1873358" y="2683675"/>
                </a:lnTo>
                <a:lnTo>
                  <a:pt x="1203478" y="2894357"/>
                </a:lnTo>
                <a:lnTo>
                  <a:pt x="1138567" y="2861491"/>
                </a:lnTo>
                <a:close/>
                <a:moveTo>
                  <a:pt x="4072536" y="2600024"/>
                </a:moveTo>
                <a:lnTo>
                  <a:pt x="4526595" y="2754536"/>
                </a:lnTo>
                <a:lnTo>
                  <a:pt x="4590619" y="2989341"/>
                </a:lnTo>
                <a:lnTo>
                  <a:pt x="4136560" y="2834831"/>
                </a:lnTo>
                <a:close/>
                <a:moveTo>
                  <a:pt x="3051822" y="2542972"/>
                </a:moveTo>
                <a:lnTo>
                  <a:pt x="3169611" y="2655244"/>
                </a:lnTo>
                <a:lnTo>
                  <a:pt x="2578764" y="2722114"/>
                </a:lnTo>
                <a:lnTo>
                  <a:pt x="2461038" y="2609840"/>
                </a:lnTo>
                <a:close/>
                <a:moveTo>
                  <a:pt x="3334136" y="2471985"/>
                </a:moveTo>
                <a:lnTo>
                  <a:pt x="3865328" y="2530307"/>
                </a:lnTo>
                <a:lnTo>
                  <a:pt x="3969186" y="2705459"/>
                </a:lnTo>
                <a:lnTo>
                  <a:pt x="3438057" y="2647136"/>
                </a:lnTo>
                <a:close/>
                <a:moveTo>
                  <a:pt x="6323644" y="2462165"/>
                </a:moveTo>
                <a:lnTo>
                  <a:pt x="6323662" y="2462248"/>
                </a:lnTo>
                <a:lnTo>
                  <a:pt x="6185020" y="2709004"/>
                </a:lnTo>
                <a:lnTo>
                  <a:pt x="6318958" y="3167722"/>
                </a:lnTo>
                <a:lnTo>
                  <a:pt x="6460812" y="3080272"/>
                </a:lnTo>
                <a:lnTo>
                  <a:pt x="6323662" y="2462248"/>
                </a:lnTo>
                <a:lnTo>
                  <a:pt x="6323708" y="2462165"/>
                </a:lnTo>
                <a:close/>
                <a:moveTo>
                  <a:pt x="1454445" y="2448107"/>
                </a:moveTo>
                <a:lnTo>
                  <a:pt x="1477877" y="2457922"/>
                </a:lnTo>
                <a:lnTo>
                  <a:pt x="761071" y="2661508"/>
                </a:lnTo>
                <a:lnTo>
                  <a:pt x="737640" y="2651630"/>
                </a:lnTo>
                <a:close/>
                <a:moveTo>
                  <a:pt x="2773559" y="2261241"/>
                </a:moveTo>
                <a:lnTo>
                  <a:pt x="2858482" y="2341154"/>
                </a:lnTo>
                <a:lnTo>
                  <a:pt x="2225775" y="2389347"/>
                </a:lnTo>
                <a:lnTo>
                  <a:pt x="2140853" y="2309430"/>
                </a:lnTo>
                <a:close/>
                <a:moveTo>
                  <a:pt x="7806081" y="2223312"/>
                </a:moveTo>
                <a:lnTo>
                  <a:pt x="7722172" y="3078945"/>
                </a:lnTo>
                <a:lnTo>
                  <a:pt x="7352781" y="3308051"/>
                </a:lnTo>
                <a:lnTo>
                  <a:pt x="7436690" y="2452419"/>
                </a:lnTo>
                <a:close/>
                <a:moveTo>
                  <a:pt x="3956837" y="2197219"/>
                </a:moveTo>
                <a:lnTo>
                  <a:pt x="4435657" y="2387189"/>
                </a:lnTo>
                <a:lnTo>
                  <a:pt x="4488536" y="2579443"/>
                </a:lnTo>
                <a:lnTo>
                  <a:pt x="4009715" y="2389471"/>
                </a:lnTo>
                <a:close/>
                <a:moveTo>
                  <a:pt x="3111603" y="2106224"/>
                </a:moveTo>
                <a:lnTo>
                  <a:pt x="3676992" y="2192851"/>
                </a:lnTo>
                <a:lnTo>
                  <a:pt x="3758368" y="2329060"/>
                </a:lnTo>
                <a:lnTo>
                  <a:pt x="3192979" y="2242432"/>
                </a:lnTo>
                <a:close/>
                <a:moveTo>
                  <a:pt x="5781750" y="2095963"/>
                </a:moveTo>
                <a:lnTo>
                  <a:pt x="5707593" y="2376487"/>
                </a:lnTo>
                <a:lnTo>
                  <a:pt x="5963247" y="2792400"/>
                </a:lnTo>
                <a:lnTo>
                  <a:pt x="6082683" y="2668031"/>
                </a:lnTo>
                <a:close/>
                <a:moveTo>
                  <a:pt x="2495298" y="1979451"/>
                </a:moveTo>
                <a:lnTo>
                  <a:pt x="2547417" y="2027072"/>
                </a:lnTo>
                <a:lnTo>
                  <a:pt x="1872851" y="2056580"/>
                </a:lnTo>
                <a:lnTo>
                  <a:pt x="1820669" y="2008961"/>
                </a:lnTo>
                <a:close/>
                <a:moveTo>
                  <a:pt x="8377613" y="1857548"/>
                </a:moveTo>
                <a:lnTo>
                  <a:pt x="8377613" y="2230399"/>
                </a:lnTo>
                <a:lnTo>
                  <a:pt x="8303646" y="2736295"/>
                </a:lnTo>
                <a:lnTo>
                  <a:pt x="8001383" y="2924622"/>
                </a:lnTo>
                <a:lnTo>
                  <a:pt x="8135321" y="2008513"/>
                </a:lnTo>
                <a:close/>
                <a:moveTo>
                  <a:pt x="3841137" y="1794411"/>
                </a:moveTo>
                <a:lnTo>
                  <a:pt x="4344718" y="2019845"/>
                </a:lnTo>
                <a:lnTo>
                  <a:pt x="4386451" y="2169480"/>
                </a:lnTo>
                <a:lnTo>
                  <a:pt x="3882870" y="1944046"/>
                </a:lnTo>
                <a:close/>
                <a:moveTo>
                  <a:pt x="2889006" y="1740524"/>
                </a:moveTo>
                <a:lnTo>
                  <a:pt x="3488655" y="1855394"/>
                </a:lnTo>
                <a:lnTo>
                  <a:pt x="3547613" y="1952660"/>
                </a:lnTo>
                <a:lnTo>
                  <a:pt x="2947964" y="1837790"/>
                </a:lnTo>
                <a:close/>
                <a:moveTo>
                  <a:pt x="2216973" y="1697653"/>
                </a:moveTo>
                <a:lnTo>
                  <a:pt x="2236289" y="1712914"/>
                </a:lnTo>
                <a:lnTo>
                  <a:pt x="1519863" y="1723806"/>
                </a:lnTo>
                <a:lnTo>
                  <a:pt x="1500548" y="1708545"/>
                </a:lnTo>
                <a:close/>
                <a:moveTo>
                  <a:pt x="4596319" y="1684169"/>
                </a:moveTo>
                <a:lnTo>
                  <a:pt x="5007949" y="2025486"/>
                </a:lnTo>
                <a:lnTo>
                  <a:pt x="5009468" y="2177779"/>
                </a:lnTo>
                <a:lnTo>
                  <a:pt x="4597839" y="1836527"/>
                </a:lnTo>
                <a:close/>
                <a:moveTo>
                  <a:pt x="7207825" y="1461648"/>
                </a:moveTo>
                <a:lnTo>
                  <a:pt x="7349425" y="2327223"/>
                </a:lnTo>
                <a:lnTo>
                  <a:pt x="7038867" y="2652392"/>
                </a:lnTo>
                <a:lnTo>
                  <a:pt x="6897266" y="1786755"/>
                </a:lnTo>
                <a:close/>
                <a:moveTo>
                  <a:pt x="3725438" y="1391544"/>
                </a:moveTo>
                <a:lnTo>
                  <a:pt x="4253780" y="1652503"/>
                </a:lnTo>
                <a:lnTo>
                  <a:pt x="4284367" y="1759584"/>
                </a:lnTo>
                <a:lnTo>
                  <a:pt x="3756025" y="1498625"/>
                </a:lnTo>
                <a:close/>
                <a:moveTo>
                  <a:pt x="2666409" y="1374763"/>
                </a:moveTo>
                <a:lnTo>
                  <a:pt x="3300319" y="1517939"/>
                </a:lnTo>
                <a:lnTo>
                  <a:pt x="3336859" y="1576260"/>
                </a:lnTo>
                <a:lnTo>
                  <a:pt x="2702949" y="1433084"/>
                </a:lnTo>
                <a:close/>
                <a:moveTo>
                  <a:pt x="5247201" y="1300358"/>
                </a:moveTo>
                <a:lnTo>
                  <a:pt x="5828549" y="1919225"/>
                </a:lnTo>
                <a:lnTo>
                  <a:pt x="5826649" y="1926508"/>
                </a:lnTo>
                <a:lnTo>
                  <a:pt x="6025244" y="1573096"/>
                </a:lnTo>
                <a:lnTo>
                  <a:pt x="6411163" y="2306640"/>
                </a:lnTo>
                <a:lnTo>
                  <a:pt x="6407553" y="2313037"/>
                </a:lnTo>
                <a:lnTo>
                  <a:pt x="6679925" y="2028776"/>
                </a:lnTo>
                <a:lnTo>
                  <a:pt x="6855786" y="2821403"/>
                </a:lnTo>
                <a:lnTo>
                  <a:pt x="6850847" y="2826532"/>
                </a:lnTo>
                <a:lnTo>
                  <a:pt x="7174578" y="2626427"/>
                </a:lnTo>
                <a:lnTo>
                  <a:pt x="7140634" y="3421650"/>
                </a:lnTo>
                <a:lnTo>
                  <a:pt x="7134808" y="3425260"/>
                </a:lnTo>
                <a:lnTo>
                  <a:pt x="7485263" y="3317926"/>
                </a:lnTo>
                <a:lnTo>
                  <a:pt x="7255827" y="4062363"/>
                </a:lnTo>
                <a:lnTo>
                  <a:pt x="7249494" y="4064326"/>
                </a:lnTo>
                <a:lnTo>
                  <a:pt x="7601723" y="4051598"/>
                </a:lnTo>
                <a:lnTo>
                  <a:pt x="7203392" y="4698391"/>
                </a:lnTo>
                <a:lnTo>
                  <a:pt x="7197059" y="4698644"/>
                </a:lnTo>
                <a:lnTo>
                  <a:pt x="7527376" y="4775963"/>
                </a:lnTo>
                <a:lnTo>
                  <a:pt x="6996437" y="5287368"/>
                </a:lnTo>
                <a:lnTo>
                  <a:pt x="6990484" y="5285975"/>
                </a:lnTo>
                <a:lnTo>
                  <a:pt x="7277992" y="5443019"/>
                </a:lnTo>
                <a:lnTo>
                  <a:pt x="6657571" y="5792568"/>
                </a:lnTo>
                <a:lnTo>
                  <a:pt x="6652378" y="5789718"/>
                </a:lnTo>
                <a:lnTo>
                  <a:pt x="6880357" y="6011353"/>
                </a:lnTo>
                <a:lnTo>
                  <a:pt x="6217127" y="6184987"/>
                </a:lnTo>
                <a:lnTo>
                  <a:pt x="6213011" y="6180998"/>
                </a:lnTo>
                <a:lnTo>
                  <a:pt x="6369557" y="6448732"/>
                </a:lnTo>
                <a:lnTo>
                  <a:pt x="5710379" y="6444869"/>
                </a:lnTo>
                <a:lnTo>
                  <a:pt x="5710443" y="6444996"/>
                </a:lnTo>
                <a:lnTo>
                  <a:pt x="5707593" y="6440120"/>
                </a:lnTo>
                <a:lnTo>
                  <a:pt x="5786372" y="6733437"/>
                </a:lnTo>
                <a:lnTo>
                  <a:pt x="5175071" y="6562525"/>
                </a:lnTo>
                <a:lnTo>
                  <a:pt x="5173615" y="6557206"/>
                </a:lnTo>
                <a:lnTo>
                  <a:pt x="5173804" y="6839062"/>
                </a:lnTo>
                <a:lnTo>
                  <a:pt x="5173804" y="6854893"/>
                </a:lnTo>
                <a:lnTo>
                  <a:pt x="5147524" y="6839062"/>
                </a:lnTo>
                <a:lnTo>
                  <a:pt x="4648565" y="6537956"/>
                </a:lnTo>
                <a:lnTo>
                  <a:pt x="4648565" y="6532573"/>
                </a:lnTo>
                <a:lnTo>
                  <a:pt x="4574662" y="6814556"/>
                </a:lnTo>
                <a:lnTo>
                  <a:pt x="4165755" y="6381165"/>
                </a:lnTo>
                <a:lnTo>
                  <a:pt x="4167085" y="6376100"/>
                </a:lnTo>
                <a:lnTo>
                  <a:pt x="4028208" y="6624393"/>
                </a:lnTo>
                <a:lnTo>
                  <a:pt x="3756279" y="6110201"/>
                </a:lnTo>
                <a:lnTo>
                  <a:pt x="3758812" y="6105706"/>
                </a:lnTo>
                <a:lnTo>
                  <a:pt x="3568069" y="6305620"/>
                </a:lnTo>
                <a:lnTo>
                  <a:pt x="3443440" y="5749697"/>
                </a:lnTo>
                <a:lnTo>
                  <a:pt x="3446860" y="5746088"/>
                </a:lnTo>
                <a:lnTo>
                  <a:pt x="3219957" y="5886984"/>
                </a:lnTo>
                <a:lnTo>
                  <a:pt x="3242565" y="5328909"/>
                </a:lnTo>
                <a:lnTo>
                  <a:pt x="3246681" y="5326376"/>
                </a:lnTo>
                <a:lnTo>
                  <a:pt x="3000906" y="5402238"/>
                </a:lnTo>
                <a:lnTo>
                  <a:pt x="3160809" y="4879498"/>
                </a:lnTo>
                <a:lnTo>
                  <a:pt x="3165242" y="4878105"/>
                </a:lnTo>
                <a:lnTo>
                  <a:pt x="2918074" y="4887540"/>
                </a:lnTo>
                <a:lnTo>
                  <a:pt x="3196716" y="4433063"/>
                </a:lnTo>
                <a:lnTo>
                  <a:pt x="3201212" y="4432873"/>
                </a:lnTo>
                <a:lnTo>
                  <a:pt x="2969306" y="4379110"/>
                </a:lnTo>
                <a:lnTo>
                  <a:pt x="3341166" y="4019430"/>
                </a:lnTo>
                <a:lnTo>
                  <a:pt x="3345346" y="4020380"/>
                </a:lnTo>
                <a:lnTo>
                  <a:pt x="3143330" y="3910639"/>
                </a:lnTo>
                <a:lnTo>
                  <a:pt x="3578264" y="3664435"/>
                </a:lnTo>
                <a:lnTo>
                  <a:pt x="3581938" y="3666398"/>
                </a:lnTo>
                <a:lnTo>
                  <a:pt x="3421592" y="3511190"/>
                </a:lnTo>
                <a:lnTo>
                  <a:pt x="3886797" y="3388343"/>
                </a:lnTo>
                <a:lnTo>
                  <a:pt x="3889710" y="3391128"/>
                </a:lnTo>
                <a:lnTo>
                  <a:pt x="3779456" y="3203438"/>
                </a:lnTo>
                <a:lnTo>
                  <a:pt x="4242128" y="3205147"/>
                </a:lnTo>
                <a:lnTo>
                  <a:pt x="4244091" y="3208566"/>
                </a:lnTo>
                <a:lnTo>
                  <a:pt x="4188363" y="3002891"/>
                </a:lnTo>
                <a:lnTo>
                  <a:pt x="4617661" y="3121876"/>
                </a:lnTo>
                <a:lnTo>
                  <a:pt x="4618674" y="3125612"/>
                </a:lnTo>
                <a:lnTo>
                  <a:pt x="4618104" y="2916706"/>
                </a:lnTo>
                <a:lnTo>
                  <a:pt x="4813343" y="3033919"/>
                </a:lnTo>
                <a:lnTo>
                  <a:pt x="4847604" y="2905308"/>
                </a:lnTo>
                <a:lnTo>
                  <a:pt x="4611898" y="2744464"/>
                </a:lnTo>
                <a:lnTo>
                  <a:pt x="4610885" y="2505860"/>
                </a:lnTo>
                <a:lnTo>
                  <a:pt x="4889843" y="2696210"/>
                </a:lnTo>
                <a:lnTo>
                  <a:pt x="4931766" y="2538345"/>
                </a:lnTo>
                <a:lnTo>
                  <a:pt x="4604932" y="2290495"/>
                </a:lnTo>
                <a:lnTo>
                  <a:pt x="4603666" y="2095076"/>
                </a:lnTo>
                <a:lnTo>
                  <a:pt x="4974766" y="2376487"/>
                </a:lnTo>
                <a:lnTo>
                  <a:pt x="5049936" y="2093367"/>
                </a:lnTo>
                <a:lnTo>
                  <a:pt x="5506971" y="2518399"/>
                </a:lnTo>
                <a:lnTo>
                  <a:pt x="5594110" y="2363695"/>
                </a:lnTo>
                <a:lnTo>
                  <a:pt x="5104017" y="1841970"/>
                </a:lnTo>
                <a:close/>
                <a:moveTo>
                  <a:pt x="4589100" y="1273385"/>
                </a:moveTo>
                <a:lnTo>
                  <a:pt x="5014915" y="1654534"/>
                </a:lnTo>
                <a:lnTo>
                  <a:pt x="5016688" y="1763704"/>
                </a:lnTo>
                <a:lnTo>
                  <a:pt x="4590873" y="1382492"/>
                </a:lnTo>
                <a:close/>
                <a:moveTo>
                  <a:pt x="2443813" y="1009004"/>
                </a:moveTo>
                <a:lnTo>
                  <a:pt x="3111920" y="1180486"/>
                </a:lnTo>
                <a:lnTo>
                  <a:pt x="3126105" y="1199863"/>
                </a:lnTo>
                <a:lnTo>
                  <a:pt x="2457935" y="1028381"/>
                </a:lnTo>
                <a:close/>
                <a:moveTo>
                  <a:pt x="3609738" y="988739"/>
                </a:moveTo>
                <a:lnTo>
                  <a:pt x="4162841" y="1285159"/>
                </a:lnTo>
                <a:lnTo>
                  <a:pt x="4182283" y="1349686"/>
                </a:lnTo>
                <a:lnTo>
                  <a:pt x="3629180" y="1053203"/>
                </a:lnTo>
                <a:close/>
                <a:moveTo>
                  <a:pt x="7735787" y="894517"/>
                </a:moveTo>
                <a:lnTo>
                  <a:pt x="7843127" y="1833109"/>
                </a:lnTo>
                <a:lnTo>
                  <a:pt x="7589247" y="2100019"/>
                </a:lnTo>
                <a:lnTo>
                  <a:pt x="7481906" y="1161429"/>
                </a:lnTo>
                <a:close/>
                <a:moveTo>
                  <a:pt x="6405780" y="872226"/>
                </a:moveTo>
                <a:lnTo>
                  <a:pt x="6776563" y="1686955"/>
                </a:lnTo>
                <a:lnTo>
                  <a:pt x="6550420" y="2090899"/>
                </a:lnTo>
                <a:lnTo>
                  <a:pt x="6179637" y="1276171"/>
                </a:lnTo>
                <a:close/>
                <a:moveTo>
                  <a:pt x="4581944" y="862537"/>
                </a:moveTo>
                <a:lnTo>
                  <a:pt x="5021881" y="1283580"/>
                </a:lnTo>
                <a:lnTo>
                  <a:pt x="5023844" y="1349627"/>
                </a:lnTo>
                <a:lnTo>
                  <a:pt x="4583907" y="928521"/>
                </a:lnTo>
                <a:close/>
                <a:moveTo>
                  <a:pt x="3494038" y="585871"/>
                </a:moveTo>
                <a:lnTo>
                  <a:pt x="4071903" y="917816"/>
                </a:lnTo>
                <a:lnTo>
                  <a:pt x="4080199" y="939726"/>
                </a:lnTo>
                <a:lnTo>
                  <a:pt x="3502334" y="607844"/>
                </a:lnTo>
                <a:close/>
                <a:moveTo>
                  <a:pt x="5444466" y="507352"/>
                </a:moveTo>
                <a:lnTo>
                  <a:pt x="6032020" y="1210314"/>
                </a:lnTo>
                <a:lnTo>
                  <a:pt x="5911444" y="1669160"/>
                </a:lnTo>
                <a:lnTo>
                  <a:pt x="5323890" y="966198"/>
                </a:lnTo>
                <a:close/>
                <a:moveTo>
                  <a:pt x="4574725" y="451691"/>
                </a:moveTo>
                <a:lnTo>
                  <a:pt x="5028847" y="912627"/>
                </a:lnTo>
                <a:lnTo>
                  <a:pt x="5031064" y="935486"/>
                </a:lnTo>
                <a:lnTo>
                  <a:pt x="4577005" y="474551"/>
                </a:lnTo>
                <a:close/>
                <a:moveTo>
                  <a:pt x="8263686" y="327323"/>
                </a:moveTo>
                <a:lnTo>
                  <a:pt x="8336766" y="1338990"/>
                </a:lnTo>
                <a:lnTo>
                  <a:pt x="8139627" y="1547706"/>
                </a:lnTo>
                <a:lnTo>
                  <a:pt x="8066484" y="536039"/>
                </a:lnTo>
                <a:close/>
                <a:moveTo>
                  <a:pt x="6786379" y="171355"/>
                </a:moveTo>
                <a:lnTo>
                  <a:pt x="7142027" y="1067265"/>
                </a:lnTo>
                <a:lnTo>
                  <a:pt x="6957427" y="1398577"/>
                </a:lnTo>
                <a:lnTo>
                  <a:pt x="6601779" y="502667"/>
                </a:lnTo>
                <a:close/>
                <a:moveTo>
                  <a:pt x="7767324" y="2"/>
                </a:moveTo>
                <a:lnTo>
                  <a:pt x="7779166" y="2"/>
                </a:lnTo>
                <a:lnTo>
                  <a:pt x="7771566" y="13870"/>
                </a:lnTo>
                <a:close/>
                <a:moveTo>
                  <a:pt x="7118406" y="2"/>
                </a:moveTo>
                <a:lnTo>
                  <a:pt x="7351578" y="2"/>
                </a:lnTo>
                <a:lnTo>
                  <a:pt x="7507491" y="447513"/>
                </a:lnTo>
                <a:lnTo>
                  <a:pt x="7364497" y="706191"/>
                </a:lnTo>
                <a:close/>
                <a:moveTo>
                  <a:pt x="6304645" y="1"/>
                </a:moveTo>
                <a:lnTo>
                  <a:pt x="6385768" y="1"/>
                </a:lnTo>
                <a:lnTo>
                  <a:pt x="6363730" y="85742"/>
                </a:lnTo>
                <a:close/>
                <a:moveTo>
                  <a:pt x="5567385" y="0"/>
                </a:moveTo>
                <a:lnTo>
                  <a:pt x="5857299" y="0"/>
                </a:lnTo>
                <a:lnTo>
                  <a:pt x="6235555" y="501337"/>
                </a:lnTo>
                <a:lnTo>
                  <a:pt x="6137587" y="877482"/>
                </a:lnTo>
                <a:lnTo>
                  <a:pt x="5543827" y="90490"/>
                </a:lnTo>
                <a:close/>
              </a:path>
            </a:pathLst>
          </a:custGeom>
        </p:spPr>
        <p:txBody>
          <a:bodyPr wrap="square" anchor="ctr">
            <a:noAutofit/>
          </a:bodyPr>
          <a:lstStyle>
            <a:lvl1pPr marL="0" indent="0" algn="ctr">
              <a:buNone/>
              <a:defRPr sz="1200"/>
            </a:lvl1pPr>
          </a:lstStyle>
          <a:p>
            <a:r>
              <a:rPr lang="en-US"/>
              <a:t>Click icon to add picture</a:t>
            </a:r>
            <a:endParaRPr lang="en-US" dirty="0"/>
          </a:p>
        </p:txBody>
      </p:sp>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pic>
        <p:nvPicPr>
          <p:cNvPr id="8" name="Graphic 7"/>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1" name="TextBox 10"/>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3"/>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39F9F6DA-54B0-4E86-A2E9-77437AD922F7}" type="datetime4">
              <a:rPr lang="en-GB" smtClean="0"/>
              <a:t>12 May 2026</a:t>
            </a:fld>
            <a:endParaRPr lang="en-GB" dirty="0"/>
          </a:p>
        </p:txBody>
      </p:sp>
      <p:pic>
        <p:nvPicPr>
          <p:cNvPr id="4" name="Picture 3" descr="A logo with red text&#10;&#10;Description automatically generated"/>
          <p:cNvPicPr>
            <a:picLocks noChangeAspect="1"/>
          </p:cNvPicPr>
          <p:nvPr userDrawn="1"/>
        </p:nvPicPr>
        <p:blipFill>
          <a:blip r:embed="rId4"/>
          <a:stretch>
            <a:fillRect/>
          </a:stretch>
        </p:blipFill>
        <p:spPr>
          <a:xfrm>
            <a:off x="11177064" y="5852078"/>
            <a:ext cx="631029" cy="631029"/>
          </a:xfrm>
          <a:prstGeom prst="rect">
            <a:avLst/>
          </a:prstGeom>
        </p:spPr>
      </p:pic>
      <p:pic>
        <p:nvPicPr>
          <p:cNvPr id="5" name="Picture 4" descr="A white and blue sign with black text&#10;&#10;Description automatically generated"/>
          <p:cNvPicPr>
            <a:picLocks noChangeAspect="1"/>
          </p:cNvPicPr>
          <p:nvPr userDrawn="1"/>
        </p:nvPicPr>
        <p:blipFill>
          <a:blip r:embed="rId5"/>
          <a:stretch>
            <a:fillRect/>
          </a:stretch>
        </p:blipFill>
        <p:spPr>
          <a:xfrm>
            <a:off x="7262308" y="5852078"/>
            <a:ext cx="790960" cy="631029"/>
          </a:xfrm>
          <a:prstGeom prst="rect">
            <a:avLst/>
          </a:prstGeom>
        </p:spPr>
      </p:pic>
      <p:grpSp>
        <p:nvGrpSpPr>
          <p:cNvPr id="3" name="Group 2"/>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0" name="Freeform: Shape 9"/>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ank you">
    <p:bg>
      <p:bgPr>
        <a:gradFill>
          <a:gsLst>
            <a:gs pos="0">
              <a:schemeClr val="bg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83908" y="2643127"/>
            <a:ext cx="6701188" cy="1325563"/>
          </a:xfrm>
        </p:spPr>
        <p:txBody>
          <a:bodyPr anchor="b"/>
          <a:lstStyle>
            <a:lvl1pPr>
              <a:defRPr>
                <a:solidFill>
                  <a:schemeClr val="bg1"/>
                </a:solidFill>
              </a:defRPr>
            </a:lvl1pPr>
          </a:lstStyle>
          <a:p>
            <a:r>
              <a:rPr lang="en-GB" dirty="0"/>
              <a:t>Thank you</a:t>
            </a:r>
            <a:endParaRPr lang="en-US" dirty="0"/>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6" name="Text Placeholder 5"/>
          <p:cNvSpPr>
            <a:spLocks noGrp="1"/>
          </p:cNvSpPr>
          <p:nvPr>
            <p:ph type="body" sz="quarter" idx="10" hasCustomPrompt="1"/>
          </p:nvPr>
        </p:nvSpPr>
        <p:spPr>
          <a:xfrm>
            <a:off x="384176" y="5435600"/>
            <a:ext cx="6701189" cy="731838"/>
          </a:xfrm>
        </p:spPr>
        <p:txBody>
          <a:bodyPr>
            <a:normAutofit/>
          </a:bodyPr>
          <a:lstStyle>
            <a:lvl1pPr marL="0" indent="0">
              <a:buNone/>
              <a:defRPr sz="800">
                <a:solidFill>
                  <a:schemeClr val="bg1"/>
                </a:solidFill>
              </a:defRPr>
            </a:lvl1pPr>
            <a:lvl2pPr marL="457200" indent="0">
              <a:buNone/>
              <a:defRPr sz="800">
                <a:solidFill>
                  <a:schemeClr val="bg1"/>
                </a:solidFill>
              </a:defRPr>
            </a:lvl2pPr>
            <a:lvl3pPr marL="914400" indent="0">
              <a:buNone/>
              <a:defRPr sz="800">
                <a:solidFill>
                  <a:schemeClr val="bg1"/>
                </a:solidFill>
              </a:defRPr>
            </a:lvl3pPr>
            <a:lvl4pPr marL="1371600" indent="0">
              <a:buNone/>
              <a:defRPr sz="800">
                <a:solidFill>
                  <a:schemeClr val="bg1"/>
                </a:solidFill>
              </a:defRPr>
            </a:lvl4pPr>
            <a:lvl5pPr marL="1828800" indent="0">
              <a:buNone/>
              <a:defRPr sz="800">
                <a:solidFill>
                  <a:schemeClr val="bg1"/>
                </a:solidFill>
              </a:defRPr>
            </a:lvl5pPr>
          </a:lstStyle>
          <a:p>
            <a:r>
              <a:rPr lang="en-GB" dirty="0">
                <a:effectLst/>
                <a:latin typeface="Arial" panose="020B0604020202020204" pitchFamily="34" charset="0"/>
              </a:rPr>
              <a:t>Lorem ipsum </a:t>
            </a:r>
            <a:r>
              <a:rPr lang="en-GB" dirty="0" err="1">
                <a:effectLst/>
                <a:latin typeface="Arial" panose="020B0604020202020204" pitchFamily="34" charset="0"/>
              </a:rPr>
              <a:t>dolor</a:t>
            </a:r>
            <a:r>
              <a:rPr lang="en-GB" dirty="0">
                <a:effectLst/>
                <a:latin typeface="Arial" panose="020B0604020202020204" pitchFamily="34" charset="0"/>
              </a:rPr>
              <a:t> sit </a:t>
            </a:r>
            <a:r>
              <a:rPr lang="en-GB" dirty="0" err="1">
                <a:effectLst/>
                <a:latin typeface="Arial" panose="020B0604020202020204" pitchFamily="34" charset="0"/>
              </a:rPr>
              <a:t>amet</a:t>
            </a:r>
            <a:r>
              <a:rPr lang="en-GB" dirty="0">
                <a:effectLst/>
                <a:latin typeface="Arial" panose="020B0604020202020204" pitchFamily="34" charset="0"/>
              </a:rPr>
              <a:t>, </a:t>
            </a:r>
            <a:r>
              <a:rPr lang="en-GB" dirty="0" err="1">
                <a:effectLst/>
                <a:latin typeface="Arial" panose="020B0604020202020204" pitchFamily="34" charset="0"/>
              </a:rPr>
              <a:t>consectetur</a:t>
            </a:r>
            <a:r>
              <a:rPr lang="en-GB" dirty="0">
                <a:effectLst/>
                <a:latin typeface="Arial" panose="020B0604020202020204" pitchFamily="34" charset="0"/>
              </a:rPr>
              <a:t> </a:t>
            </a:r>
            <a:r>
              <a:rPr lang="en-GB" dirty="0" err="1">
                <a:effectLst/>
                <a:latin typeface="Arial" panose="020B0604020202020204" pitchFamily="34" charset="0"/>
              </a:rPr>
              <a:t>adipiscing</a:t>
            </a:r>
            <a:r>
              <a:rPr lang="en-GB" dirty="0">
                <a:effectLst/>
                <a:latin typeface="Arial" panose="020B0604020202020204" pitchFamily="34" charset="0"/>
              </a:rPr>
              <a:t> </a:t>
            </a:r>
            <a:r>
              <a:rPr lang="en-GB" dirty="0" err="1">
                <a:effectLst/>
                <a:latin typeface="Arial" panose="020B0604020202020204" pitchFamily="34" charset="0"/>
              </a:rPr>
              <a:t>elit</a:t>
            </a:r>
            <a:r>
              <a:rPr lang="en-GB" dirty="0">
                <a:effectLst/>
                <a:latin typeface="Arial" panose="020B0604020202020204" pitchFamily="34" charset="0"/>
              </a:rPr>
              <a:t>. Ut convallis </a:t>
            </a:r>
            <a:r>
              <a:rPr lang="en-GB" dirty="0" err="1">
                <a:effectLst/>
                <a:latin typeface="Arial" panose="020B0604020202020204" pitchFamily="34" charset="0"/>
              </a:rPr>
              <a:t>aliquam</a:t>
            </a:r>
            <a:r>
              <a:rPr lang="en-GB" dirty="0">
                <a:effectLst/>
                <a:latin typeface="Arial" panose="020B0604020202020204" pitchFamily="34" charset="0"/>
              </a:rPr>
              <a:t> </a:t>
            </a:r>
            <a:r>
              <a:rPr lang="en-GB" dirty="0" err="1">
                <a:effectLst/>
                <a:latin typeface="Arial" panose="020B0604020202020204" pitchFamily="34" charset="0"/>
              </a:rPr>
              <a:t>volutpat</a:t>
            </a:r>
            <a:r>
              <a:rPr lang="en-GB" dirty="0">
                <a:effectLst/>
                <a:latin typeface="Arial" panose="020B0604020202020204" pitchFamily="34" charset="0"/>
              </a:rPr>
              <a:t>. </a:t>
            </a:r>
            <a:r>
              <a:rPr lang="en-GB" dirty="0" err="1">
                <a:effectLst/>
                <a:latin typeface="Arial" panose="020B0604020202020204" pitchFamily="34" charset="0"/>
              </a:rPr>
              <a:t>Suspendisse</a:t>
            </a:r>
            <a:r>
              <a:rPr lang="en-GB" dirty="0">
                <a:effectLst/>
                <a:latin typeface="Arial" panose="020B0604020202020204" pitchFamily="34" charset="0"/>
              </a:rPr>
              <a:t> </a:t>
            </a:r>
            <a:r>
              <a:rPr lang="en-GB" dirty="0" err="1">
                <a:effectLst/>
                <a:latin typeface="Arial" panose="020B0604020202020204" pitchFamily="34" charset="0"/>
              </a:rPr>
              <a:t>volutpat</a:t>
            </a:r>
            <a:r>
              <a:rPr lang="en-GB" dirty="0">
                <a:effectLst/>
                <a:latin typeface="Arial" panose="020B0604020202020204" pitchFamily="34" charset="0"/>
              </a:rPr>
              <a:t> id eros a </a:t>
            </a:r>
            <a:r>
              <a:rPr lang="en-GB" dirty="0" err="1">
                <a:effectLst/>
                <a:latin typeface="Arial" panose="020B0604020202020204" pitchFamily="34" charset="0"/>
              </a:rPr>
              <a:t>ultricies</a:t>
            </a:r>
            <a:r>
              <a:rPr lang="en-GB" dirty="0">
                <a:effectLst/>
                <a:latin typeface="Arial" panose="020B0604020202020204" pitchFamily="34" charset="0"/>
              </a:rPr>
              <a:t>. Vestibulum </a:t>
            </a:r>
            <a:r>
              <a:rPr lang="en-GB" dirty="0" err="1">
                <a:effectLst/>
                <a:latin typeface="Arial" panose="020B0604020202020204" pitchFamily="34" charset="0"/>
              </a:rPr>
              <a:t>iaculis</a:t>
            </a:r>
            <a:r>
              <a:rPr lang="en-GB" dirty="0">
                <a:effectLst/>
                <a:latin typeface="Arial" panose="020B0604020202020204" pitchFamily="34" charset="0"/>
              </a:rPr>
              <a:t> </a:t>
            </a:r>
            <a:r>
              <a:rPr lang="en-GB" dirty="0" err="1">
                <a:effectLst/>
                <a:latin typeface="Arial" panose="020B0604020202020204" pitchFamily="34" charset="0"/>
              </a:rPr>
              <a:t>luctus</a:t>
            </a:r>
            <a:r>
              <a:rPr lang="en-GB" dirty="0">
                <a:effectLst/>
                <a:latin typeface="Arial" panose="020B0604020202020204" pitchFamily="34" charset="0"/>
              </a:rPr>
              <a:t> </a:t>
            </a:r>
            <a:r>
              <a:rPr lang="en-GB" dirty="0" err="1">
                <a:effectLst/>
                <a:latin typeface="Arial" panose="020B0604020202020204" pitchFamily="34" charset="0"/>
              </a:rPr>
              <a:t>velit</a:t>
            </a:r>
            <a:r>
              <a:rPr lang="en-GB" dirty="0">
                <a:effectLst/>
                <a:latin typeface="Arial" panose="020B0604020202020204" pitchFamily="34" charset="0"/>
              </a:rPr>
              <a:t>, vitae fermentum </a:t>
            </a:r>
            <a:r>
              <a:rPr lang="en-GB" dirty="0" err="1">
                <a:effectLst/>
                <a:latin typeface="Arial" panose="020B0604020202020204" pitchFamily="34" charset="0"/>
              </a:rPr>
              <a:t>felis</a:t>
            </a:r>
            <a:r>
              <a:rPr lang="en-GB" dirty="0">
                <a:effectLst/>
                <a:latin typeface="Arial" panose="020B0604020202020204" pitchFamily="34" charset="0"/>
              </a:rPr>
              <a:t> </a:t>
            </a:r>
            <a:r>
              <a:rPr lang="en-GB" dirty="0" err="1">
                <a:effectLst/>
                <a:latin typeface="Arial" panose="020B0604020202020204" pitchFamily="34" charset="0"/>
              </a:rPr>
              <a:t>sollicitudin</a:t>
            </a:r>
            <a:r>
              <a:rPr lang="en-GB" dirty="0">
                <a:effectLst/>
                <a:latin typeface="Arial" panose="020B0604020202020204" pitchFamily="34" charset="0"/>
              </a:rPr>
              <a:t> </a:t>
            </a:r>
            <a:r>
              <a:rPr lang="en-GB" dirty="0" err="1">
                <a:effectLst/>
                <a:latin typeface="Arial" panose="020B0604020202020204" pitchFamily="34" charset="0"/>
              </a:rPr>
              <a:t>quis</a:t>
            </a:r>
            <a:r>
              <a:rPr lang="en-GB" dirty="0">
                <a:effectLst/>
                <a:latin typeface="Arial" panose="020B0604020202020204" pitchFamily="34" charset="0"/>
              </a:rPr>
              <a:t>. </a:t>
            </a:r>
            <a:r>
              <a:rPr lang="en-GB" dirty="0" err="1">
                <a:effectLst/>
                <a:latin typeface="Arial" panose="020B0604020202020204" pitchFamily="34" charset="0"/>
              </a:rPr>
              <a:t>Pellentesque</a:t>
            </a:r>
            <a:r>
              <a:rPr lang="en-GB" dirty="0">
                <a:effectLst/>
                <a:latin typeface="Arial" panose="020B0604020202020204" pitchFamily="34" charset="0"/>
              </a:rPr>
              <a:t> tempus libero </a:t>
            </a:r>
            <a:r>
              <a:rPr lang="en-GB" dirty="0" err="1">
                <a:effectLst/>
                <a:latin typeface="Arial" panose="020B0604020202020204" pitchFamily="34" charset="0"/>
              </a:rPr>
              <a:t>nibh</a:t>
            </a:r>
            <a:r>
              <a:rPr lang="en-GB" dirty="0">
                <a:effectLst/>
                <a:latin typeface="Arial" panose="020B0604020202020204" pitchFamily="34" charset="0"/>
              </a:rPr>
              <a:t>, </a:t>
            </a:r>
            <a:r>
              <a:rPr lang="en-GB" dirty="0" err="1">
                <a:effectLst/>
                <a:latin typeface="Arial" panose="020B0604020202020204" pitchFamily="34" charset="0"/>
              </a:rPr>
              <a:t>nec</a:t>
            </a:r>
            <a:r>
              <a:rPr lang="en-GB" dirty="0">
                <a:effectLst/>
                <a:latin typeface="Arial" panose="020B0604020202020204" pitchFamily="34" charset="0"/>
              </a:rPr>
              <a:t> </a:t>
            </a:r>
            <a:r>
              <a:rPr lang="en-GB" dirty="0" err="1">
                <a:effectLst/>
                <a:latin typeface="Arial" panose="020B0604020202020204" pitchFamily="34" charset="0"/>
              </a:rPr>
              <a:t>interdum</a:t>
            </a:r>
            <a:r>
              <a:rPr lang="en-GB" dirty="0">
                <a:effectLst/>
                <a:latin typeface="Arial" panose="020B0604020202020204" pitchFamily="34" charset="0"/>
              </a:rPr>
              <a:t> </a:t>
            </a:r>
            <a:r>
              <a:rPr lang="en-GB" dirty="0" err="1">
                <a:effectLst/>
                <a:latin typeface="Arial" panose="020B0604020202020204" pitchFamily="34" charset="0"/>
              </a:rPr>
              <a:t>urna</a:t>
            </a:r>
            <a:r>
              <a:rPr lang="en-GB" dirty="0">
                <a:effectLst/>
                <a:latin typeface="Arial" panose="020B0604020202020204" pitchFamily="34" charset="0"/>
              </a:rPr>
              <a:t> fermentum vel. Nunc </a:t>
            </a:r>
            <a:r>
              <a:rPr lang="en-GB" dirty="0" err="1">
                <a:effectLst/>
                <a:latin typeface="Arial" panose="020B0604020202020204" pitchFamily="34" charset="0"/>
              </a:rPr>
              <a:t>dignissim</a:t>
            </a:r>
            <a:r>
              <a:rPr lang="en-GB" dirty="0">
                <a:effectLst/>
                <a:latin typeface="Arial" panose="020B0604020202020204" pitchFamily="34" charset="0"/>
              </a:rPr>
              <a:t> </a:t>
            </a:r>
            <a:r>
              <a:rPr lang="en-GB" dirty="0" err="1">
                <a:effectLst/>
                <a:latin typeface="Arial" panose="020B0604020202020204" pitchFamily="34" charset="0"/>
              </a:rPr>
              <a:t>lacus</a:t>
            </a:r>
            <a:r>
              <a:rPr lang="en-GB" dirty="0">
                <a:effectLst/>
                <a:latin typeface="Arial" panose="020B0604020202020204" pitchFamily="34" charset="0"/>
              </a:rPr>
              <a:t> </a:t>
            </a:r>
            <a:r>
              <a:rPr lang="en-GB" dirty="0" err="1">
                <a:effectLst/>
                <a:latin typeface="Arial" panose="020B0604020202020204" pitchFamily="34" charset="0"/>
              </a:rPr>
              <a:t>velit</a:t>
            </a:r>
            <a:r>
              <a:rPr lang="en-GB" dirty="0">
                <a:effectLst/>
                <a:latin typeface="Arial" panose="020B0604020202020204" pitchFamily="34" charset="0"/>
              </a:rPr>
              <a:t>, </a:t>
            </a:r>
            <a:r>
              <a:rPr lang="en-GB" dirty="0" err="1">
                <a:effectLst/>
                <a:latin typeface="Arial" panose="020B0604020202020204" pitchFamily="34" charset="0"/>
              </a:rPr>
              <a:t>eu</a:t>
            </a:r>
            <a:r>
              <a:rPr lang="en-GB" dirty="0">
                <a:effectLst/>
                <a:latin typeface="Arial" panose="020B0604020202020204" pitchFamily="34" charset="0"/>
              </a:rPr>
              <a:t> </a:t>
            </a:r>
            <a:r>
              <a:rPr lang="en-GB" dirty="0" err="1">
                <a:effectLst/>
                <a:latin typeface="Arial" panose="020B0604020202020204" pitchFamily="34" charset="0"/>
              </a:rPr>
              <a:t>hendrerit</a:t>
            </a:r>
            <a:r>
              <a:rPr lang="en-GB" dirty="0">
                <a:effectLst/>
                <a:latin typeface="Arial" panose="020B0604020202020204" pitchFamily="34" charset="0"/>
              </a:rPr>
              <a:t> magna </a:t>
            </a:r>
            <a:r>
              <a:rPr lang="en-GB" dirty="0" err="1">
                <a:effectLst/>
                <a:latin typeface="Arial" panose="020B0604020202020204" pitchFamily="34" charset="0"/>
              </a:rPr>
              <a:t>commodo</a:t>
            </a:r>
            <a:r>
              <a:rPr lang="en-GB" dirty="0">
                <a:effectLst/>
                <a:latin typeface="Arial" panose="020B0604020202020204" pitchFamily="34" charset="0"/>
              </a:rPr>
              <a:t> et. </a:t>
            </a:r>
            <a:r>
              <a:rPr lang="en-GB" dirty="0" err="1">
                <a:effectLst/>
                <a:latin typeface="Arial" panose="020B0604020202020204" pitchFamily="34" charset="0"/>
              </a:rPr>
              <a:t>Aliquam</a:t>
            </a:r>
            <a:r>
              <a:rPr lang="en-GB" dirty="0">
                <a:effectLst/>
                <a:latin typeface="Arial" panose="020B0604020202020204" pitchFamily="34" charset="0"/>
              </a:rPr>
              <a:t> </a:t>
            </a:r>
            <a:r>
              <a:rPr lang="en-GB" dirty="0" err="1">
                <a:effectLst/>
                <a:latin typeface="Arial" panose="020B0604020202020204" pitchFamily="34" charset="0"/>
              </a:rPr>
              <a:t>suscipit</a:t>
            </a:r>
            <a:r>
              <a:rPr lang="en-GB" dirty="0">
                <a:effectLst/>
                <a:latin typeface="Arial" panose="020B0604020202020204" pitchFamily="34" charset="0"/>
              </a:rPr>
              <a:t>, </a:t>
            </a:r>
            <a:r>
              <a:rPr lang="en-GB" dirty="0" err="1">
                <a:effectLst/>
                <a:latin typeface="Arial" panose="020B0604020202020204" pitchFamily="34" charset="0"/>
              </a:rPr>
              <a:t>tellus</a:t>
            </a:r>
            <a:r>
              <a:rPr lang="en-GB" dirty="0">
                <a:effectLst/>
                <a:latin typeface="Arial" panose="020B0604020202020204" pitchFamily="34" charset="0"/>
              </a:rPr>
              <a:t> ac auctor </a:t>
            </a:r>
            <a:r>
              <a:rPr lang="en-GB" dirty="0" err="1">
                <a:effectLst/>
                <a:latin typeface="Arial" panose="020B0604020202020204" pitchFamily="34" charset="0"/>
              </a:rPr>
              <a:t>egestas</a:t>
            </a:r>
            <a:r>
              <a:rPr lang="en-GB" dirty="0">
                <a:effectLst/>
                <a:latin typeface="Arial" panose="020B0604020202020204" pitchFamily="34" charset="0"/>
              </a:rPr>
              <a:t>, </a:t>
            </a:r>
            <a:r>
              <a:rPr lang="en-GB" dirty="0" err="1">
                <a:effectLst/>
                <a:latin typeface="Arial" panose="020B0604020202020204" pitchFamily="34" charset="0"/>
              </a:rPr>
              <a:t>arcu</a:t>
            </a:r>
            <a:r>
              <a:rPr lang="en-GB" dirty="0">
                <a:effectLst/>
                <a:latin typeface="Arial" panose="020B0604020202020204" pitchFamily="34" charset="0"/>
              </a:rPr>
              <a:t> </a:t>
            </a:r>
            <a:r>
              <a:rPr lang="en-GB" dirty="0" err="1">
                <a:effectLst/>
                <a:latin typeface="Arial" panose="020B0604020202020204" pitchFamily="34" charset="0"/>
              </a:rPr>
              <a:t>leo</a:t>
            </a:r>
            <a:r>
              <a:rPr lang="en-GB" dirty="0">
                <a:effectLst/>
                <a:latin typeface="Arial" panose="020B0604020202020204" pitchFamily="34" charset="0"/>
              </a:rPr>
              <a:t> </a:t>
            </a:r>
            <a:r>
              <a:rPr lang="en-GB" dirty="0" err="1">
                <a:effectLst/>
                <a:latin typeface="Arial" panose="020B0604020202020204" pitchFamily="34" charset="0"/>
              </a:rPr>
              <a:t>molestie</a:t>
            </a:r>
            <a:r>
              <a:rPr lang="en-GB" dirty="0">
                <a:effectLst/>
                <a:latin typeface="Arial" panose="020B0604020202020204" pitchFamily="34" charset="0"/>
              </a:rPr>
              <a:t> </a:t>
            </a:r>
            <a:r>
              <a:rPr lang="en-GB" dirty="0" err="1">
                <a:effectLst/>
                <a:latin typeface="Arial" panose="020B0604020202020204" pitchFamily="34" charset="0"/>
              </a:rPr>
              <a:t>augue</a:t>
            </a:r>
            <a:r>
              <a:rPr lang="en-GB" dirty="0">
                <a:effectLst/>
                <a:latin typeface="Arial" panose="020B0604020202020204" pitchFamily="34" charset="0"/>
              </a:rPr>
              <a:t>, at porta </a:t>
            </a:r>
            <a:r>
              <a:rPr lang="en-GB" dirty="0" err="1">
                <a:effectLst/>
                <a:latin typeface="Arial" panose="020B0604020202020204" pitchFamily="34" charset="0"/>
              </a:rPr>
              <a:t>dolor</a:t>
            </a:r>
            <a:r>
              <a:rPr lang="en-GB" dirty="0">
                <a:effectLst/>
                <a:latin typeface="Arial" panose="020B0604020202020204" pitchFamily="34" charset="0"/>
              </a:rPr>
              <a:t> </a:t>
            </a:r>
            <a:r>
              <a:rPr lang="en-GB" dirty="0" err="1">
                <a:effectLst/>
                <a:latin typeface="Arial" panose="020B0604020202020204" pitchFamily="34" charset="0"/>
              </a:rPr>
              <a:t>odio</a:t>
            </a:r>
            <a:r>
              <a:rPr lang="en-GB" dirty="0">
                <a:effectLst/>
                <a:latin typeface="Arial" panose="020B0604020202020204" pitchFamily="34" charset="0"/>
              </a:rPr>
              <a:t> </a:t>
            </a:r>
            <a:r>
              <a:rPr lang="en-GB" dirty="0" err="1">
                <a:effectLst/>
                <a:latin typeface="Arial" panose="020B0604020202020204" pitchFamily="34" charset="0"/>
              </a:rPr>
              <a:t>quis</a:t>
            </a:r>
            <a:r>
              <a:rPr lang="en-GB" dirty="0">
                <a:effectLst/>
                <a:latin typeface="Arial" panose="020B0604020202020204" pitchFamily="34" charset="0"/>
              </a:rPr>
              <a:t> </a:t>
            </a:r>
            <a:r>
              <a:rPr lang="en-GB" dirty="0" err="1">
                <a:effectLst/>
                <a:latin typeface="Arial" panose="020B0604020202020204" pitchFamily="34" charset="0"/>
              </a:rPr>
              <a:t>lectus</a:t>
            </a:r>
            <a:r>
              <a:rPr lang="en-GB" dirty="0">
                <a:effectLst/>
                <a:latin typeface="Arial" panose="020B0604020202020204" pitchFamily="34" charset="0"/>
              </a:rPr>
              <a:t>. Integer </a:t>
            </a:r>
            <a:r>
              <a:rPr lang="en-GB" dirty="0" err="1">
                <a:effectLst/>
                <a:latin typeface="Arial" panose="020B0604020202020204" pitchFamily="34" charset="0"/>
              </a:rPr>
              <a:t>justo</a:t>
            </a:r>
            <a:r>
              <a:rPr lang="en-GB" dirty="0">
                <a:effectLst/>
                <a:latin typeface="Arial" panose="020B0604020202020204" pitchFamily="34" charset="0"/>
              </a:rPr>
              <a:t> </a:t>
            </a:r>
            <a:r>
              <a:rPr lang="en-GB" dirty="0" err="1">
                <a:effectLst/>
                <a:latin typeface="Arial" panose="020B0604020202020204" pitchFamily="34" charset="0"/>
              </a:rPr>
              <a:t>orci</a:t>
            </a:r>
            <a:r>
              <a:rPr lang="en-GB" dirty="0">
                <a:effectLst/>
                <a:latin typeface="Arial" panose="020B0604020202020204" pitchFamily="34" charset="0"/>
              </a:rPr>
              <a:t>, </a:t>
            </a:r>
            <a:r>
              <a:rPr lang="en-GB" dirty="0" err="1">
                <a:effectLst/>
                <a:latin typeface="Arial" panose="020B0604020202020204" pitchFamily="34" charset="0"/>
              </a:rPr>
              <a:t>vulputate</a:t>
            </a:r>
            <a:r>
              <a:rPr lang="en-GB" dirty="0">
                <a:effectLst/>
                <a:latin typeface="Arial" panose="020B0604020202020204" pitchFamily="34" charset="0"/>
              </a:rPr>
              <a:t> </a:t>
            </a:r>
            <a:r>
              <a:rPr lang="en-GB" dirty="0" err="1">
                <a:effectLst/>
                <a:latin typeface="Arial" panose="020B0604020202020204" pitchFamily="34" charset="0"/>
              </a:rPr>
              <a:t>ut</a:t>
            </a:r>
            <a:r>
              <a:rPr lang="en-GB" dirty="0">
                <a:effectLst/>
                <a:latin typeface="Arial" panose="020B0604020202020204" pitchFamily="34" charset="0"/>
              </a:rPr>
              <a:t> </a:t>
            </a:r>
            <a:r>
              <a:rPr lang="en-GB" dirty="0" err="1">
                <a:effectLst/>
                <a:latin typeface="Arial" panose="020B0604020202020204" pitchFamily="34" charset="0"/>
              </a:rPr>
              <a:t>laoreet</a:t>
            </a:r>
            <a:r>
              <a:rPr lang="en-GB" dirty="0">
                <a:effectLst/>
                <a:latin typeface="Arial" panose="020B0604020202020204" pitchFamily="34" charset="0"/>
              </a:rPr>
              <a:t> </a:t>
            </a:r>
            <a:r>
              <a:rPr lang="en-GB" dirty="0" err="1">
                <a:effectLst/>
                <a:latin typeface="Arial" panose="020B0604020202020204" pitchFamily="34" charset="0"/>
              </a:rPr>
              <a:t>ut</a:t>
            </a:r>
            <a:r>
              <a:rPr lang="en-GB" dirty="0">
                <a:effectLst/>
                <a:latin typeface="Arial" panose="020B0604020202020204" pitchFamily="34" charset="0"/>
              </a:rPr>
              <a:t>, </a:t>
            </a:r>
            <a:r>
              <a:rPr lang="en-GB" dirty="0" err="1">
                <a:effectLst/>
                <a:latin typeface="Arial" panose="020B0604020202020204" pitchFamily="34" charset="0"/>
              </a:rPr>
              <a:t>imperdiet</a:t>
            </a:r>
            <a:r>
              <a:rPr lang="en-GB" dirty="0">
                <a:effectLst/>
                <a:latin typeface="Arial" panose="020B0604020202020204" pitchFamily="34" charset="0"/>
              </a:rPr>
              <a:t> id </a:t>
            </a:r>
            <a:r>
              <a:rPr lang="en-GB" dirty="0" err="1">
                <a:effectLst/>
                <a:latin typeface="Arial" panose="020B0604020202020204" pitchFamily="34" charset="0"/>
              </a:rPr>
              <a:t>neque</a:t>
            </a:r>
            <a:r>
              <a:rPr lang="en-GB" dirty="0">
                <a:effectLst/>
                <a:latin typeface="Arial" panose="020B0604020202020204" pitchFamily="34" charset="0"/>
              </a:rPr>
              <a:t>. Vestibulum ante ipsum </a:t>
            </a:r>
            <a:r>
              <a:rPr lang="en-GB" dirty="0" err="1">
                <a:effectLst/>
                <a:latin typeface="Arial" panose="020B0604020202020204" pitchFamily="34" charset="0"/>
              </a:rPr>
              <a:t>primis</a:t>
            </a:r>
            <a:r>
              <a:rPr lang="en-GB" dirty="0">
                <a:effectLst/>
                <a:latin typeface="Arial" panose="020B0604020202020204" pitchFamily="34" charset="0"/>
              </a:rPr>
              <a:t> in </a:t>
            </a:r>
            <a:r>
              <a:rPr lang="en-GB" dirty="0" err="1">
                <a:effectLst/>
                <a:latin typeface="Arial" panose="020B0604020202020204" pitchFamily="34" charset="0"/>
              </a:rPr>
              <a:t>faucibus</a:t>
            </a:r>
            <a:r>
              <a:rPr lang="en-GB" dirty="0">
                <a:effectLst/>
                <a:latin typeface="Arial" panose="020B0604020202020204" pitchFamily="34" charset="0"/>
              </a:rPr>
              <a:t> </a:t>
            </a:r>
            <a:r>
              <a:rPr lang="en-GB" dirty="0" err="1">
                <a:effectLst/>
                <a:latin typeface="Arial" panose="020B0604020202020204" pitchFamily="34" charset="0"/>
              </a:rPr>
              <a:t>orci</a:t>
            </a:r>
            <a:r>
              <a:rPr lang="en-GB" dirty="0">
                <a:effectLst/>
                <a:latin typeface="Arial" panose="020B0604020202020204" pitchFamily="34" charset="0"/>
              </a:rPr>
              <a:t> </a:t>
            </a:r>
            <a:r>
              <a:rPr lang="en-GB" dirty="0" err="1">
                <a:effectLst/>
                <a:latin typeface="Arial" panose="020B0604020202020204" pitchFamily="34" charset="0"/>
              </a:rPr>
              <a:t>luctus</a:t>
            </a:r>
            <a:r>
              <a:rPr lang="en-GB" dirty="0">
                <a:effectLst/>
                <a:latin typeface="Arial" panose="020B0604020202020204" pitchFamily="34" charset="0"/>
              </a:rPr>
              <a:t> et </a:t>
            </a:r>
            <a:r>
              <a:rPr lang="en-GB" dirty="0" err="1">
                <a:effectLst/>
                <a:latin typeface="Arial" panose="020B0604020202020204" pitchFamily="34" charset="0"/>
              </a:rPr>
              <a:t>ultrices</a:t>
            </a:r>
            <a:r>
              <a:rPr lang="en-GB" dirty="0">
                <a:effectLst/>
                <a:latin typeface="Arial" panose="020B0604020202020204" pitchFamily="34" charset="0"/>
              </a:rPr>
              <a:t> </a:t>
            </a:r>
            <a:r>
              <a:rPr lang="en-GB" dirty="0" err="1">
                <a:effectLst/>
                <a:latin typeface="Arial" panose="020B0604020202020204" pitchFamily="34" charset="0"/>
              </a:rPr>
              <a:t>posuere</a:t>
            </a:r>
            <a:r>
              <a:rPr lang="en-GB" dirty="0">
                <a:effectLst/>
                <a:latin typeface="Arial" panose="020B0604020202020204" pitchFamily="34" charset="0"/>
              </a:rPr>
              <a:t> </a:t>
            </a:r>
            <a:r>
              <a:rPr lang="en-GB" dirty="0" err="1">
                <a:effectLst/>
                <a:latin typeface="Arial" panose="020B0604020202020204" pitchFamily="34" charset="0"/>
              </a:rPr>
              <a:t>cubilia</a:t>
            </a:r>
            <a:r>
              <a:rPr lang="en-GB" dirty="0">
                <a:effectLst/>
                <a:latin typeface="Arial" panose="020B0604020202020204" pitchFamily="34" charset="0"/>
              </a:rPr>
              <a:t> curae; Nam gravida </a:t>
            </a:r>
            <a:r>
              <a:rPr lang="en-GB" dirty="0" err="1">
                <a:effectLst/>
                <a:latin typeface="Arial" panose="020B0604020202020204" pitchFamily="34" charset="0"/>
              </a:rPr>
              <a:t>odio</a:t>
            </a:r>
            <a:r>
              <a:rPr lang="en-GB" dirty="0">
                <a:effectLst/>
                <a:latin typeface="Arial" panose="020B0604020202020204" pitchFamily="34" charset="0"/>
              </a:rPr>
              <a:t> id </a:t>
            </a:r>
            <a:r>
              <a:rPr lang="en-GB" dirty="0" err="1">
                <a:effectLst/>
                <a:latin typeface="Arial" panose="020B0604020202020204" pitchFamily="34" charset="0"/>
              </a:rPr>
              <a:t>bibendum</a:t>
            </a:r>
            <a:r>
              <a:rPr lang="en-GB" dirty="0">
                <a:effectLst/>
                <a:latin typeface="Arial" panose="020B0604020202020204" pitchFamily="34" charset="0"/>
              </a:rPr>
              <a:t> </a:t>
            </a:r>
            <a:r>
              <a:rPr lang="en-GB" dirty="0" err="1">
                <a:effectLst/>
                <a:latin typeface="Arial" panose="020B0604020202020204" pitchFamily="34" charset="0"/>
              </a:rPr>
              <a:t>posuere</a:t>
            </a:r>
            <a:r>
              <a:rPr lang="en-GB" dirty="0">
                <a:effectLst/>
                <a:latin typeface="Arial" panose="020B0604020202020204" pitchFamily="34" charset="0"/>
              </a:rPr>
              <a:t>. Nunc </a:t>
            </a:r>
            <a:r>
              <a:rPr lang="en-GB" dirty="0" err="1">
                <a:effectLst/>
                <a:latin typeface="Arial" panose="020B0604020202020204" pitchFamily="34" charset="0"/>
              </a:rPr>
              <a:t>massa</a:t>
            </a:r>
            <a:r>
              <a:rPr lang="en-GB" dirty="0">
                <a:effectLst/>
                <a:latin typeface="Arial" panose="020B0604020202020204" pitchFamily="34" charset="0"/>
              </a:rPr>
              <a:t> ante, </a:t>
            </a:r>
            <a:r>
              <a:rPr lang="en-GB" dirty="0" err="1">
                <a:effectLst/>
                <a:latin typeface="Arial" panose="020B0604020202020204" pitchFamily="34" charset="0"/>
              </a:rPr>
              <a:t>elementum</a:t>
            </a:r>
            <a:r>
              <a:rPr lang="en-GB" dirty="0">
                <a:effectLst/>
                <a:latin typeface="Arial" panose="020B0604020202020204" pitchFamily="34" charset="0"/>
              </a:rPr>
              <a:t> </a:t>
            </a:r>
            <a:r>
              <a:rPr lang="en-GB" dirty="0" err="1">
                <a:effectLst/>
                <a:latin typeface="Arial" panose="020B0604020202020204" pitchFamily="34" charset="0"/>
              </a:rPr>
              <a:t>quis</a:t>
            </a:r>
            <a:r>
              <a:rPr lang="en-GB" dirty="0">
                <a:effectLst/>
                <a:latin typeface="Arial" panose="020B0604020202020204" pitchFamily="34" charset="0"/>
              </a:rPr>
              <a:t> </a:t>
            </a:r>
            <a:r>
              <a:rPr lang="en-GB" dirty="0" err="1">
                <a:effectLst/>
                <a:latin typeface="Arial" panose="020B0604020202020204" pitchFamily="34" charset="0"/>
              </a:rPr>
              <a:t>massa</a:t>
            </a:r>
            <a:r>
              <a:rPr lang="en-GB" dirty="0">
                <a:effectLst/>
                <a:latin typeface="Arial" panose="020B0604020202020204" pitchFamily="34" charset="0"/>
              </a:rPr>
              <a:t> vitae, maximus porta </a:t>
            </a:r>
            <a:r>
              <a:rPr lang="en-GB" dirty="0" err="1">
                <a:effectLst/>
                <a:latin typeface="Arial" panose="020B0604020202020204" pitchFamily="34" charset="0"/>
              </a:rPr>
              <a:t>nunc</a:t>
            </a:r>
            <a:r>
              <a:rPr lang="en-GB" dirty="0">
                <a:effectLst/>
                <a:latin typeface="Arial" panose="020B0604020202020204" pitchFamily="34" charset="0"/>
              </a:rPr>
              <a:t>. </a:t>
            </a:r>
            <a:r>
              <a:rPr lang="en-GB" dirty="0" err="1">
                <a:effectLst/>
                <a:latin typeface="Arial" panose="020B0604020202020204" pitchFamily="34" charset="0"/>
              </a:rPr>
              <a:t>Quisque</a:t>
            </a:r>
            <a:r>
              <a:rPr lang="en-GB" dirty="0">
                <a:effectLst/>
                <a:latin typeface="Arial" panose="020B0604020202020204" pitchFamily="34" charset="0"/>
              </a:rPr>
              <a:t> </a:t>
            </a:r>
            <a:r>
              <a:rPr lang="en-GB" dirty="0" err="1">
                <a:effectLst/>
                <a:latin typeface="Arial" panose="020B0604020202020204" pitchFamily="34" charset="0"/>
              </a:rPr>
              <a:t>ut</a:t>
            </a:r>
            <a:r>
              <a:rPr lang="en-GB" dirty="0">
                <a:effectLst/>
                <a:latin typeface="Arial" panose="020B0604020202020204" pitchFamily="34" charset="0"/>
              </a:rPr>
              <a:t> </a:t>
            </a:r>
            <a:r>
              <a:rPr lang="en-GB" dirty="0" err="1">
                <a:effectLst/>
                <a:latin typeface="Arial" panose="020B0604020202020204" pitchFamily="34" charset="0"/>
              </a:rPr>
              <a:t>aliquam</a:t>
            </a:r>
            <a:r>
              <a:rPr lang="en-GB" dirty="0">
                <a:effectLst/>
                <a:latin typeface="Arial" panose="020B0604020202020204" pitchFamily="34" charset="0"/>
              </a:rPr>
              <a:t> </a:t>
            </a:r>
            <a:r>
              <a:rPr lang="en-GB" dirty="0" err="1">
                <a:effectLst/>
                <a:latin typeface="Arial" panose="020B0604020202020204" pitchFamily="34" charset="0"/>
              </a:rPr>
              <a:t>odio</a:t>
            </a:r>
            <a:r>
              <a:rPr lang="en-GB" dirty="0">
                <a:effectLst/>
                <a:latin typeface="Arial" panose="020B0604020202020204" pitchFamily="34" charset="0"/>
              </a:rPr>
              <a:t>, in </a:t>
            </a:r>
            <a:r>
              <a:rPr lang="en-GB" dirty="0" err="1">
                <a:effectLst/>
                <a:latin typeface="Arial" panose="020B0604020202020204" pitchFamily="34" charset="0"/>
              </a:rPr>
              <a:t>tempor</a:t>
            </a:r>
            <a:r>
              <a:rPr lang="en-GB" dirty="0">
                <a:effectLst/>
                <a:latin typeface="Arial" panose="020B0604020202020204" pitchFamily="34" charset="0"/>
              </a:rPr>
              <a:t> ligula.</a:t>
            </a:r>
          </a:p>
        </p:txBody>
      </p:sp>
      <p:sp>
        <p:nvSpPr>
          <p:cNvPr id="13" name="Text Placeholder 5"/>
          <p:cNvSpPr>
            <a:spLocks noGrp="1"/>
          </p:cNvSpPr>
          <p:nvPr>
            <p:ph type="body" sz="quarter" idx="11" hasCustomPrompt="1"/>
          </p:nvPr>
        </p:nvSpPr>
        <p:spPr>
          <a:xfrm>
            <a:off x="383907" y="4832854"/>
            <a:ext cx="6701189" cy="323850"/>
          </a:xfrm>
        </p:spPr>
        <p:txBody>
          <a:bodyPr anchor="ctr">
            <a:noAutofit/>
          </a:bodyPr>
          <a:lstStyle>
            <a:lvl1pPr marL="0" indent="0">
              <a:buNone/>
              <a:defRPr sz="14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err="1"/>
              <a:t>contact@jmangroup.com</a:t>
            </a:r>
            <a:endParaRPr lang="en-US"/>
          </a:p>
        </p:txBody>
      </p:sp>
      <p:sp>
        <p:nvSpPr>
          <p:cNvPr id="7" name="TextBox 6"/>
          <p:cNvSpPr txBox="1"/>
          <p:nvPr userDrawn="1"/>
        </p:nvSpPr>
        <p:spPr>
          <a:xfrm>
            <a:off x="383907" y="4460488"/>
            <a:ext cx="7239024" cy="369332"/>
          </a:xfrm>
          <a:prstGeom prst="rect">
            <a:avLst/>
          </a:prstGeom>
          <a:noFill/>
        </p:spPr>
        <p:txBody>
          <a:bodyPr wrap="square" rtlCol="0">
            <a:spAutoFit/>
          </a:bodyPr>
          <a:lstStyle/>
          <a:p>
            <a:r>
              <a:rPr lang="en-US" sz="1800" b="1" dirty="0">
                <a:solidFill>
                  <a:schemeClr val="bg1"/>
                </a:solidFill>
                <a:latin typeface="Arial" panose="020B0604020202020204" pitchFamily="34" charset="0"/>
                <a:cs typeface="Arial" panose="020B0604020202020204" pitchFamily="34" charset="0"/>
              </a:rPr>
              <a:t>Contact</a:t>
            </a:r>
          </a:p>
        </p:txBody>
      </p:sp>
      <p:sp>
        <p:nvSpPr>
          <p:cNvPr id="10" name="TextBox 9"/>
          <p:cNvSpPr txBox="1"/>
          <p:nvPr userDrawn="1"/>
        </p:nvSpPr>
        <p:spPr>
          <a:xfrm>
            <a:off x="1" y="-825190"/>
            <a:ext cx="2389352" cy="646331"/>
          </a:xfrm>
          <a:prstGeom prst="rect">
            <a:avLst/>
          </a:prstGeom>
          <a:solidFill>
            <a:srgbClr val="FFFF00"/>
          </a:solidFill>
        </p:spPr>
        <p:txBody>
          <a:bodyPr wrap="square" rtlCol="0">
            <a:spAutoFit/>
          </a:bodyPr>
          <a:lstStyle/>
          <a:p>
            <a:r>
              <a:rPr lang="en-US" dirty="0"/>
              <a:t>Change background to match front cover</a:t>
            </a:r>
          </a:p>
        </p:txBody>
      </p:sp>
      <p:sp>
        <p:nvSpPr>
          <p:cNvPr id="14" name="TextBox 13"/>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3"/>
              </a:rPr>
              <a:t>jmangroup.com</a:t>
            </a:r>
            <a:endParaRPr lang="en-GB" sz="800" spc="55" dirty="0">
              <a:solidFill>
                <a:schemeClr val="bg1"/>
              </a:solidFill>
              <a:latin typeface="Arial" panose="020B0604020202020204" pitchFamily="34" charset="0"/>
              <a:cs typeface="Arial" panose="020B0604020202020204" pitchFamily="34" charset="0"/>
            </a:endParaRPr>
          </a:p>
        </p:txBody>
      </p:sp>
      <p:pic>
        <p:nvPicPr>
          <p:cNvPr id="5" name="Picture 4" descr="A logo with red text&#10;&#10;Description automatically generated"/>
          <p:cNvPicPr>
            <a:picLocks noChangeAspect="1"/>
          </p:cNvPicPr>
          <p:nvPr userDrawn="1"/>
        </p:nvPicPr>
        <p:blipFill>
          <a:blip r:embed="rId4"/>
          <a:stretch>
            <a:fillRect/>
          </a:stretch>
        </p:blipFill>
        <p:spPr>
          <a:xfrm>
            <a:off x="11177064" y="5852078"/>
            <a:ext cx="631029" cy="631029"/>
          </a:xfrm>
          <a:prstGeom prst="rect">
            <a:avLst/>
          </a:prstGeom>
        </p:spPr>
      </p:pic>
      <p:pic>
        <p:nvPicPr>
          <p:cNvPr id="9" name="Picture 8" descr="A white and blue sign with black text&#10;&#10;Description automatically generated"/>
          <p:cNvPicPr>
            <a:picLocks noChangeAspect="1"/>
          </p:cNvPicPr>
          <p:nvPr userDrawn="1"/>
        </p:nvPicPr>
        <p:blipFill>
          <a:blip r:embed="rId5"/>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12" name="Freeform: Shape 11"/>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5" name="Freeform: Shape 14"/>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6" name="Freeform: Shape 15"/>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7" name="Freeform: Shape 16"/>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8" name="Graphic 3"/>
            <p:cNvGrpSpPr/>
            <p:nvPr/>
          </p:nvGrpSpPr>
          <p:grpSpPr>
            <a:xfrm>
              <a:off x="4876799" y="3243548"/>
              <a:ext cx="184499" cy="184594"/>
              <a:chOff x="4876799" y="3243548"/>
              <a:chExt cx="184499" cy="184594"/>
            </a:xfrm>
          </p:grpSpPr>
          <p:sp>
            <p:nvSpPr>
              <p:cNvPr id="87" name="Freeform: Shape 86"/>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8" name="Graphic 3"/>
              <p:cNvGrpSpPr/>
              <p:nvPr/>
            </p:nvGrpSpPr>
            <p:grpSpPr>
              <a:xfrm>
                <a:off x="4897849" y="3268503"/>
                <a:ext cx="147827" cy="84677"/>
                <a:chOff x="4897849" y="3268503"/>
                <a:chExt cx="147827" cy="84677"/>
              </a:xfrm>
              <a:solidFill>
                <a:srgbClr val="333333"/>
              </a:solidFill>
            </p:grpSpPr>
            <p:sp>
              <p:nvSpPr>
                <p:cNvPr id="89" name="Freeform: Shape 88"/>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90" name="Freeform: Shape 89"/>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9" name="Graphic 3"/>
            <p:cNvGrpSpPr/>
            <p:nvPr/>
          </p:nvGrpSpPr>
          <p:grpSpPr>
            <a:xfrm>
              <a:off x="5095398" y="3268313"/>
              <a:ext cx="422052" cy="54768"/>
              <a:chOff x="5095398" y="3268313"/>
              <a:chExt cx="422052" cy="54768"/>
            </a:xfrm>
            <a:solidFill>
              <a:srgbClr val="333333"/>
            </a:solidFill>
          </p:grpSpPr>
          <p:sp>
            <p:nvSpPr>
              <p:cNvPr id="78" name="Freeform: Shape 77"/>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4" name="Freeform: Shape 83"/>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5" name="Freeform: Shape 84"/>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6" name="Freeform: Shape 85"/>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20" name="Graphic 3"/>
            <p:cNvGrpSpPr/>
            <p:nvPr/>
          </p:nvGrpSpPr>
          <p:grpSpPr>
            <a:xfrm>
              <a:off x="5095398" y="3348608"/>
              <a:ext cx="237172" cy="54864"/>
              <a:chOff x="5095398" y="3348608"/>
              <a:chExt cx="237172" cy="54864"/>
            </a:xfrm>
            <a:solidFill>
              <a:srgbClr val="333333"/>
            </a:solidFill>
          </p:grpSpPr>
          <p:sp>
            <p:nvSpPr>
              <p:cNvPr id="73" name="Freeform: Shape 72"/>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5" name="Freeform: Shape 74"/>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21" name="Freeform: Shape 20"/>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8" name="Freeform: Shape 27"/>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9" name="Freeform: Shape 28"/>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30" name="Freeform: Shape 29"/>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60" name="Freeform: Shape 59"/>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3" name="Freeform: Shape 62"/>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70" name="Freeform: Shape 69"/>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_1">
    <p:bg>
      <p:bgPr>
        <a:gradFill>
          <a:gsLst>
            <a:gs pos="100000">
              <a:schemeClr val="bg2"/>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dirty="0"/>
          </a:p>
        </p:txBody>
      </p:sp>
      <p:sp>
        <p:nvSpPr>
          <p:cNvPr id="9"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0"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_2">
    <p:bg>
      <p:bgPr>
        <a:gradFill>
          <a:gsLst>
            <a:gs pos="100000">
              <a:schemeClr val="bg2"/>
            </a:gs>
            <a:gs pos="0">
              <a:schemeClr val="accent1"/>
            </a:gs>
          </a:gsLst>
          <a:lin ang="18000000" scaled="0"/>
        </a:gradFill>
        <a:effectLst/>
      </p:bgPr>
    </p:bg>
    <p:spTree>
      <p:nvGrpSpPr>
        <p:cNvPr id="1" name=""/>
        <p:cNvGrpSpPr/>
        <p:nvPr/>
      </p:nvGrpSpPr>
      <p:grpSpPr>
        <a:xfrm>
          <a:off x="0" y="0"/>
          <a:ext cx="0" cy="0"/>
          <a:chOff x="0" y="0"/>
          <a:chExt cx="0" cy="0"/>
        </a:xfrm>
      </p:grpSpPr>
      <p:sp>
        <p:nvSpPr>
          <p:cNvPr id="17" name="Picture Placeholder 16"/>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dirty="0"/>
          </a:p>
        </p:txBody>
      </p:sp>
      <p:sp>
        <p:nvSpPr>
          <p:cNvPr id="12"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_3">
    <p:bg>
      <p:bgPr>
        <a:gradFill>
          <a:gsLst>
            <a:gs pos="100000">
              <a:schemeClr val="bg2"/>
            </a:gs>
            <a:gs pos="0">
              <a:schemeClr val="accent4"/>
            </a:gs>
          </a:gsLst>
          <a:lin ang="18000000" scaled="0"/>
        </a:gradFill>
        <a:effectLst/>
      </p:bgPr>
    </p:bg>
    <p:spTree>
      <p:nvGrpSpPr>
        <p:cNvPr id="1" name=""/>
        <p:cNvGrpSpPr/>
        <p:nvPr/>
      </p:nvGrpSpPr>
      <p:grpSpPr>
        <a:xfrm>
          <a:off x="0" y="0"/>
          <a:ext cx="0" cy="0"/>
          <a:chOff x="0" y="0"/>
          <a:chExt cx="0" cy="0"/>
        </a:xfrm>
      </p:grpSpPr>
      <p:sp>
        <p:nvSpPr>
          <p:cNvPr id="28" name="Picture Placeholder 27"/>
          <p:cNvSpPr>
            <a:spLocks noGrp="1"/>
          </p:cNvSpPr>
          <p:nvPr>
            <p:ph type="pic" sz="quarter" idx="11"/>
          </p:nvPr>
        </p:nvSpPr>
        <p:spPr>
          <a:xfrm>
            <a:off x="5816599" y="0"/>
            <a:ext cx="6375402" cy="6858000"/>
          </a:xfrm>
          <a:custGeom>
            <a:avLst/>
            <a:gdLst>
              <a:gd name="connsiteX0" fmla="*/ 1515696 w 6375402"/>
              <a:gd name="connsiteY0" fmla="*/ 6276213 h 6858000"/>
              <a:gd name="connsiteX1" fmla="*/ 2088086 w 6375402"/>
              <a:gd name="connsiteY1" fmla="*/ 6619811 h 6858000"/>
              <a:gd name="connsiteX2" fmla="*/ 2059540 w 6375402"/>
              <a:gd name="connsiteY2" fmla="*/ 6858000 h 6858000"/>
              <a:gd name="connsiteX3" fmla="*/ 1944212 w 6375402"/>
              <a:gd name="connsiteY3" fmla="*/ 6858000 h 6858000"/>
              <a:gd name="connsiteX4" fmla="*/ 1593913 w 6375402"/>
              <a:gd name="connsiteY4" fmla="*/ 6647688 h 6858000"/>
              <a:gd name="connsiteX5" fmla="*/ 1479410 w 6375402"/>
              <a:gd name="connsiteY5" fmla="*/ 6578918 h 6858000"/>
              <a:gd name="connsiteX6" fmla="*/ 902135 w 6375402"/>
              <a:gd name="connsiteY6" fmla="*/ 3720719 h 6858000"/>
              <a:gd name="connsiteX7" fmla="*/ 983588 w 6375402"/>
              <a:gd name="connsiteY7" fmla="*/ 4099941 h 6858000"/>
              <a:gd name="connsiteX8" fmla="*/ 1066817 w 6375402"/>
              <a:gd name="connsiteY8" fmla="*/ 4487482 h 6858000"/>
              <a:gd name="connsiteX9" fmla="*/ 922625 w 6375402"/>
              <a:gd name="connsiteY9" fmla="*/ 4593336 h 6858000"/>
              <a:gd name="connsiteX10" fmla="*/ 778370 w 6375402"/>
              <a:gd name="connsiteY10" fmla="*/ 4699127 h 6858000"/>
              <a:gd name="connsiteX11" fmla="*/ 683341 w 6375402"/>
              <a:gd name="connsiteY11" fmla="*/ 4256596 h 6858000"/>
              <a:gd name="connsiteX12" fmla="*/ 613751 w 6375402"/>
              <a:gd name="connsiteY12" fmla="*/ 3932365 h 6858000"/>
              <a:gd name="connsiteX13" fmla="*/ 384300 w 6375402"/>
              <a:gd name="connsiteY13" fmla="*/ 1588897 h 6858000"/>
              <a:gd name="connsiteX14" fmla="*/ 1297664 w 6375402"/>
              <a:gd name="connsiteY14" fmla="*/ 2921445 h 6858000"/>
              <a:gd name="connsiteX15" fmla="*/ 1222935 w 6375402"/>
              <a:gd name="connsiteY15" fmla="*/ 3043745 h 6858000"/>
              <a:gd name="connsiteX16" fmla="*/ 913300 w 6375402"/>
              <a:gd name="connsiteY16" fmla="*/ 3550729 h 6858000"/>
              <a:gd name="connsiteX17" fmla="*/ 0 w 6375402"/>
              <a:gd name="connsiteY17" fmla="*/ 2218183 h 6858000"/>
              <a:gd name="connsiteX18" fmla="*/ 102641 w 6375402"/>
              <a:gd name="connsiteY18" fmla="*/ 2050098 h 6858000"/>
              <a:gd name="connsiteX19" fmla="*/ 1901455 w 6375402"/>
              <a:gd name="connsiteY19" fmla="*/ 1476439 h 6858000"/>
              <a:gd name="connsiteX20" fmla="*/ 2573060 w 6375402"/>
              <a:gd name="connsiteY20" fmla="*/ 2145729 h 6858000"/>
              <a:gd name="connsiteX21" fmla="*/ 2483551 w 6375402"/>
              <a:gd name="connsiteY21" fmla="*/ 2382075 h 6858000"/>
              <a:gd name="connsiteX22" fmla="*/ 2419734 w 6375402"/>
              <a:gd name="connsiteY22" fmla="*/ 2550604 h 6858000"/>
              <a:gd name="connsiteX23" fmla="*/ 1749587 w 6375402"/>
              <a:gd name="connsiteY23" fmla="*/ 1882712 h 6858000"/>
              <a:gd name="connsiteX24" fmla="*/ 1748128 w 6375402"/>
              <a:gd name="connsiteY24" fmla="*/ 1881252 h 6858000"/>
              <a:gd name="connsiteX25" fmla="*/ 6375402 w 6375402"/>
              <a:gd name="connsiteY25" fmla="*/ 983085 h 6858000"/>
              <a:gd name="connsiteX26" fmla="*/ 6375402 w 6375402"/>
              <a:gd name="connsiteY26" fmla="*/ 2876592 h 6858000"/>
              <a:gd name="connsiteX27" fmla="*/ 6273140 w 6375402"/>
              <a:gd name="connsiteY27" fmla="*/ 2903855 h 6858000"/>
              <a:gd name="connsiteX28" fmla="*/ 5935402 w 6375402"/>
              <a:gd name="connsiteY28" fmla="*/ 4240212 h 6858000"/>
              <a:gd name="connsiteX29" fmla="*/ 5597665 w 6375402"/>
              <a:gd name="connsiteY29" fmla="*/ 5576506 h 6858000"/>
              <a:gd name="connsiteX30" fmla="*/ 5246732 w 6375402"/>
              <a:gd name="connsiteY30" fmla="*/ 5637847 h 6858000"/>
              <a:gd name="connsiteX31" fmla="*/ 4895863 w 6375402"/>
              <a:gd name="connsiteY31" fmla="*/ 5699188 h 6858000"/>
              <a:gd name="connsiteX32" fmla="*/ 4632537 w 6375402"/>
              <a:gd name="connsiteY32" fmla="*/ 6821233 h 6858000"/>
              <a:gd name="connsiteX33" fmla="*/ 4441402 w 6375402"/>
              <a:gd name="connsiteY33" fmla="*/ 6858000 h 6858000"/>
              <a:gd name="connsiteX34" fmla="*/ 3552779 w 6375402"/>
              <a:gd name="connsiteY34" fmla="*/ 6858000 h 6858000"/>
              <a:gd name="connsiteX35" fmla="*/ 3660938 w 6375402"/>
              <a:gd name="connsiteY35" fmla="*/ 6397244 h 6858000"/>
              <a:gd name="connsiteX36" fmla="*/ 2670753 w 6375402"/>
              <a:gd name="connsiteY36" fmla="*/ 6858000 h 6858000"/>
              <a:gd name="connsiteX37" fmla="*/ 2264250 w 6375402"/>
              <a:gd name="connsiteY37" fmla="*/ 6858000 h 6858000"/>
              <a:gd name="connsiteX38" fmla="*/ 2233420 w 6375402"/>
              <a:gd name="connsiteY38" fmla="*/ 4713478 h 6858000"/>
              <a:gd name="connsiteX39" fmla="*/ 2207284 w 6375402"/>
              <a:gd name="connsiteY39" fmla="*/ 2895346 h 6858000"/>
              <a:gd name="connsiteX40" fmla="*/ 3395265 w 6375402"/>
              <a:gd name="connsiteY40" fmla="*/ 2342578 h 6858000"/>
              <a:gd name="connsiteX41" fmla="*/ 3923504 w 6375402"/>
              <a:gd name="connsiteY41" fmla="*/ 2096770 h 6858000"/>
              <a:gd name="connsiteX42" fmla="*/ 3966577 w 6375402"/>
              <a:gd name="connsiteY42" fmla="*/ 5094859 h 6858000"/>
              <a:gd name="connsiteX43" fmla="*/ 3966640 w 6375402"/>
              <a:gd name="connsiteY43" fmla="*/ 5094795 h 6858000"/>
              <a:gd name="connsiteX44" fmla="*/ 3966640 w 6375402"/>
              <a:gd name="connsiteY44" fmla="*/ 5094859 h 6858000"/>
              <a:gd name="connsiteX45" fmla="*/ 4083174 w 6375402"/>
              <a:gd name="connsiteY45" fmla="*/ 4598098 h 6858000"/>
              <a:gd name="connsiteX46" fmla="*/ 4426494 w 6375402"/>
              <a:gd name="connsiteY46" fmla="*/ 4531995 h 6858000"/>
              <a:gd name="connsiteX47" fmla="*/ 4915275 w 6375402"/>
              <a:gd name="connsiteY47" fmla="*/ 2598102 h 6858000"/>
              <a:gd name="connsiteX48" fmla="*/ 5313912 w 6375402"/>
              <a:gd name="connsiteY48" fmla="*/ 2528379 h 6858000"/>
              <a:gd name="connsiteX49" fmla="*/ 5912882 w 6375402"/>
              <a:gd name="connsiteY49" fmla="*/ 2423668 h 6858000"/>
              <a:gd name="connsiteX50" fmla="*/ 6037282 w 6375402"/>
              <a:gd name="connsiteY50" fmla="*/ 1652460 h 6858000"/>
              <a:gd name="connsiteX51" fmla="*/ 6134911 w 6375402"/>
              <a:gd name="connsiteY51" fmla="*/ 1047305 h 6858000"/>
              <a:gd name="connsiteX52" fmla="*/ 4754779 w 6375402"/>
              <a:gd name="connsiteY52" fmla="*/ 1 h 6858000"/>
              <a:gd name="connsiteX53" fmla="*/ 5687998 w 6375402"/>
              <a:gd name="connsiteY53" fmla="*/ 1 h 6858000"/>
              <a:gd name="connsiteX54" fmla="*/ 5335099 w 6375402"/>
              <a:gd name="connsiteY54" fmla="*/ 1864171 h 6858000"/>
              <a:gd name="connsiteX55" fmla="*/ 4357855 w 6375402"/>
              <a:gd name="connsiteY55" fmla="*/ 2096771 h 6858000"/>
              <a:gd name="connsiteX56" fmla="*/ 107588 w 6375402"/>
              <a:gd name="connsiteY56" fmla="*/ 0 h 6858000"/>
              <a:gd name="connsiteX57" fmla="*/ 2582956 w 6375402"/>
              <a:gd name="connsiteY57" fmla="*/ 0 h 6858000"/>
              <a:gd name="connsiteX58" fmla="*/ 2898745 w 6375402"/>
              <a:gd name="connsiteY58" fmla="*/ 258953 h 6858000"/>
              <a:gd name="connsiteX59" fmla="*/ 2792742 w 6375402"/>
              <a:gd name="connsiteY59" fmla="*/ 649034 h 6858000"/>
              <a:gd name="connsiteX60" fmla="*/ 2447772 w 6375402"/>
              <a:gd name="connsiteY60" fmla="*/ 1918781 h 6858000"/>
              <a:gd name="connsiteX61" fmla="*/ 2105594 w 6375402"/>
              <a:gd name="connsiteY61" fmla="*/ 163823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6375402" h="6858000">
                <a:moveTo>
                  <a:pt x="1515696" y="6276213"/>
                </a:moveTo>
                <a:lnTo>
                  <a:pt x="2088086" y="6619811"/>
                </a:lnTo>
                <a:lnTo>
                  <a:pt x="2059540" y="6858000"/>
                </a:lnTo>
                <a:lnTo>
                  <a:pt x="1944212" y="6858000"/>
                </a:lnTo>
                <a:lnTo>
                  <a:pt x="1593913" y="6647688"/>
                </a:lnTo>
                <a:lnTo>
                  <a:pt x="1479410" y="6578918"/>
                </a:lnTo>
                <a:close/>
                <a:moveTo>
                  <a:pt x="902135" y="3720719"/>
                </a:moveTo>
                <a:lnTo>
                  <a:pt x="983588" y="4099941"/>
                </a:lnTo>
                <a:lnTo>
                  <a:pt x="1066817" y="4487482"/>
                </a:lnTo>
                <a:lnTo>
                  <a:pt x="922625" y="4593336"/>
                </a:lnTo>
                <a:lnTo>
                  <a:pt x="778370" y="4699127"/>
                </a:lnTo>
                <a:lnTo>
                  <a:pt x="683341" y="4256596"/>
                </a:lnTo>
                <a:lnTo>
                  <a:pt x="613751" y="3932365"/>
                </a:lnTo>
                <a:close/>
                <a:moveTo>
                  <a:pt x="384300" y="1588897"/>
                </a:moveTo>
                <a:lnTo>
                  <a:pt x="1297664" y="2921445"/>
                </a:lnTo>
                <a:lnTo>
                  <a:pt x="1222935" y="3043745"/>
                </a:lnTo>
                <a:lnTo>
                  <a:pt x="913300" y="3550729"/>
                </a:lnTo>
                <a:lnTo>
                  <a:pt x="0" y="2218183"/>
                </a:lnTo>
                <a:lnTo>
                  <a:pt x="102641" y="2050098"/>
                </a:lnTo>
                <a:close/>
                <a:moveTo>
                  <a:pt x="1901455" y="1476439"/>
                </a:moveTo>
                <a:lnTo>
                  <a:pt x="2573060" y="2145729"/>
                </a:lnTo>
                <a:lnTo>
                  <a:pt x="2483551" y="2382075"/>
                </a:lnTo>
                <a:lnTo>
                  <a:pt x="2419734" y="2550604"/>
                </a:lnTo>
                <a:lnTo>
                  <a:pt x="1749587" y="1882712"/>
                </a:lnTo>
                <a:lnTo>
                  <a:pt x="1748128" y="1881252"/>
                </a:lnTo>
                <a:close/>
                <a:moveTo>
                  <a:pt x="6375402" y="983085"/>
                </a:moveTo>
                <a:lnTo>
                  <a:pt x="6375402" y="2876592"/>
                </a:lnTo>
                <a:lnTo>
                  <a:pt x="6273140" y="2903855"/>
                </a:lnTo>
                <a:lnTo>
                  <a:pt x="5935402" y="4240212"/>
                </a:lnTo>
                <a:lnTo>
                  <a:pt x="5597665" y="5576506"/>
                </a:lnTo>
                <a:lnTo>
                  <a:pt x="5246732" y="5637847"/>
                </a:lnTo>
                <a:lnTo>
                  <a:pt x="4895863" y="5699188"/>
                </a:lnTo>
                <a:lnTo>
                  <a:pt x="4632537" y="6821233"/>
                </a:lnTo>
                <a:lnTo>
                  <a:pt x="4441402" y="6858000"/>
                </a:lnTo>
                <a:lnTo>
                  <a:pt x="3552779" y="6858000"/>
                </a:lnTo>
                <a:lnTo>
                  <a:pt x="3660938" y="6397244"/>
                </a:lnTo>
                <a:lnTo>
                  <a:pt x="2670753" y="6858000"/>
                </a:lnTo>
                <a:lnTo>
                  <a:pt x="2264250" y="6858000"/>
                </a:lnTo>
                <a:lnTo>
                  <a:pt x="2233420" y="4713478"/>
                </a:lnTo>
                <a:lnTo>
                  <a:pt x="2207284" y="2895346"/>
                </a:lnTo>
                <a:lnTo>
                  <a:pt x="3395265" y="2342578"/>
                </a:lnTo>
                <a:lnTo>
                  <a:pt x="3923504" y="2096770"/>
                </a:lnTo>
                <a:lnTo>
                  <a:pt x="3966577" y="5094859"/>
                </a:lnTo>
                <a:lnTo>
                  <a:pt x="3966640" y="5094795"/>
                </a:lnTo>
                <a:lnTo>
                  <a:pt x="3966640" y="5094859"/>
                </a:lnTo>
                <a:lnTo>
                  <a:pt x="4083174" y="4598098"/>
                </a:lnTo>
                <a:lnTo>
                  <a:pt x="4426494" y="4531995"/>
                </a:lnTo>
                <a:lnTo>
                  <a:pt x="4915275" y="2598102"/>
                </a:lnTo>
                <a:lnTo>
                  <a:pt x="5313912" y="2528379"/>
                </a:lnTo>
                <a:lnTo>
                  <a:pt x="5912882" y="2423668"/>
                </a:lnTo>
                <a:lnTo>
                  <a:pt x="6037282" y="1652460"/>
                </a:lnTo>
                <a:lnTo>
                  <a:pt x="6134911" y="1047305"/>
                </a:lnTo>
                <a:close/>
                <a:moveTo>
                  <a:pt x="4754779" y="1"/>
                </a:moveTo>
                <a:lnTo>
                  <a:pt x="5687998" y="1"/>
                </a:lnTo>
                <a:lnTo>
                  <a:pt x="5335099" y="1864171"/>
                </a:lnTo>
                <a:lnTo>
                  <a:pt x="4357855" y="2096771"/>
                </a:lnTo>
                <a:close/>
                <a:moveTo>
                  <a:pt x="107588" y="0"/>
                </a:moveTo>
                <a:lnTo>
                  <a:pt x="2582956" y="0"/>
                </a:lnTo>
                <a:lnTo>
                  <a:pt x="2898745" y="258953"/>
                </a:lnTo>
                <a:lnTo>
                  <a:pt x="2792742" y="649034"/>
                </a:lnTo>
                <a:lnTo>
                  <a:pt x="2447772" y="1918781"/>
                </a:lnTo>
                <a:lnTo>
                  <a:pt x="2105594" y="1638237"/>
                </a:lnTo>
                <a:close/>
              </a:path>
            </a:pathLst>
          </a:custGeom>
        </p:spPr>
        <p:txBody>
          <a:bodyPr wrap="square" anchor="ctr">
            <a:noAutofit/>
          </a:bodyPr>
          <a:lstStyle>
            <a:lvl1pPr marL="0" indent="0" algn="ctr">
              <a:buNone/>
              <a:defRPr sz="1400"/>
            </a:lvl1pPr>
          </a:lstStyle>
          <a:p>
            <a:endParaRPr lang="en-US" dirty="0"/>
          </a:p>
        </p:txBody>
      </p:sp>
      <p:sp>
        <p:nvSpPr>
          <p:cNvPr id="12"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_4">
    <p:bg>
      <p:bgPr>
        <a:gradFill>
          <a:gsLst>
            <a:gs pos="100000">
              <a:schemeClr val="accent1"/>
            </a:gs>
            <a:gs pos="0">
              <a:schemeClr val="accent2"/>
            </a:gs>
          </a:gsLst>
          <a:lin ang="18000000" scaled="0"/>
        </a:gradFill>
        <a:effectLst/>
      </p:bgPr>
    </p:bg>
    <p:spTree>
      <p:nvGrpSpPr>
        <p:cNvPr id="1" name=""/>
        <p:cNvGrpSpPr/>
        <p:nvPr/>
      </p:nvGrpSpPr>
      <p:grpSpPr>
        <a:xfrm>
          <a:off x="0" y="0"/>
          <a:ext cx="0" cy="0"/>
          <a:chOff x="0" y="0"/>
          <a:chExt cx="0" cy="0"/>
        </a:xfrm>
      </p:grpSpPr>
      <p:sp>
        <p:nvSpPr>
          <p:cNvPr id="18" name="Picture Placeholder 17"/>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dirty="0"/>
          </a:p>
        </p:txBody>
      </p:sp>
      <p:sp>
        <p:nvSpPr>
          <p:cNvPr id="16"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7"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_5">
    <p:bg>
      <p:bgPr>
        <a:gradFill>
          <a:gsLst>
            <a:gs pos="100000">
              <a:schemeClr val="tx2"/>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dirty="0"/>
          </a:p>
        </p:txBody>
      </p:sp>
      <p:sp>
        <p:nvSpPr>
          <p:cNvPr id="14"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5"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_6">
    <p:bg>
      <p:bgPr>
        <a:gradFill>
          <a:gsLst>
            <a:gs pos="100000">
              <a:schemeClr val="accent4"/>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p:cNvSpPr>
            <a:spLocks noGrp="1"/>
          </p:cNvSpPr>
          <p:nvPr>
            <p:ph type="pic" sz="quarter" idx="11"/>
          </p:nvPr>
        </p:nvSpPr>
        <p:spPr>
          <a:xfrm>
            <a:off x="5816599" y="0"/>
            <a:ext cx="6375402" cy="6858000"/>
          </a:xfrm>
          <a:custGeom>
            <a:avLst/>
            <a:gdLst>
              <a:gd name="connsiteX0" fmla="*/ 1515696 w 6375402"/>
              <a:gd name="connsiteY0" fmla="*/ 6276213 h 6858000"/>
              <a:gd name="connsiteX1" fmla="*/ 2088086 w 6375402"/>
              <a:gd name="connsiteY1" fmla="*/ 6619811 h 6858000"/>
              <a:gd name="connsiteX2" fmla="*/ 2059540 w 6375402"/>
              <a:gd name="connsiteY2" fmla="*/ 6858000 h 6858000"/>
              <a:gd name="connsiteX3" fmla="*/ 1944212 w 6375402"/>
              <a:gd name="connsiteY3" fmla="*/ 6858000 h 6858000"/>
              <a:gd name="connsiteX4" fmla="*/ 1593913 w 6375402"/>
              <a:gd name="connsiteY4" fmla="*/ 6647688 h 6858000"/>
              <a:gd name="connsiteX5" fmla="*/ 1479410 w 6375402"/>
              <a:gd name="connsiteY5" fmla="*/ 6578918 h 6858000"/>
              <a:gd name="connsiteX6" fmla="*/ 902135 w 6375402"/>
              <a:gd name="connsiteY6" fmla="*/ 3720719 h 6858000"/>
              <a:gd name="connsiteX7" fmla="*/ 983588 w 6375402"/>
              <a:gd name="connsiteY7" fmla="*/ 4099941 h 6858000"/>
              <a:gd name="connsiteX8" fmla="*/ 1066817 w 6375402"/>
              <a:gd name="connsiteY8" fmla="*/ 4487482 h 6858000"/>
              <a:gd name="connsiteX9" fmla="*/ 922625 w 6375402"/>
              <a:gd name="connsiteY9" fmla="*/ 4593336 h 6858000"/>
              <a:gd name="connsiteX10" fmla="*/ 778370 w 6375402"/>
              <a:gd name="connsiteY10" fmla="*/ 4699127 h 6858000"/>
              <a:gd name="connsiteX11" fmla="*/ 683341 w 6375402"/>
              <a:gd name="connsiteY11" fmla="*/ 4256596 h 6858000"/>
              <a:gd name="connsiteX12" fmla="*/ 613751 w 6375402"/>
              <a:gd name="connsiteY12" fmla="*/ 3932365 h 6858000"/>
              <a:gd name="connsiteX13" fmla="*/ 384300 w 6375402"/>
              <a:gd name="connsiteY13" fmla="*/ 1588897 h 6858000"/>
              <a:gd name="connsiteX14" fmla="*/ 1297664 w 6375402"/>
              <a:gd name="connsiteY14" fmla="*/ 2921445 h 6858000"/>
              <a:gd name="connsiteX15" fmla="*/ 1222935 w 6375402"/>
              <a:gd name="connsiteY15" fmla="*/ 3043745 h 6858000"/>
              <a:gd name="connsiteX16" fmla="*/ 913300 w 6375402"/>
              <a:gd name="connsiteY16" fmla="*/ 3550729 h 6858000"/>
              <a:gd name="connsiteX17" fmla="*/ 0 w 6375402"/>
              <a:gd name="connsiteY17" fmla="*/ 2218183 h 6858000"/>
              <a:gd name="connsiteX18" fmla="*/ 102641 w 6375402"/>
              <a:gd name="connsiteY18" fmla="*/ 2050098 h 6858000"/>
              <a:gd name="connsiteX19" fmla="*/ 1901455 w 6375402"/>
              <a:gd name="connsiteY19" fmla="*/ 1476439 h 6858000"/>
              <a:gd name="connsiteX20" fmla="*/ 2573060 w 6375402"/>
              <a:gd name="connsiteY20" fmla="*/ 2145729 h 6858000"/>
              <a:gd name="connsiteX21" fmla="*/ 2483551 w 6375402"/>
              <a:gd name="connsiteY21" fmla="*/ 2382075 h 6858000"/>
              <a:gd name="connsiteX22" fmla="*/ 2419734 w 6375402"/>
              <a:gd name="connsiteY22" fmla="*/ 2550604 h 6858000"/>
              <a:gd name="connsiteX23" fmla="*/ 1749587 w 6375402"/>
              <a:gd name="connsiteY23" fmla="*/ 1882712 h 6858000"/>
              <a:gd name="connsiteX24" fmla="*/ 1748128 w 6375402"/>
              <a:gd name="connsiteY24" fmla="*/ 1881252 h 6858000"/>
              <a:gd name="connsiteX25" fmla="*/ 6375402 w 6375402"/>
              <a:gd name="connsiteY25" fmla="*/ 983085 h 6858000"/>
              <a:gd name="connsiteX26" fmla="*/ 6375402 w 6375402"/>
              <a:gd name="connsiteY26" fmla="*/ 2876592 h 6858000"/>
              <a:gd name="connsiteX27" fmla="*/ 6273140 w 6375402"/>
              <a:gd name="connsiteY27" fmla="*/ 2903855 h 6858000"/>
              <a:gd name="connsiteX28" fmla="*/ 5935402 w 6375402"/>
              <a:gd name="connsiteY28" fmla="*/ 4240212 h 6858000"/>
              <a:gd name="connsiteX29" fmla="*/ 5597665 w 6375402"/>
              <a:gd name="connsiteY29" fmla="*/ 5576506 h 6858000"/>
              <a:gd name="connsiteX30" fmla="*/ 5246732 w 6375402"/>
              <a:gd name="connsiteY30" fmla="*/ 5637847 h 6858000"/>
              <a:gd name="connsiteX31" fmla="*/ 4895863 w 6375402"/>
              <a:gd name="connsiteY31" fmla="*/ 5699188 h 6858000"/>
              <a:gd name="connsiteX32" fmla="*/ 4632537 w 6375402"/>
              <a:gd name="connsiteY32" fmla="*/ 6821233 h 6858000"/>
              <a:gd name="connsiteX33" fmla="*/ 4441402 w 6375402"/>
              <a:gd name="connsiteY33" fmla="*/ 6858000 h 6858000"/>
              <a:gd name="connsiteX34" fmla="*/ 3552779 w 6375402"/>
              <a:gd name="connsiteY34" fmla="*/ 6858000 h 6858000"/>
              <a:gd name="connsiteX35" fmla="*/ 3660938 w 6375402"/>
              <a:gd name="connsiteY35" fmla="*/ 6397244 h 6858000"/>
              <a:gd name="connsiteX36" fmla="*/ 2670753 w 6375402"/>
              <a:gd name="connsiteY36" fmla="*/ 6858000 h 6858000"/>
              <a:gd name="connsiteX37" fmla="*/ 2264250 w 6375402"/>
              <a:gd name="connsiteY37" fmla="*/ 6858000 h 6858000"/>
              <a:gd name="connsiteX38" fmla="*/ 2233420 w 6375402"/>
              <a:gd name="connsiteY38" fmla="*/ 4713478 h 6858000"/>
              <a:gd name="connsiteX39" fmla="*/ 2207284 w 6375402"/>
              <a:gd name="connsiteY39" fmla="*/ 2895346 h 6858000"/>
              <a:gd name="connsiteX40" fmla="*/ 3395265 w 6375402"/>
              <a:gd name="connsiteY40" fmla="*/ 2342578 h 6858000"/>
              <a:gd name="connsiteX41" fmla="*/ 3923504 w 6375402"/>
              <a:gd name="connsiteY41" fmla="*/ 2096770 h 6858000"/>
              <a:gd name="connsiteX42" fmla="*/ 3966577 w 6375402"/>
              <a:gd name="connsiteY42" fmla="*/ 5094859 h 6858000"/>
              <a:gd name="connsiteX43" fmla="*/ 3966640 w 6375402"/>
              <a:gd name="connsiteY43" fmla="*/ 5094795 h 6858000"/>
              <a:gd name="connsiteX44" fmla="*/ 3966640 w 6375402"/>
              <a:gd name="connsiteY44" fmla="*/ 5094859 h 6858000"/>
              <a:gd name="connsiteX45" fmla="*/ 4083174 w 6375402"/>
              <a:gd name="connsiteY45" fmla="*/ 4598098 h 6858000"/>
              <a:gd name="connsiteX46" fmla="*/ 4426494 w 6375402"/>
              <a:gd name="connsiteY46" fmla="*/ 4531995 h 6858000"/>
              <a:gd name="connsiteX47" fmla="*/ 4915275 w 6375402"/>
              <a:gd name="connsiteY47" fmla="*/ 2598102 h 6858000"/>
              <a:gd name="connsiteX48" fmla="*/ 5313912 w 6375402"/>
              <a:gd name="connsiteY48" fmla="*/ 2528379 h 6858000"/>
              <a:gd name="connsiteX49" fmla="*/ 5912882 w 6375402"/>
              <a:gd name="connsiteY49" fmla="*/ 2423668 h 6858000"/>
              <a:gd name="connsiteX50" fmla="*/ 6037282 w 6375402"/>
              <a:gd name="connsiteY50" fmla="*/ 1652460 h 6858000"/>
              <a:gd name="connsiteX51" fmla="*/ 6134911 w 6375402"/>
              <a:gd name="connsiteY51" fmla="*/ 1047305 h 6858000"/>
              <a:gd name="connsiteX52" fmla="*/ 4754779 w 6375402"/>
              <a:gd name="connsiteY52" fmla="*/ 1 h 6858000"/>
              <a:gd name="connsiteX53" fmla="*/ 5687998 w 6375402"/>
              <a:gd name="connsiteY53" fmla="*/ 1 h 6858000"/>
              <a:gd name="connsiteX54" fmla="*/ 5335099 w 6375402"/>
              <a:gd name="connsiteY54" fmla="*/ 1864171 h 6858000"/>
              <a:gd name="connsiteX55" fmla="*/ 4357855 w 6375402"/>
              <a:gd name="connsiteY55" fmla="*/ 2096771 h 6858000"/>
              <a:gd name="connsiteX56" fmla="*/ 107588 w 6375402"/>
              <a:gd name="connsiteY56" fmla="*/ 0 h 6858000"/>
              <a:gd name="connsiteX57" fmla="*/ 2582956 w 6375402"/>
              <a:gd name="connsiteY57" fmla="*/ 0 h 6858000"/>
              <a:gd name="connsiteX58" fmla="*/ 2898745 w 6375402"/>
              <a:gd name="connsiteY58" fmla="*/ 258953 h 6858000"/>
              <a:gd name="connsiteX59" fmla="*/ 2792742 w 6375402"/>
              <a:gd name="connsiteY59" fmla="*/ 649034 h 6858000"/>
              <a:gd name="connsiteX60" fmla="*/ 2447772 w 6375402"/>
              <a:gd name="connsiteY60" fmla="*/ 1918781 h 6858000"/>
              <a:gd name="connsiteX61" fmla="*/ 2105594 w 6375402"/>
              <a:gd name="connsiteY61" fmla="*/ 163823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6375402" h="6858000">
                <a:moveTo>
                  <a:pt x="1515696" y="6276213"/>
                </a:moveTo>
                <a:lnTo>
                  <a:pt x="2088086" y="6619811"/>
                </a:lnTo>
                <a:lnTo>
                  <a:pt x="2059540" y="6858000"/>
                </a:lnTo>
                <a:lnTo>
                  <a:pt x="1944212" y="6858000"/>
                </a:lnTo>
                <a:lnTo>
                  <a:pt x="1593913" y="6647688"/>
                </a:lnTo>
                <a:lnTo>
                  <a:pt x="1479410" y="6578918"/>
                </a:lnTo>
                <a:close/>
                <a:moveTo>
                  <a:pt x="902135" y="3720719"/>
                </a:moveTo>
                <a:lnTo>
                  <a:pt x="983588" y="4099941"/>
                </a:lnTo>
                <a:lnTo>
                  <a:pt x="1066817" y="4487482"/>
                </a:lnTo>
                <a:lnTo>
                  <a:pt x="922625" y="4593336"/>
                </a:lnTo>
                <a:lnTo>
                  <a:pt x="778370" y="4699127"/>
                </a:lnTo>
                <a:lnTo>
                  <a:pt x="683341" y="4256596"/>
                </a:lnTo>
                <a:lnTo>
                  <a:pt x="613751" y="3932365"/>
                </a:lnTo>
                <a:close/>
                <a:moveTo>
                  <a:pt x="384300" y="1588897"/>
                </a:moveTo>
                <a:lnTo>
                  <a:pt x="1297664" y="2921445"/>
                </a:lnTo>
                <a:lnTo>
                  <a:pt x="1222935" y="3043745"/>
                </a:lnTo>
                <a:lnTo>
                  <a:pt x="913300" y="3550729"/>
                </a:lnTo>
                <a:lnTo>
                  <a:pt x="0" y="2218183"/>
                </a:lnTo>
                <a:lnTo>
                  <a:pt x="102641" y="2050098"/>
                </a:lnTo>
                <a:close/>
                <a:moveTo>
                  <a:pt x="1901455" y="1476439"/>
                </a:moveTo>
                <a:lnTo>
                  <a:pt x="2573060" y="2145729"/>
                </a:lnTo>
                <a:lnTo>
                  <a:pt x="2483551" y="2382075"/>
                </a:lnTo>
                <a:lnTo>
                  <a:pt x="2419734" y="2550604"/>
                </a:lnTo>
                <a:lnTo>
                  <a:pt x="1749587" y="1882712"/>
                </a:lnTo>
                <a:lnTo>
                  <a:pt x="1748128" y="1881252"/>
                </a:lnTo>
                <a:close/>
                <a:moveTo>
                  <a:pt x="6375402" y="983085"/>
                </a:moveTo>
                <a:lnTo>
                  <a:pt x="6375402" y="2876592"/>
                </a:lnTo>
                <a:lnTo>
                  <a:pt x="6273140" y="2903855"/>
                </a:lnTo>
                <a:lnTo>
                  <a:pt x="5935402" y="4240212"/>
                </a:lnTo>
                <a:lnTo>
                  <a:pt x="5597665" y="5576506"/>
                </a:lnTo>
                <a:lnTo>
                  <a:pt x="5246732" y="5637847"/>
                </a:lnTo>
                <a:lnTo>
                  <a:pt x="4895863" y="5699188"/>
                </a:lnTo>
                <a:lnTo>
                  <a:pt x="4632537" y="6821233"/>
                </a:lnTo>
                <a:lnTo>
                  <a:pt x="4441402" y="6858000"/>
                </a:lnTo>
                <a:lnTo>
                  <a:pt x="3552779" y="6858000"/>
                </a:lnTo>
                <a:lnTo>
                  <a:pt x="3660938" y="6397244"/>
                </a:lnTo>
                <a:lnTo>
                  <a:pt x="2670753" y="6858000"/>
                </a:lnTo>
                <a:lnTo>
                  <a:pt x="2264250" y="6858000"/>
                </a:lnTo>
                <a:lnTo>
                  <a:pt x="2233420" y="4713478"/>
                </a:lnTo>
                <a:lnTo>
                  <a:pt x="2207284" y="2895346"/>
                </a:lnTo>
                <a:lnTo>
                  <a:pt x="3395265" y="2342578"/>
                </a:lnTo>
                <a:lnTo>
                  <a:pt x="3923504" y="2096770"/>
                </a:lnTo>
                <a:lnTo>
                  <a:pt x="3966577" y="5094859"/>
                </a:lnTo>
                <a:lnTo>
                  <a:pt x="3966640" y="5094795"/>
                </a:lnTo>
                <a:lnTo>
                  <a:pt x="3966640" y="5094859"/>
                </a:lnTo>
                <a:lnTo>
                  <a:pt x="4083174" y="4598098"/>
                </a:lnTo>
                <a:lnTo>
                  <a:pt x="4426494" y="4531995"/>
                </a:lnTo>
                <a:lnTo>
                  <a:pt x="4915275" y="2598102"/>
                </a:lnTo>
                <a:lnTo>
                  <a:pt x="5313912" y="2528379"/>
                </a:lnTo>
                <a:lnTo>
                  <a:pt x="5912882" y="2423668"/>
                </a:lnTo>
                <a:lnTo>
                  <a:pt x="6037282" y="1652460"/>
                </a:lnTo>
                <a:lnTo>
                  <a:pt x="6134911" y="1047305"/>
                </a:lnTo>
                <a:close/>
                <a:moveTo>
                  <a:pt x="4754779" y="1"/>
                </a:moveTo>
                <a:lnTo>
                  <a:pt x="5687998" y="1"/>
                </a:lnTo>
                <a:lnTo>
                  <a:pt x="5335099" y="1864171"/>
                </a:lnTo>
                <a:lnTo>
                  <a:pt x="4357855" y="2096771"/>
                </a:lnTo>
                <a:close/>
                <a:moveTo>
                  <a:pt x="107588" y="0"/>
                </a:moveTo>
                <a:lnTo>
                  <a:pt x="2582956" y="0"/>
                </a:lnTo>
                <a:lnTo>
                  <a:pt x="2898745" y="258953"/>
                </a:lnTo>
                <a:lnTo>
                  <a:pt x="2792742" y="649034"/>
                </a:lnTo>
                <a:lnTo>
                  <a:pt x="2447772" y="1918781"/>
                </a:lnTo>
                <a:lnTo>
                  <a:pt x="2105594" y="1638237"/>
                </a:lnTo>
                <a:close/>
              </a:path>
            </a:pathLst>
          </a:custGeom>
        </p:spPr>
        <p:txBody>
          <a:bodyPr wrap="square" anchor="ctr">
            <a:noAutofit/>
          </a:bodyPr>
          <a:lstStyle>
            <a:lvl1pPr marL="0" indent="0" algn="ctr">
              <a:buNone/>
              <a:defRPr sz="1400"/>
            </a:lvl1pPr>
          </a:lstStyle>
          <a:p>
            <a:endParaRPr lang="en-US" dirty="0"/>
          </a:p>
        </p:txBody>
      </p:sp>
      <p:sp>
        <p:nvSpPr>
          <p:cNvPr id="14"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5"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_7">
    <p:bg>
      <p:bgPr>
        <a:gradFill>
          <a:gsLst>
            <a:gs pos="100000">
              <a:schemeClr val="accent1"/>
            </a:gs>
            <a:gs pos="0">
              <a:schemeClr val="accent4"/>
            </a:gs>
          </a:gsLst>
          <a:lin ang="18000000" scaled="0"/>
        </a:gradFill>
        <a:effectLst/>
      </p:bgPr>
    </p:bg>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dirty="0"/>
          </a:p>
        </p:txBody>
      </p:sp>
      <p:sp>
        <p:nvSpPr>
          <p:cNvPr id="12"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_8">
    <p:bg>
      <p:bgPr>
        <a:gradFill>
          <a:gsLst>
            <a:gs pos="100000">
              <a:schemeClr val="accent4"/>
            </a:gs>
            <a:gs pos="0">
              <a:schemeClr val="accent2"/>
            </a:gs>
          </a:gsLst>
          <a:lin ang="18000000" scaled="0"/>
        </a:gradFill>
        <a:effectLst/>
      </p:bgPr>
    </p:bg>
    <p:spTree>
      <p:nvGrpSpPr>
        <p:cNvPr id="1" name=""/>
        <p:cNvGrpSpPr/>
        <p:nvPr/>
      </p:nvGrpSpPr>
      <p:grpSpPr>
        <a:xfrm>
          <a:off x="0" y="0"/>
          <a:ext cx="0" cy="0"/>
          <a:chOff x="0" y="0"/>
          <a:chExt cx="0" cy="0"/>
        </a:xfrm>
      </p:grpSpPr>
      <p:sp>
        <p:nvSpPr>
          <p:cNvPr id="15" name="Picture Placeholder 14"/>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dirty="0"/>
          </a:p>
        </p:txBody>
      </p:sp>
      <p:sp>
        <p:nvSpPr>
          <p:cNvPr id="13"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4"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
    <p:spTree>
      <p:nvGrpSpPr>
        <p:cNvPr id="1" name=""/>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s List 2">
    <p:spTree>
      <p:nvGrpSpPr>
        <p:cNvPr id="1" name=""/>
        <p:cNvGrpSpPr/>
        <p:nvPr/>
      </p:nvGrpSpPr>
      <p:grpSpPr>
        <a:xfrm>
          <a:off x="0" y="0"/>
          <a:ext cx="0" cy="0"/>
          <a:chOff x="0" y="0"/>
          <a:chExt cx="0" cy="0"/>
        </a:xfrm>
      </p:grpSpPr>
      <p:sp>
        <p:nvSpPr>
          <p:cNvPr id="17" name="Content Placeholder 16"/>
          <p:cNvSpPr>
            <a:spLocks noGrp="1"/>
          </p:cNvSpPr>
          <p:nvPr>
            <p:ph idx="15"/>
          </p:nvPr>
        </p:nvSpPr>
        <p:spPr>
          <a:xfrm>
            <a:off x="381000" y="160115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sz="1400" baseline="0">
                <a:solidFill>
                  <a:schemeClr val="tx1"/>
                </a:solidFill>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0"/>
            <a:r>
              <a:rPr lang="en-GB"/>
              <a:t>Click to edit Master text styles</a:t>
            </a:r>
          </a:p>
        </p:txBody>
      </p:sp>
      <p:sp>
        <p:nvSpPr>
          <p:cNvPr id="12" name="Text Placeholder 11"/>
          <p:cNvSpPr>
            <a:spLocks noGrp="1"/>
          </p:cNvSpPr>
          <p:nvPr>
            <p:ph type="body" sz="quarter" idx="10" hasCustomPrompt="1"/>
          </p:nvPr>
        </p:nvSpPr>
        <p:spPr>
          <a:xfrm>
            <a:off x="587106" y="1509712"/>
            <a:ext cx="731520" cy="548640"/>
          </a:xfrm>
          <a:prstGeom prst="flowChartInputOutput">
            <a:avLst/>
          </a:prstGeom>
          <a:solidFill>
            <a:schemeClr val="tx2"/>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18" name="Content Placeholder 17"/>
          <p:cNvSpPr>
            <a:spLocks noGrp="1"/>
          </p:cNvSpPr>
          <p:nvPr>
            <p:ph idx="16"/>
          </p:nvPr>
        </p:nvSpPr>
        <p:spPr>
          <a:xfrm>
            <a:off x="381000" y="228374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19" name="Text Placeholder 11"/>
          <p:cNvSpPr>
            <a:spLocks noGrp="1"/>
          </p:cNvSpPr>
          <p:nvPr>
            <p:ph type="body" sz="quarter" idx="17" hasCustomPrompt="1"/>
          </p:nvPr>
        </p:nvSpPr>
        <p:spPr>
          <a:xfrm>
            <a:off x="587106" y="2192302"/>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6" name="Content Placeholder 25"/>
          <p:cNvSpPr>
            <a:spLocks noGrp="1"/>
          </p:cNvSpPr>
          <p:nvPr>
            <p:ph idx="22"/>
          </p:nvPr>
        </p:nvSpPr>
        <p:spPr>
          <a:xfrm>
            <a:off x="381000" y="296633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21" name="Text Placeholder 11"/>
          <p:cNvSpPr>
            <a:spLocks noGrp="1"/>
          </p:cNvSpPr>
          <p:nvPr>
            <p:ph type="body" sz="quarter" idx="19" hasCustomPrompt="1"/>
          </p:nvPr>
        </p:nvSpPr>
        <p:spPr>
          <a:xfrm>
            <a:off x="587106" y="2874892"/>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7" name="Content Placeholder 26"/>
          <p:cNvSpPr>
            <a:spLocks noGrp="1"/>
          </p:cNvSpPr>
          <p:nvPr>
            <p:ph idx="23"/>
          </p:nvPr>
        </p:nvSpPr>
        <p:spPr>
          <a:xfrm>
            <a:off x="381000" y="364892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23" name="Text Placeholder 11"/>
          <p:cNvSpPr>
            <a:spLocks noGrp="1"/>
          </p:cNvSpPr>
          <p:nvPr>
            <p:ph type="body" sz="quarter" idx="21" hasCustomPrompt="1"/>
          </p:nvPr>
        </p:nvSpPr>
        <p:spPr>
          <a:xfrm>
            <a:off x="587106" y="3557482"/>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 name="Title 1"/>
          <p:cNvSpPr>
            <a:spLocks noGrp="1"/>
          </p:cNvSpPr>
          <p:nvPr>
            <p:ph type="title"/>
          </p:nvPr>
        </p:nvSpPr>
        <p:spPr/>
        <p:txBody>
          <a:bodyPr/>
          <a:lstStyle/>
          <a:p>
            <a:r>
              <a:rPr lang="en-US"/>
              <a:t>Click to edit Master title style</a:t>
            </a:r>
            <a:endParaRPr lang="en-IN"/>
          </a:p>
        </p:txBody>
      </p:sp>
      <p:sp>
        <p:nvSpPr>
          <p:cNvPr id="14" name="Content Placeholder 25"/>
          <p:cNvSpPr>
            <a:spLocks noGrp="1"/>
          </p:cNvSpPr>
          <p:nvPr>
            <p:ph idx="24"/>
          </p:nvPr>
        </p:nvSpPr>
        <p:spPr>
          <a:xfrm>
            <a:off x="381000" y="433151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15" name="Text Placeholder 11"/>
          <p:cNvSpPr>
            <a:spLocks noGrp="1"/>
          </p:cNvSpPr>
          <p:nvPr>
            <p:ph type="body" sz="quarter" idx="25" hasCustomPrompt="1"/>
          </p:nvPr>
        </p:nvSpPr>
        <p:spPr>
          <a:xfrm>
            <a:off x="587106" y="4240072"/>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16" name="Content Placeholder 26"/>
          <p:cNvSpPr>
            <a:spLocks noGrp="1"/>
          </p:cNvSpPr>
          <p:nvPr>
            <p:ph idx="26"/>
          </p:nvPr>
        </p:nvSpPr>
        <p:spPr>
          <a:xfrm>
            <a:off x="381000" y="501410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dirty="0"/>
              <a:t>Click to edit Master text styles</a:t>
            </a:r>
          </a:p>
        </p:txBody>
      </p:sp>
      <p:sp>
        <p:nvSpPr>
          <p:cNvPr id="20" name="Text Placeholder 11"/>
          <p:cNvSpPr>
            <a:spLocks noGrp="1"/>
          </p:cNvSpPr>
          <p:nvPr>
            <p:ph type="body" sz="quarter" idx="27" hasCustomPrompt="1"/>
          </p:nvPr>
        </p:nvSpPr>
        <p:spPr>
          <a:xfrm>
            <a:off x="587106" y="4922662"/>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3" name="Content Placeholder 26"/>
          <p:cNvSpPr>
            <a:spLocks noGrp="1"/>
          </p:cNvSpPr>
          <p:nvPr>
            <p:ph idx="28"/>
          </p:nvPr>
        </p:nvSpPr>
        <p:spPr>
          <a:xfrm>
            <a:off x="396875" y="5696691"/>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dirty="0"/>
              <a:t>Click to edit Master text styles</a:t>
            </a:r>
          </a:p>
        </p:txBody>
      </p:sp>
      <p:sp>
        <p:nvSpPr>
          <p:cNvPr id="4" name="Text Placeholder 11"/>
          <p:cNvSpPr>
            <a:spLocks noGrp="1"/>
          </p:cNvSpPr>
          <p:nvPr>
            <p:ph type="body" sz="quarter" idx="29" hasCustomPrompt="1"/>
          </p:nvPr>
        </p:nvSpPr>
        <p:spPr>
          <a:xfrm>
            <a:off x="602981" y="5605251"/>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and Sub-head">
    <p:spTree>
      <p:nvGrpSpPr>
        <p:cNvPr id="1" name=""/>
        <p:cNvGrpSpPr/>
        <p:nvPr/>
      </p:nvGrpSpPr>
      <p:grpSpPr>
        <a:xfrm>
          <a:off x="0" y="0"/>
          <a:ext cx="0" cy="0"/>
          <a:chOff x="0" y="0"/>
          <a:chExt cx="0" cy="0"/>
        </a:xfrm>
      </p:grpSpPr>
      <p:sp>
        <p:nvSpPr>
          <p:cNvPr id="3" name="Text Placeholder 4"/>
          <p:cNvSpPr>
            <a:spLocks noGrp="1"/>
          </p:cNvSpPr>
          <p:nvPr>
            <p:ph type="body" sz="quarter" idx="10" hasCustomPrompt="1"/>
          </p:nvPr>
        </p:nvSpPr>
        <p:spPr>
          <a:xfrm>
            <a:off x="381000" y="1170535"/>
            <a:ext cx="11430000" cy="446088"/>
          </a:xfrm>
        </p:spPr>
        <p:txBody>
          <a:bodyPr anchor="ctr">
            <a:noAutofit/>
          </a:bodyPr>
          <a:lstStyle>
            <a:lvl1pPr marL="0" indent="0">
              <a:buNone/>
              <a:defRPr sz="1600"/>
            </a:lvl1pPr>
          </a:lstStyle>
          <a:p>
            <a:pPr lvl="0"/>
            <a:r>
              <a:rPr lang="en-GB"/>
              <a:t>Optional sub-head</a:t>
            </a:r>
            <a:endParaRPr lang="en-US"/>
          </a:p>
        </p:txBody>
      </p:sp>
      <p:sp>
        <p:nvSpPr>
          <p:cNvPr id="14" name="Title 13"/>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Full Width Content">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4" name="Text Placeholder 2"/>
          <p:cNvSpPr>
            <a:spLocks noGrp="1"/>
          </p:cNvSpPr>
          <p:nvPr>
            <p:ph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1749425"/>
            <a:ext cx="11430000" cy="44100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dirty="0"/>
              <a:t>Optional sub-head</a:t>
            </a:r>
            <a:endParaRPr lang="en-US" dirty="0"/>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4" name="Text Placeholder 2"/>
          <p:cNvSpPr>
            <a:spLocks noGrp="1"/>
          </p:cNvSpPr>
          <p:nvPr>
            <p:ph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4" name="Text Placeholder 2"/>
          <p:cNvSpPr>
            <a:spLocks noGrp="1"/>
          </p:cNvSpPr>
          <p:nvPr>
            <p:ph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4" name="Text Placeholder 2"/>
          <p:cNvSpPr>
            <a:spLocks noGrp="1"/>
          </p:cNvSpPr>
          <p:nvPr>
            <p:ph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5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4" name="Text Placeholder 2"/>
          <p:cNvSpPr>
            <a:spLocks noGrp="1"/>
          </p:cNvSpPr>
          <p:nvPr>
            <p:ph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4" name="Content Placeholder 3"/>
          <p:cNvSpPr>
            <a:spLocks noGrp="1"/>
          </p:cNvSpPr>
          <p:nvPr>
            <p:ph sz="half" idx="2"/>
          </p:nvPr>
        </p:nvSpPr>
        <p:spPr>
          <a:xfrm>
            <a:off x="6184632" y="1749425"/>
            <a:ext cx="5626368" cy="4410075"/>
          </a:xfrm>
        </p:spPr>
        <p:txBody>
          <a:bodyPr lIns="90000">
            <a:norm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383908" y="1749425"/>
            <a:ext cx="5626368" cy="4410075"/>
          </a:xfrm>
        </p:spPr>
        <p:txBody>
          <a:bodyPr lIns="90000">
            <a:normAutofit/>
          </a:bodyPr>
          <a:lstStyle>
            <a:lvl1pPr>
              <a:defRPr sz="1200"/>
            </a:lvl1pPr>
            <a:lvl2pPr>
              <a:defRPr sz="1200"/>
            </a:lvl2pPr>
            <a:lvl3pPr>
              <a:defRPr sz="1200"/>
            </a:lvl3pPr>
            <a:lvl4pPr>
              <a:defRPr sz="1200"/>
            </a:lvl4pPr>
            <a:lvl5pPr>
              <a:defRPr sz="12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with Chart">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5" name="Text Placeholder 14"/>
          <p:cNvSpPr>
            <a:spLocks noGrp="1"/>
          </p:cNvSpPr>
          <p:nvPr>
            <p:ph type="body" sz="quarter" idx="30"/>
          </p:nvPr>
        </p:nvSpPr>
        <p:spPr>
          <a:xfrm>
            <a:off x="381000" y="1749425"/>
            <a:ext cx="11430000" cy="457200"/>
          </a:xfrm>
          <a:prstGeom prst="parallelogram">
            <a:avLst/>
          </a:prstGeom>
          <a:solidFill>
            <a:schemeClr val="bg2"/>
          </a:solidFill>
        </p:spPr>
        <p:txBody>
          <a:bodyPr wrap="none" lIns="0" tIns="45720" rIns="228600" bIns="45720" anchor="ctr">
            <a:noAutofit/>
          </a:bodyPr>
          <a:lstStyle>
            <a:lvl1pPr marL="0" indent="0">
              <a:lnSpc>
                <a:spcPct val="100000"/>
              </a:lnSpc>
              <a:spcBef>
                <a:spcPts val="0"/>
              </a:spcBef>
              <a:buNone/>
              <a:defRPr sz="1400" b="1" baseline="0">
                <a:solidFill>
                  <a:schemeClr val="bg2"/>
                </a:solidFill>
              </a:defRPr>
            </a:lvl1pPr>
          </a:lstStyle>
          <a:p>
            <a:pPr lvl="0"/>
            <a:endParaRPr lang="en-US" dirty="0"/>
          </a:p>
        </p:txBody>
      </p:sp>
      <p:sp>
        <p:nvSpPr>
          <p:cNvPr id="2" name="Title 1"/>
          <p:cNvSpPr>
            <a:spLocks noGrp="1"/>
          </p:cNvSpPr>
          <p:nvPr>
            <p:ph type="title"/>
          </p:nvPr>
        </p:nvSpPr>
        <p:spPr/>
        <p:txBody>
          <a:bodyPr/>
          <a:lstStyle/>
          <a:p>
            <a:r>
              <a:rPr lang="en-US"/>
              <a:t>Click to edit Master title style</a:t>
            </a:r>
            <a:endParaRPr lang="en-IN"/>
          </a:p>
        </p:txBody>
      </p:sp>
      <p:sp>
        <p:nvSpPr>
          <p:cNvPr id="14" name="Chart Placeholder 13"/>
          <p:cNvSpPr>
            <a:spLocks noGrp="1"/>
          </p:cNvSpPr>
          <p:nvPr>
            <p:ph type="chart" sz="quarter" idx="12"/>
          </p:nvPr>
        </p:nvSpPr>
        <p:spPr>
          <a:xfrm>
            <a:off x="381000" y="2305879"/>
            <a:ext cx="11430000" cy="3853622"/>
          </a:xfrm>
        </p:spPr>
        <p:txBody>
          <a:bodyPr anchor="ctr">
            <a:normAutofit/>
          </a:bodyPr>
          <a:lstStyle>
            <a:lvl1pPr marL="0" indent="0" algn="ctr">
              <a:buNone/>
              <a:defRPr sz="1200" baseline="0"/>
            </a:lvl1pPr>
          </a:lstStyle>
          <a:p>
            <a:endParaRPr lang="en-GB" dirty="0"/>
          </a:p>
        </p:txBody>
      </p:sp>
      <p:sp>
        <p:nvSpPr>
          <p:cNvPr id="6" name="Text Placeholder 6"/>
          <p:cNvSpPr>
            <a:spLocks noGrp="1"/>
          </p:cNvSpPr>
          <p:nvPr>
            <p:ph type="body" sz="quarter" idx="21"/>
          </p:nvPr>
        </p:nvSpPr>
        <p:spPr>
          <a:xfrm>
            <a:off x="519994" y="1749425"/>
            <a:ext cx="11135977" cy="457200"/>
          </a:xfrm>
          <a:noFill/>
          <a:ln>
            <a:noFill/>
          </a:ln>
        </p:spPr>
        <p:txBody>
          <a:bodyPr anchor="ctr">
            <a:noAutofit/>
          </a:bodyPr>
          <a:lstStyle>
            <a:lvl1pPr marL="0" indent="0" algn="l">
              <a:buNone/>
              <a:defRPr sz="1400" b="1" i="0" baseline="0">
                <a:solidFill>
                  <a:schemeClr val="bg1"/>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endParaRPr lang="en-US" dirty="0"/>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part process">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9" name="Text Placeholder 33"/>
          <p:cNvSpPr>
            <a:spLocks noGrp="1"/>
          </p:cNvSpPr>
          <p:nvPr>
            <p:ph type="body" sz="quarter" idx="17" hasCustomPrompt="1"/>
          </p:nvPr>
        </p:nvSpPr>
        <p:spPr>
          <a:xfrm>
            <a:off x="381000"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0" name="Text Placeholder 7"/>
          <p:cNvSpPr>
            <a:spLocks noGrp="1"/>
          </p:cNvSpPr>
          <p:nvPr>
            <p:ph type="body" sz="quarter" idx="18" hasCustomPrompt="1"/>
          </p:nvPr>
        </p:nvSpPr>
        <p:spPr>
          <a:xfrm>
            <a:off x="952500"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dirty="0"/>
              <a:t>Header</a:t>
            </a:r>
          </a:p>
        </p:txBody>
      </p:sp>
      <p:sp>
        <p:nvSpPr>
          <p:cNvPr id="15" name="Text Placeholder 33"/>
          <p:cNvSpPr>
            <a:spLocks noGrp="1"/>
          </p:cNvSpPr>
          <p:nvPr userDrawn="1">
            <p:ph type="body" sz="quarter" idx="19" hasCustomPrompt="1"/>
          </p:nvPr>
        </p:nvSpPr>
        <p:spPr>
          <a:xfrm>
            <a:off x="4338372"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6" name="Text Placeholder 7"/>
          <p:cNvSpPr>
            <a:spLocks noGrp="1"/>
          </p:cNvSpPr>
          <p:nvPr userDrawn="1">
            <p:ph type="body" sz="quarter" idx="20" hasCustomPrompt="1"/>
          </p:nvPr>
        </p:nvSpPr>
        <p:spPr>
          <a:xfrm>
            <a:off x="4909872"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a:t>Header</a:t>
            </a:r>
          </a:p>
        </p:txBody>
      </p:sp>
      <p:sp>
        <p:nvSpPr>
          <p:cNvPr id="17" name="Text Placeholder 33"/>
          <p:cNvSpPr>
            <a:spLocks noGrp="1"/>
          </p:cNvSpPr>
          <p:nvPr userDrawn="1">
            <p:ph type="body" sz="quarter" idx="21" hasCustomPrompt="1"/>
          </p:nvPr>
        </p:nvSpPr>
        <p:spPr>
          <a:xfrm>
            <a:off x="8295746"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8" name="Text Placeholder 7"/>
          <p:cNvSpPr>
            <a:spLocks noGrp="1"/>
          </p:cNvSpPr>
          <p:nvPr userDrawn="1">
            <p:ph type="body" sz="quarter" idx="22" hasCustomPrompt="1"/>
          </p:nvPr>
        </p:nvSpPr>
        <p:spPr>
          <a:xfrm>
            <a:off x="8867246"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a:t>Header</a:t>
            </a:r>
          </a:p>
        </p:txBody>
      </p:sp>
      <p:sp>
        <p:nvSpPr>
          <p:cNvPr id="25" name="Text Placeholder 7"/>
          <p:cNvSpPr>
            <a:spLocks noGrp="1"/>
          </p:cNvSpPr>
          <p:nvPr>
            <p:ph type="body" sz="quarter" idx="24"/>
          </p:nvPr>
        </p:nvSpPr>
        <p:spPr>
          <a:xfrm>
            <a:off x="411956"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dirty="0"/>
          </a:p>
        </p:txBody>
      </p:sp>
      <p:sp>
        <p:nvSpPr>
          <p:cNvPr id="26" name="Text Placeholder 33"/>
          <p:cNvSpPr>
            <a:spLocks noGrp="1"/>
          </p:cNvSpPr>
          <p:nvPr>
            <p:ph type="body" sz="quarter" idx="25" hasCustomPrompt="1"/>
          </p:nvPr>
        </p:nvSpPr>
        <p:spPr>
          <a:xfrm>
            <a:off x="381000"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31" name="Text Placeholder 7"/>
          <p:cNvSpPr>
            <a:spLocks noGrp="1"/>
          </p:cNvSpPr>
          <p:nvPr>
            <p:ph type="body" sz="quarter" idx="26"/>
          </p:nvPr>
        </p:nvSpPr>
        <p:spPr>
          <a:xfrm>
            <a:off x="4369328"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a:p>
        </p:txBody>
      </p:sp>
      <p:sp>
        <p:nvSpPr>
          <p:cNvPr id="32" name="Text Placeholder 33"/>
          <p:cNvSpPr>
            <a:spLocks noGrp="1"/>
          </p:cNvSpPr>
          <p:nvPr>
            <p:ph type="body" sz="quarter" idx="27" hasCustomPrompt="1"/>
          </p:nvPr>
        </p:nvSpPr>
        <p:spPr>
          <a:xfrm>
            <a:off x="4338372"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33" name="Text Placeholder 7"/>
          <p:cNvSpPr>
            <a:spLocks noGrp="1"/>
          </p:cNvSpPr>
          <p:nvPr>
            <p:ph type="body" sz="quarter" idx="28"/>
          </p:nvPr>
        </p:nvSpPr>
        <p:spPr>
          <a:xfrm>
            <a:off x="8326700"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a:p>
        </p:txBody>
      </p:sp>
      <p:sp>
        <p:nvSpPr>
          <p:cNvPr id="34" name="Text Placeholder 33"/>
          <p:cNvSpPr>
            <a:spLocks noGrp="1"/>
          </p:cNvSpPr>
          <p:nvPr>
            <p:ph type="body" sz="quarter" idx="29" hasCustomPrompt="1"/>
          </p:nvPr>
        </p:nvSpPr>
        <p:spPr>
          <a:xfrm>
            <a:off x="8295744"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2" name="Title 1"/>
          <p:cNvSpPr>
            <a:spLocks noGrp="1"/>
          </p:cNvSpPr>
          <p:nvPr>
            <p:ph type="title"/>
          </p:nvPr>
        </p:nvSpPr>
        <p:spPr/>
        <p:txBody>
          <a:bodyPr>
            <a:noAutofit/>
          </a:bodyPr>
          <a:lstStyle/>
          <a:p>
            <a:r>
              <a:rPr lang="en-US"/>
              <a:t>Click to edit Master title style</a:t>
            </a:r>
            <a:endParaRPr lang="en-IN"/>
          </a:p>
        </p:txBody>
      </p:sp>
      <p:sp>
        <p:nvSpPr>
          <p:cNvPr id="20" name="Text Placeholder 33"/>
          <p:cNvSpPr>
            <a:spLocks noGrp="1"/>
          </p:cNvSpPr>
          <p:nvPr>
            <p:ph type="body" sz="quarter" idx="32" hasCustomPrompt="1"/>
          </p:nvPr>
        </p:nvSpPr>
        <p:spPr>
          <a:xfrm rot="5400000" flipH="1">
            <a:off x="3834606" y="3562070"/>
            <a:ext cx="565416" cy="146344"/>
          </a:xfrm>
          <a:prstGeom prst="triangle">
            <a:avLst/>
          </a:prstGeom>
          <a:solidFill>
            <a:srgbClr val="FFDFEA"/>
          </a:solidFill>
        </p:spPr>
        <p:txBody>
          <a:bodyPr anchor="ctr">
            <a:noAutofit/>
          </a:bodyPr>
          <a:lstStyle>
            <a:lvl1pPr marL="0" indent="0" algn="ctr">
              <a:buNone/>
              <a:defRPr baseline="0">
                <a:solidFill>
                  <a:schemeClr val="bg1"/>
                </a:solidFill>
              </a:defRPr>
            </a:lvl1pPr>
          </a:lstStyle>
          <a:p>
            <a:r>
              <a:rPr lang="en-IN"/>
              <a:t> </a:t>
            </a:r>
            <a:endParaRPr lang="en-GB"/>
          </a:p>
        </p:txBody>
      </p:sp>
      <p:sp>
        <p:nvSpPr>
          <p:cNvPr id="21" name="Text Placeholder 33"/>
          <p:cNvSpPr>
            <a:spLocks noGrp="1"/>
          </p:cNvSpPr>
          <p:nvPr>
            <p:ph type="body" sz="quarter" idx="33" hasCustomPrompt="1"/>
          </p:nvPr>
        </p:nvSpPr>
        <p:spPr>
          <a:xfrm rot="5400000" flipH="1">
            <a:off x="7791978" y="3562070"/>
            <a:ext cx="565416" cy="146344"/>
          </a:xfrm>
          <a:prstGeom prst="triangle">
            <a:avLst/>
          </a:prstGeom>
          <a:solidFill>
            <a:srgbClr val="FFDFEA"/>
          </a:solidFill>
        </p:spPr>
        <p:txBody>
          <a:bodyPr anchor="ctr">
            <a:noAutofit/>
          </a:bodyPr>
          <a:lstStyle>
            <a:lvl1pPr marL="0" indent="0" algn="ctr">
              <a:buNone/>
              <a:defRPr baseline="0">
                <a:solidFill>
                  <a:schemeClr val="bg1"/>
                </a:solidFill>
              </a:defRPr>
            </a:lvl1pPr>
          </a:lstStyle>
          <a:p>
            <a:r>
              <a:rPr lang="en-IN"/>
              <a:t> </a:t>
            </a:r>
            <a:endParaRPr lang="en-GB"/>
          </a:p>
        </p:txBody>
      </p:sp>
      <p:sp>
        <p:nvSpPr>
          <p:cNvPr id="5" name="Text Placeholder 14"/>
          <p:cNvSpPr>
            <a:spLocks noGrp="1"/>
          </p:cNvSpPr>
          <p:nvPr>
            <p:ph type="body" sz="quarter" idx="30"/>
          </p:nvPr>
        </p:nvSpPr>
        <p:spPr>
          <a:xfrm>
            <a:off x="381000" y="1749425"/>
            <a:ext cx="11430000" cy="457200"/>
          </a:xfrm>
          <a:prstGeom prst="parallelogram">
            <a:avLst/>
          </a:prstGeom>
          <a:solidFill>
            <a:schemeClr val="bg2"/>
          </a:solidFill>
        </p:spPr>
        <p:txBody>
          <a:bodyPr wrap="none" lIns="0" tIns="45720" rIns="228600" bIns="45720" anchor="ctr">
            <a:noAutofit/>
          </a:bodyPr>
          <a:lstStyle>
            <a:lvl1pPr marL="0" indent="0">
              <a:lnSpc>
                <a:spcPct val="100000"/>
              </a:lnSpc>
              <a:spcBef>
                <a:spcPts val="0"/>
              </a:spcBef>
              <a:buNone/>
              <a:defRPr sz="1400" b="1" baseline="0">
                <a:solidFill>
                  <a:schemeClr val="bg2"/>
                </a:solidFill>
              </a:defRPr>
            </a:lvl1pPr>
          </a:lstStyle>
          <a:p>
            <a:pPr lvl="0"/>
            <a:endParaRPr lang="en-US" dirty="0"/>
          </a:p>
        </p:txBody>
      </p:sp>
      <p:sp>
        <p:nvSpPr>
          <p:cNvPr id="6" name="Text Placeholder 6"/>
          <p:cNvSpPr>
            <a:spLocks noGrp="1"/>
          </p:cNvSpPr>
          <p:nvPr>
            <p:ph type="body" sz="quarter" idx="34"/>
          </p:nvPr>
        </p:nvSpPr>
        <p:spPr>
          <a:xfrm>
            <a:off x="519994" y="1749425"/>
            <a:ext cx="11135977" cy="457200"/>
          </a:xfrm>
          <a:noFill/>
          <a:ln>
            <a:noFill/>
          </a:ln>
        </p:spPr>
        <p:txBody>
          <a:bodyPr anchor="ctr">
            <a:noAutofit/>
          </a:bodyPr>
          <a:lstStyle>
            <a:lvl1pPr marL="0" indent="0" algn="l">
              <a:buNone/>
              <a:defRPr sz="1400" b="1" i="0" baseline="0">
                <a:solidFill>
                  <a:schemeClr val="bg1"/>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endParaRPr lang="en-US" dirty="0"/>
          </a:p>
        </p:txBody>
      </p:sp>
      <p:sp>
        <p:nvSpPr>
          <p:cNvPr id="8" name="Text Placeholder 14"/>
          <p:cNvSpPr>
            <a:spLocks noGrp="1"/>
          </p:cNvSpPr>
          <p:nvPr>
            <p:ph type="body" sz="quarter" idx="35"/>
          </p:nvPr>
        </p:nvSpPr>
        <p:spPr>
          <a:xfrm>
            <a:off x="381000" y="4482204"/>
            <a:ext cx="11430000" cy="457200"/>
          </a:xfrm>
          <a:prstGeom prst="parallelogram">
            <a:avLst/>
          </a:prstGeom>
          <a:solidFill>
            <a:schemeClr val="bg2"/>
          </a:solidFill>
        </p:spPr>
        <p:txBody>
          <a:bodyPr wrap="none" lIns="0" tIns="45720" rIns="228600" bIns="45720" anchor="ctr">
            <a:noAutofit/>
          </a:bodyPr>
          <a:lstStyle>
            <a:lvl1pPr marL="0" indent="0">
              <a:lnSpc>
                <a:spcPct val="100000"/>
              </a:lnSpc>
              <a:spcBef>
                <a:spcPts val="0"/>
              </a:spcBef>
              <a:buNone/>
              <a:defRPr sz="1400" b="1" baseline="0">
                <a:solidFill>
                  <a:schemeClr val="bg2"/>
                </a:solidFill>
              </a:defRPr>
            </a:lvl1pPr>
          </a:lstStyle>
          <a:p>
            <a:pPr lvl="0"/>
            <a:endParaRPr lang="en-US" dirty="0"/>
          </a:p>
        </p:txBody>
      </p:sp>
      <p:sp>
        <p:nvSpPr>
          <p:cNvPr id="11" name="Text Placeholder 6"/>
          <p:cNvSpPr>
            <a:spLocks noGrp="1"/>
          </p:cNvSpPr>
          <p:nvPr>
            <p:ph type="body" sz="quarter" idx="36"/>
          </p:nvPr>
        </p:nvSpPr>
        <p:spPr>
          <a:xfrm>
            <a:off x="519994" y="4482204"/>
            <a:ext cx="11135977" cy="457200"/>
          </a:xfrm>
          <a:noFill/>
          <a:ln>
            <a:noFill/>
          </a:ln>
        </p:spPr>
        <p:txBody>
          <a:bodyPr anchor="ctr">
            <a:noAutofit/>
          </a:bodyPr>
          <a:lstStyle>
            <a:lvl1pPr marL="0" indent="0" algn="l">
              <a:buNone/>
              <a:defRPr sz="1400" b="1" i="0" baseline="0">
                <a:solidFill>
                  <a:schemeClr val="bg1"/>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endParaRPr lang="en-US" dirty="0"/>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ird content">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3" name="Content Placeholder 2"/>
          <p:cNvSpPr>
            <a:spLocks noGrp="1"/>
          </p:cNvSpPr>
          <p:nvPr>
            <p:ph idx="1"/>
          </p:nvPr>
        </p:nvSpPr>
        <p:spPr>
          <a:xfrm>
            <a:off x="381000" y="1749425"/>
            <a:ext cx="3429809" cy="4410075"/>
          </a:xfrm>
        </p:spPr>
        <p:txBody>
          <a:bodyPr lIns="72000">
            <a:normAutofit/>
          </a:bodyPr>
          <a:lstStyle>
            <a:lvl1pPr marL="0" indent="0">
              <a:buNone/>
              <a:defRPr lang="en-GB" sz="1200" kern="1200" baseline="0" dirty="0">
                <a:solidFill>
                  <a:schemeClr val="bg2"/>
                </a:solidFill>
                <a:latin typeface="+mn-lt"/>
                <a:ea typeface="+mn-ea"/>
                <a:cs typeface="Arial" panose="020B0604020202020204" pitchFamily="34" charset="0"/>
              </a:defRPr>
            </a:lvl1pPr>
            <a:lvl2pPr marL="457200" indent="0">
              <a:buNone/>
              <a:defRPr lang="en-GB" sz="1200" kern="1200" baseline="0" dirty="0">
                <a:solidFill>
                  <a:schemeClr val="bg2"/>
                </a:solidFill>
                <a:latin typeface="+mn-lt"/>
                <a:ea typeface="+mn-ea"/>
                <a:cs typeface="Arial" panose="020B0604020202020204" pitchFamily="34" charset="0"/>
              </a:defRPr>
            </a:lvl2pPr>
            <a:lvl3pPr marL="914400" indent="0">
              <a:buNone/>
              <a:defRPr lang="en-GB" sz="1200" kern="1200" baseline="0" dirty="0">
                <a:solidFill>
                  <a:schemeClr val="bg2"/>
                </a:solidFill>
                <a:latin typeface="+mn-lt"/>
                <a:ea typeface="+mn-ea"/>
                <a:cs typeface="Arial" panose="020B0604020202020204" pitchFamily="34" charset="0"/>
              </a:defRPr>
            </a:lvl3pPr>
            <a:lvl4pPr marL="1371600" indent="0">
              <a:buNone/>
              <a:defRPr lang="en-GB" sz="1200" kern="1200" baseline="0" dirty="0">
                <a:solidFill>
                  <a:schemeClr val="bg2"/>
                </a:solidFill>
                <a:latin typeface="+mn-lt"/>
                <a:ea typeface="+mn-ea"/>
                <a:cs typeface="Arial" panose="020B0604020202020204" pitchFamily="34" charset="0"/>
              </a:defRPr>
            </a:lvl4pPr>
            <a:lvl5pPr marL="1828800" indent="0">
              <a:buNone/>
              <a:defRPr lang="en-US" sz="1200" kern="1200" baseline="0" dirty="0">
                <a:solidFill>
                  <a:schemeClr val="bg2"/>
                </a:solidFill>
                <a:latin typeface="+mn-lt"/>
                <a:ea typeface="+mn-ea"/>
                <a:cs typeface="Arial" panose="020B0604020202020204" pitchFamily="34" charset="0"/>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r>
              <a:rPr lang="en-GB" dirty="0"/>
              <a:t>Click to edit Master text styles</a:t>
            </a:r>
          </a:p>
          <a:p>
            <a:pPr marL="457200" lvl="1" indent="-228600" algn="l" defTabSz="914400" rtl="0" eaLnBrk="1" latinLnBrk="0" hangingPunct="1">
              <a:lnSpc>
                <a:spcPct val="90000"/>
              </a:lnSpc>
              <a:spcBef>
                <a:spcPts val="1000"/>
              </a:spcBef>
              <a:buFont typeface="Arial" panose="020B0604020202020204" pitchFamily="34" charset="0"/>
              <a:buChar char="•"/>
            </a:pPr>
            <a:r>
              <a:rPr lang="en-GB" dirty="0"/>
              <a:t>Second level</a:t>
            </a:r>
          </a:p>
          <a:p>
            <a:pPr marL="685800" lvl="2" indent="-228600" algn="l" defTabSz="914400" rtl="0" eaLnBrk="1" latinLnBrk="0" hangingPunct="1">
              <a:lnSpc>
                <a:spcPct val="90000"/>
              </a:lnSpc>
              <a:spcBef>
                <a:spcPts val="1000"/>
              </a:spcBef>
              <a:buFont typeface="Arial" panose="020B0604020202020204" pitchFamily="34" charset="0"/>
              <a:buChar char="•"/>
            </a:pPr>
            <a:r>
              <a:rPr lang="en-GB" dirty="0"/>
              <a:t>Third level</a:t>
            </a:r>
          </a:p>
          <a:p>
            <a:pPr marL="914400" lvl="3" indent="-228600" algn="l" defTabSz="914400" rtl="0" eaLnBrk="1" latinLnBrk="0" hangingPunct="1">
              <a:lnSpc>
                <a:spcPct val="90000"/>
              </a:lnSpc>
              <a:spcBef>
                <a:spcPts val="1000"/>
              </a:spcBef>
              <a:buFont typeface="Arial" panose="020B0604020202020204" pitchFamily="34" charset="0"/>
              <a:buChar char="•"/>
            </a:pPr>
            <a:r>
              <a:rPr lang="en-GB" dirty="0"/>
              <a:t>Fourth level</a:t>
            </a:r>
          </a:p>
          <a:p>
            <a:pPr marL="1143000" lvl="4" indent="-228600" algn="l" defTabSz="914400" rtl="0" eaLnBrk="1" latinLnBrk="0" hangingPunct="1">
              <a:lnSpc>
                <a:spcPct val="90000"/>
              </a:lnSpc>
              <a:spcBef>
                <a:spcPts val="1000"/>
              </a:spcBef>
              <a:buFont typeface="Arial" panose="020B0604020202020204" pitchFamily="34" charset="0"/>
              <a:buChar char="•"/>
            </a:pPr>
            <a:r>
              <a:rPr lang="en-GB" dirty="0"/>
              <a:t>Fifth level</a:t>
            </a:r>
            <a:endParaRPr lang="en-US" dirty="0"/>
          </a:p>
        </p:txBody>
      </p:sp>
      <p:sp>
        <p:nvSpPr>
          <p:cNvPr id="5" name="Content Placeholder 2"/>
          <p:cNvSpPr>
            <a:spLocks noGrp="1"/>
          </p:cNvSpPr>
          <p:nvPr>
            <p:ph idx="11"/>
          </p:nvPr>
        </p:nvSpPr>
        <p:spPr>
          <a:xfrm>
            <a:off x="3957819" y="1749425"/>
            <a:ext cx="7853181" cy="4410075"/>
          </a:xfrm>
        </p:spPr>
        <p:txBody>
          <a:bodyPr lIns="72000">
            <a:normAutofit/>
          </a:bodyPr>
          <a:lstStyle>
            <a:lvl1pPr>
              <a:defRPr sz="1200"/>
            </a:lvl1pPr>
            <a:lvl2pPr>
              <a:defRPr sz="1200"/>
            </a:lvl2pPr>
            <a:lvl3pPr>
              <a:defRPr sz="1200"/>
            </a:lvl3pPr>
            <a:lvl4pPr>
              <a:defRPr sz="1200"/>
            </a:lvl4pPr>
            <a:lvl5pPr>
              <a:defRPr sz="12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hree part chevrons">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p:cNvSpPr>
            <a:spLocks noGrp="1"/>
          </p:cNvSpPr>
          <p:nvPr>
            <p:ph type="body" sz="quarter" idx="17"/>
          </p:nvPr>
        </p:nvSpPr>
        <p:spPr>
          <a:xfrm>
            <a:off x="380999" y="1749425"/>
            <a:ext cx="3803483" cy="504000"/>
          </a:xfrm>
          <a:prstGeom prst="chevron">
            <a:avLst>
              <a:gd name="adj" fmla="val 26962"/>
            </a:avLst>
          </a:prstGeom>
          <a:solidFill>
            <a:schemeClr val="bg2"/>
          </a:solidFill>
        </p:spPr>
        <p:txBody>
          <a:bodyPr lIns="90000" tIns="90000" rIns="90000" bIns="90000" anchor="ctr">
            <a:noAutofit/>
          </a:bodyPr>
          <a:lstStyle>
            <a:lvl1pPr marL="0" indent="0" algn="ctr">
              <a:buNone/>
              <a:defRPr sz="1400" b="1" i="0" baseline="0">
                <a:solidFill>
                  <a:schemeClr val="bg1"/>
                </a:solidFill>
              </a:defRPr>
            </a:lvl1pPr>
          </a:lstStyle>
          <a:p>
            <a:endParaRPr lang="en-GB" dirty="0"/>
          </a:p>
        </p:txBody>
      </p:sp>
      <p:sp>
        <p:nvSpPr>
          <p:cNvPr id="23" name="Text Placeholder 7"/>
          <p:cNvSpPr>
            <a:spLocks noGrp="1"/>
          </p:cNvSpPr>
          <p:nvPr>
            <p:ph type="body" sz="quarter" idx="18"/>
          </p:nvPr>
        </p:nvSpPr>
        <p:spPr>
          <a:xfrm>
            <a:off x="4194258" y="1749425"/>
            <a:ext cx="3803483" cy="504000"/>
          </a:xfrm>
          <a:prstGeom prst="chevron">
            <a:avLst>
              <a:gd name="adj" fmla="val 26962"/>
            </a:avLst>
          </a:prstGeom>
          <a:solidFill>
            <a:schemeClr val="tx2"/>
          </a:solidFill>
        </p:spPr>
        <p:txBody>
          <a:bodyPr lIns="90000" tIns="90000" rIns="90000" bIns="90000" anchor="ctr">
            <a:noAutofit/>
          </a:bodyPr>
          <a:lstStyle>
            <a:lvl1pPr marL="0" indent="0" algn="ctr">
              <a:buNone/>
              <a:defRPr sz="1400" b="1" i="0" baseline="0">
                <a:solidFill>
                  <a:schemeClr val="bg1"/>
                </a:solidFill>
              </a:defRPr>
            </a:lvl1pPr>
          </a:lstStyle>
          <a:p>
            <a:endParaRPr lang="en-GB" dirty="0"/>
          </a:p>
        </p:txBody>
      </p:sp>
      <p:sp>
        <p:nvSpPr>
          <p:cNvPr id="24" name="Text Placeholder 7"/>
          <p:cNvSpPr>
            <a:spLocks noGrp="1"/>
          </p:cNvSpPr>
          <p:nvPr>
            <p:ph type="body" sz="quarter" idx="19"/>
          </p:nvPr>
        </p:nvSpPr>
        <p:spPr>
          <a:xfrm>
            <a:off x="8007517" y="1749425"/>
            <a:ext cx="3803483" cy="504000"/>
          </a:xfrm>
          <a:prstGeom prst="chevron">
            <a:avLst>
              <a:gd name="adj" fmla="val 26962"/>
            </a:avLst>
          </a:prstGeom>
          <a:solidFill>
            <a:schemeClr val="accent1"/>
          </a:solidFill>
        </p:spPr>
        <p:txBody>
          <a:bodyPr lIns="90000" tIns="90000" rIns="90000" bIns="90000" anchor="ctr">
            <a:noAutofit/>
          </a:bodyPr>
          <a:lstStyle>
            <a:lvl1pPr marL="0" indent="0" algn="ctr">
              <a:buNone/>
              <a:defRPr sz="1400" b="1" i="0" baseline="0">
                <a:solidFill>
                  <a:schemeClr val="bg1"/>
                </a:solidFill>
              </a:defRPr>
            </a:lvl1pPr>
          </a:lstStyle>
          <a:p>
            <a:endParaRPr lang="en-GB" dirty="0"/>
          </a:p>
        </p:txBody>
      </p:sp>
      <p:sp>
        <p:nvSpPr>
          <p:cNvPr id="4" name="Text Placeholder 3"/>
          <p:cNvSpPr>
            <a:spLocks noGrp="1"/>
          </p:cNvSpPr>
          <p:nvPr>
            <p:ph type="body" sz="quarter" idx="24"/>
          </p:nvPr>
        </p:nvSpPr>
        <p:spPr>
          <a:xfrm>
            <a:off x="380999" y="2417977"/>
            <a:ext cx="3667125"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30" name="Text Placeholder 3"/>
          <p:cNvSpPr>
            <a:spLocks noGrp="1"/>
          </p:cNvSpPr>
          <p:nvPr>
            <p:ph type="body" sz="quarter" idx="25"/>
          </p:nvPr>
        </p:nvSpPr>
        <p:spPr>
          <a:xfrm>
            <a:off x="4194258" y="2417977"/>
            <a:ext cx="3667125"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31" name="Text Placeholder 3"/>
          <p:cNvSpPr>
            <a:spLocks noGrp="1"/>
          </p:cNvSpPr>
          <p:nvPr>
            <p:ph type="body" sz="quarter" idx="26"/>
          </p:nvPr>
        </p:nvSpPr>
        <p:spPr>
          <a:xfrm>
            <a:off x="8007517" y="2417977"/>
            <a:ext cx="3667125"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2" name="Title 1"/>
          <p:cNvSpPr>
            <a:spLocks noGrp="1"/>
          </p:cNvSpPr>
          <p:nvPr>
            <p:ph type="title"/>
          </p:nvPr>
        </p:nvSpPr>
        <p:spPr>
          <a:xfrm>
            <a:off x="381000" y="180520"/>
            <a:ext cx="11430000" cy="958265"/>
          </a:xfrm>
        </p:spPr>
        <p:txBody>
          <a:bodyPr>
            <a:noAutofit/>
          </a:bodyPr>
          <a:lstStyle/>
          <a:p>
            <a:r>
              <a:rPr lang="en-US"/>
              <a:t>Click to edit Master title style</a:t>
            </a:r>
            <a:endParaRPr lang="en-IN"/>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our part chevrons">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p:cNvSpPr>
            <a:spLocks noGrp="1"/>
          </p:cNvSpPr>
          <p:nvPr>
            <p:ph type="body" sz="quarter" idx="17"/>
          </p:nvPr>
        </p:nvSpPr>
        <p:spPr>
          <a:xfrm>
            <a:off x="381000" y="1749425"/>
            <a:ext cx="2857500" cy="516700"/>
          </a:xfrm>
          <a:prstGeom prst="chevron">
            <a:avLst>
              <a:gd name="adj" fmla="val 26962"/>
            </a:avLst>
          </a:prstGeom>
          <a:solidFill>
            <a:schemeClr val="bg2"/>
          </a:solidFill>
        </p:spPr>
        <p:txBody>
          <a:bodyPr anchor="ctr">
            <a:noAutofit/>
          </a:bodyPr>
          <a:lstStyle>
            <a:lvl1pPr marL="0" indent="0" algn="ctr">
              <a:buNone/>
              <a:defRPr sz="1400" b="1" i="0" baseline="0">
                <a:solidFill>
                  <a:schemeClr val="bg1"/>
                </a:solidFill>
              </a:defRPr>
            </a:lvl1pPr>
          </a:lstStyle>
          <a:p>
            <a:endParaRPr lang="en-GB" dirty="0"/>
          </a:p>
        </p:txBody>
      </p:sp>
      <p:sp>
        <p:nvSpPr>
          <p:cNvPr id="23" name="Text Placeholder 7"/>
          <p:cNvSpPr>
            <a:spLocks noGrp="1"/>
          </p:cNvSpPr>
          <p:nvPr>
            <p:ph type="body" sz="quarter" idx="18"/>
          </p:nvPr>
        </p:nvSpPr>
        <p:spPr>
          <a:xfrm>
            <a:off x="3238500" y="1749425"/>
            <a:ext cx="2857500" cy="516700"/>
          </a:xfrm>
          <a:prstGeom prst="chevron">
            <a:avLst>
              <a:gd name="adj" fmla="val 26962"/>
            </a:avLst>
          </a:prstGeom>
          <a:solidFill>
            <a:schemeClr val="tx2"/>
          </a:solidFill>
        </p:spPr>
        <p:txBody>
          <a:bodyPr anchor="ctr">
            <a:noAutofit/>
          </a:bodyPr>
          <a:lstStyle>
            <a:lvl1pPr marL="0" indent="0" algn="ctr">
              <a:buNone/>
              <a:defRPr sz="1400" b="1" i="0" baseline="0">
                <a:solidFill>
                  <a:schemeClr val="bg1"/>
                </a:solidFill>
              </a:defRPr>
            </a:lvl1pPr>
          </a:lstStyle>
          <a:p>
            <a:endParaRPr lang="en-GB"/>
          </a:p>
        </p:txBody>
      </p:sp>
      <p:sp>
        <p:nvSpPr>
          <p:cNvPr id="24" name="Text Placeholder 7"/>
          <p:cNvSpPr>
            <a:spLocks noGrp="1"/>
          </p:cNvSpPr>
          <p:nvPr>
            <p:ph type="body" sz="quarter" idx="19"/>
          </p:nvPr>
        </p:nvSpPr>
        <p:spPr>
          <a:xfrm>
            <a:off x="6096000" y="1749425"/>
            <a:ext cx="2857500" cy="516700"/>
          </a:xfrm>
          <a:prstGeom prst="chevron">
            <a:avLst>
              <a:gd name="adj" fmla="val 26962"/>
            </a:avLst>
          </a:prstGeom>
          <a:solidFill>
            <a:schemeClr val="accent1"/>
          </a:solidFill>
        </p:spPr>
        <p:txBody>
          <a:bodyPr anchor="ctr">
            <a:noAutofit/>
          </a:bodyPr>
          <a:lstStyle>
            <a:lvl1pPr marL="0" indent="0" algn="ctr">
              <a:buNone/>
              <a:defRPr sz="1400" b="1" i="0" baseline="0">
                <a:solidFill>
                  <a:schemeClr val="bg1"/>
                </a:solidFill>
              </a:defRPr>
            </a:lvl1pPr>
          </a:lstStyle>
          <a:p>
            <a:endParaRPr lang="en-GB"/>
          </a:p>
        </p:txBody>
      </p:sp>
      <p:sp>
        <p:nvSpPr>
          <p:cNvPr id="25" name="Text Placeholder 7"/>
          <p:cNvSpPr>
            <a:spLocks noGrp="1"/>
          </p:cNvSpPr>
          <p:nvPr>
            <p:ph type="body" sz="quarter" idx="20"/>
          </p:nvPr>
        </p:nvSpPr>
        <p:spPr>
          <a:xfrm>
            <a:off x="8953500" y="1749425"/>
            <a:ext cx="2857500" cy="516700"/>
          </a:xfrm>
          <a:prstGeom prst="chevron">
            <a:avLst>
              <a:gd name="adj" fmla="val 26962"/>
            </a:avLst>
          </a:prstGeom>
          <a:solidFill>
            <a:schemeClr val="accent2"/>
          </a:solidFill>
        </p:spPr>
        <p:txBody>
          <a:bodyPr anchor="ctr">
            <a:noAutofit/>
          </a:bodyPr>
          <a:lstStyle>
            <a:lvl1pPr marL="0" indent="0" algn="ctr">
              <a:buNone/>
              <a:defRPr sz="1400" b="1" i="0" baseline="0">
                <a:solidFill>
                  <a:schemeClr val="tx1"/>
                </a:solidFill>
              </a:defRPr>
            </a:lvl1pPr>
          </a:lstStyle>
          <a:p>
            <a:endParaRPr lang="en-GB" dirty="0"/>
          </a:p>
        </p:txBody>
      </p:sp>
      <p:sp>
        <p:nvSpPr>
          <p:cNvPr id="4" name="Text Placeholder 3"/>
          <p:cNvSpPr>
            <a:spLocks noGrp="1"/>
          </p:cNvSpPr>
          <p:nvPr>
            <p:ph type="body" sz="quarter" idx="24"/>
          </p:nvPr>
        </p:nvSpPr>
        <p:spPr>
          <a:xfrm>
            <a:off x="381001" y="2417977"/>
            <a:ext cx="2719388"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30" name="Text Placeholder 3"/>
          <p:cNvSpPr>
            <a:spLocks noGrp="1"/>
          </p:cNvSpPr>
          <p:nvPr>
            <p:ph type="body" sz="quarter" idx="25"/>
          </p:nvPr>
        </p:nvSpPr>
        <p:spPr>
          <a:xfrm>
            <a:off x="3238501" y="2417977"/>
            <a:ext cx="2719388"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1" name="Text Placeholder 3"/>
          <p:cNvSpPr>
            <a:spLocks noGrp="1"/>
          </p:cNvSpPr>
          <p:nvPr>
            <p:ph type="body" sz="quarter" idx="26"/>
          </p:nvPr>
        </p:nvSpPr>
        <p:spPr>
          <a:xfrm>
            <a:off x="6096001" y="2417977"/>
            <a:ext cx="2719388"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2" name="Text Placeholder 3"/>
          <p:cNvSpPr>
            <a:spLocks noGrp="1"/>
          </p:cNvSpPr>
          <p:nvPr>
            <p:ph type="body" sz="quarter" idx="27"/>
          </p:nvPr>
        </p:nvSpPr>
        <p:spPr>
          <a:xfrm>
            <a:off x="8953500" y="2417977"/>
            <a:ext cx="2719388"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2" name="Title 1"/>
          <p:cNvSpPr>
            <a:spLocks noGrp="1"/>
          </p:cNvSpPr>
          <p:nvPr>
            <p:ph type="title"/>
          </p:nvPr>
        </p:nvSpPr>
        <p:spPr/>
        <p:txBody>
          <a:bodyPr>
            <a:noAutofit/>
          </a:bodyPr>
          <a:lstStyle/>
          <a:p>
            <a:r>
              <a:rPr lang="en-US"/>
              <a:t>Click to edit Master title style</a:t>
            </a:r>
            <a:endParaRPr lang="en-IN"/>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Five part chevrons">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p:cNvSpPr>
            <a:spLocks noGrp="1"/>
          </p:cNvSpPr>
          <p:nvPr>
            <p:ph type="body" sz="quarter" idx="17"/>
          </p:nvPr>
        </p:nvSpPr>
        <p:spPr>
          <a:xfrm>
            <a:off x="381000" y="1749425"/>
            <a:ext cx="2271469" cy="504000"/>
          </a:xfrm>
          <a:prstGeom prst="chevron">
            <a:avLst>
              <a:gd name="adj" fmla="val 26962"/>
            </a:avLst>
          </a:prstGeom>
          <a:solidFill>
            <a:schemeClr val="bg2"/>
          </a:solidFill>
        </p:spPr>
        <p:txBody>
          <a:bodyPr anchor="ctr">
            <a:noAutofit/>
          </a:bodyPr>
          <a:lstStyle>
            <a:lvl1pPr marL="0" indent="0" algn="ctr">
              <a:buNone/>
              <a:defRPr sz="1400" b="1" i="0" baseline="0">
                <a:solidFill>
                  <a:schemeClr val="bg1"/>
                </a:solidFill>
              </a:defRPr>
            </a:lvl1pPr>
          </a:lstStyle>
          <a:p>
            <a:endParaRPr lang="en-GB" dirty="0"/>
          </a:p>
        </p:txBody>
      </p:sp>
      <p:sp>
        <p:nvSpPr>
          <p:cNvPr id="23" name="Text Placeholder 7"/>
          <p:cNvSpPr>
            <a:spLocks noGrp="1"/>
          </p:cNvSpPr>
          <p:nvPr>
            <p:ph type="body" sz="quarter" idx="18"/>
          </p:nvPr>
        </p:nvSpPr>
        <p:spPr>
          <a:xfrm>
            <a:off x="2670633" y="1749425"/>
            <a:ext cx="2271469" cy="504000"/>
          </a:xfrm>
          <a:prstGeom prst="chevron">
            <a:avLst>
              <a:gd name="adj" fmla="val 26962"/>
            </a:avLst>
          </a:prstGeom>
          <a:solidFill>
            <a:schemeClr val="tx2"/>
          </a:solidFill>
        </p:spPr>
        <p:txBody>
          <a:bodyPr anchor="ctr">
            <a:noAutofit/>
          </a:bodyPr>
          <a:lstStyle>
            <a:lvl1pPr marL="0" indent="0" algn="ctr">
              <a:buNone/>
              <a:defRPr sz="1400" b="1" i="0" baseline="0">
                <a:solidFill>
                  <a:schemeClr val="bg1"/>
                </a:solidFill>
              </a:defRPr>
            </a:lvl1pPr>
          </a:lstStyle>
          <a:p>
            <a:endParaRPr lang="en-GB" dirty="0"/>
          </a:p>
        </p:txBody>
      </p:sp>
      <p:sp>
        <p:nvSpPr>
          <p:cNvPr id="24" name="Text Placeholder 7"/>
          <p:cNvSpPr>
            <a:spLocks noGrp="1"/>
          </p:cNvSpPr>
          <p:nvPr>
            <p:ph type="body" sz="quarter" idx="19"/>
          </p:nvPr>
        </p:nvSpPr>
        <p:spPr>
          <a:xfrm>
            <a:off x="4960266" y="1749425"/>
            <a:ext cx="2271469" cy="504000"/>
          </a:xfrm>
          <a:prstGeom prst="chevron">
            <a:avLst>
              <a:gd name="adj" fmla="val 26962"/>
            </a:avLst>
          </a:prstGeom>
          <a:solidFill>
            <a:schemeClr val="accent1"/>
          </a:solidFill>
        </p:spPr>
        <p:txBody>
          <a:bodyPr anchor="ctr">
            <a:noAutofit/>
          </a:bodyPr>
          <a:lstStyle>
            <a:lvl1pPr marL="0" indent="0" algn="ctr">
              <a:buNone/>
              <a:defRPr sz="1400" b="1" i="0" baseline="0">
                <a:solidFill>
                  <a:schemeClr val="bg1"/>
                </a:solidFill>
              </a:defRPr>
            </a:lvl1pPr>
          </a:lstStyle>
          <a:p>
            <a:endParaRPr lang="en-GB" dirty="0"/>
          </a:p>
        </p:txBody>
      </p:sp>
      <p:sp>
        <p:nvSpPr>
          <p:cNvPr id="25" name="Text Placeholder 7"/>
          <p:cNvSpPr>
            <a:spLocks noGrp="1"/>
          </p:cNvSpPr>
          <p:nvPr>
            <p:ph type="body" sz="quarter" idx="20"/>
          </p:nvPr>
        </p:nvSpPr>
        <p:spPr>
          <a:xfrm>
            <a:off x="7249899" y="1749425"/>
            <a:ext cx="2271469" cy="504000"/>
          </a:xfrm>
          <a:prstGeom prst="chevron">
            <a:avLst>
              <a:gd name="adj" fmla="val 26962"/>
            </a:avLst>
          </a:prstGeom>
          <a:solidFill>
            <a:schemeClr val="accent2"/>
          </a:solidFill>
        </p:spPr>
        <p:txBody>
          <a:bodyPr anchor="ctr">
            <a:noAutofit/>
          </a:bodyPr>
          <a:lstStyle>
            <a:lvl1pPr marL="0" indent="0" algn="ctr">
              <a:buNone/>
              <a:defRPr sz="1400" b="1" i="0" baseline="0">
                <a:solidFill>
                  <a:schemeClr val="tx1"/>
                </a:solidFill>
              </a:defRPr>
            </a:lvl1pPr>
          </a:lstStyle>
          <a:p>
            <a:endParaRPr lang="en-GB" dirty="0"/>
          </a:p>
        </p:txBody>
      </p:sp>
      <p:sp>
        <p:nvSpPr>
          <p:cNvPr id="4" name="Text Placeholder 3"/>
          <p:cNvSpPr>
            <a:spLocks noGrp="1"/>
          </p:cNvSpPr>
          <p:nvPr>
            <p:ph type="body" sz="quarter" idx="24"/>
          </p:nvPr>
        </p:nvSpPr>
        <p:spPr>
          <a:xfrm>
            <a:off x="381001" y="2417977"/>
            <a:ext cx="2152649"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30" name="Text Placeholder 3"/>
          <p:cNvSpPr>
            <a:spLocks noGrp="1"/>
          </p:cNvSpPr>
          <p:nvPr>
            <p:ph type="body" sz="quarter" idx="25"/>
          </p:nvPr>
        </p:nvSpPr>
        <p:spPr>
          <a:xfrm>
            <a:off x="2670633" y="2417977"/>
            <a:ext cx="2152649"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1" name="Text Placeholder 3"/>
          <p:cNvSpPr>
            <a:spLocks noGrp="1"/>
          </p:cNvSpPr>
          <p:nvPr>
            <p:ph type="body" sz="quarter" idx="26"/>
          </p:nvPr>
        </p:nvSpPr>
        <p:spPr>
          <a:xfrm>
            <a:off x="4960265" y="2417977"/>
            <a:ext cx="2152649"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2" name="Text Placeholder 3"/>
          <p:cNvSpPr>
            <a:spLocks noGrp="1"/>
          </p:cNvSpPr>
          <p:nvPr>
            <p:ph type="body" sz="quarter" idx="27"/>
          </p:nvPr>
        </p:nvSpPr>
        <p:spPr>
          <a:xfrm>
            <a:off x="7249897" y="2417977"/>
            <a:ext cx="2152649"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p:cNvSpPr>
            <a:spLocks noGrp="1"/>
          </p:cNvSpPr>
          <p:nvPr>
            <p:ph type="title"/>
          </p:nvPr>
        </p:nvSpPr>
        <p:spPr/>
        <p:txBody>
          <a:bodyPr>
            <a:noAutofit/>
          </a:bodyPr>
          <a:lstStyle/>
          <a:p>
            <a:r>
              <a:rPr lang="en-US"/>
              <a:t>Click to edit Master title style</a:t>
            </a:r>
            <a:endParaRPr lang="en-IN"/>
          </a:p>
        </p:txBody>
      </p:sp>
      <p:sp>
        <p:nvSpPr>
          <p:cNvPr id="3" name="Text Placeholder 7"/>
          <p:cNvSpPr>
            <a:spLocks noGrp="1"/>
          </p:cNvSpPr>
          <p:nvPr>
            <p:ph type="body" sz="quarter" idx="28"/>
          </p:nvPr>
        </p:nvSpPr>
        <p:spPr>
          <a:xfrm>
            <a:off x="9539531" y="1749425"/>
            <a:ext cx="2271469" cy="504000"/>
          </a:xfrm>
          <a:prstGeom prst="chevron">
            <a:avLst>
              <a:gd name="adj" fmla="val 26962"/>
            </a:avLst>
          </a:prstGeom>
          <a:solidFill>
            <a:schemeClr val="accent4"/>
          </a:solidFill>
        </p:spPr>
        <p:txBody>
          <a:bodyPr anchor="ctr">
            <a:noAutofit/>
          </a:bodyPr>
          <a:lstStyle>
            <a:lvl1pPr marL="0" indent="0" algn="ctr">
              <a:buNone/>
              <a:defRPr sz="1400" b="1" i="0" baseline="0">
                <a:solidFill>
                  <a:schemeClr val="bg1"/>
                </a:solidFill>
              </a:defRPr>
            </a:lvl1pPr>
          </a:lstStyle>
          <a:p>
            <a:endParaRPr lang="en-GB" dirty="0"/>
          </a:p>
        </p:txBody>
      </p:sp>
      <p:sp>
        <p:nvSpPr>
          <p:cNvPr id="5" name="Text Placeholder 3"/>
          <p:cNvSpPr>
            <a:spLocks noGrp="1"/>
          </p:cNvSpPr>
          <p:nvPr>
            <p:ph type="body" sz="quarter" idx="29"/>
          </p:nvPr>
        </p:nvSpPr>
        <p:spPr>
          <a:xfrm>
            <a:off x="9539531" y="2417977"/>
            <a:ext cx="2152649"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ix part chevrons">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p:cNvSpPr>
            <a:spLocks noGrp="1"/>
          </p:cNvSpPr>
          <p:nvPr>
            <p:ph type="body" sz="quarter" idx="17"/>
          </p:nvPr>
        </p:nvSpPr>
        <p:spPr>
          <a:xfrm>
            <a:off x="381000" y="1749425"/>
            <a:ext cx="1966629" cy="504000"/>
          </a:xfrm>
          <a:prstGeom prst="chevron">
            <a:avLst>
              <a:gd name="adj" fmla="val 26962"/>
            </a:avLst>
          </a:prstGeom>
          <a:solidFill>
            <a:schemeClr val="bg2"/>
          </a:solidFill>
        </p:spPr>
        <p:txBody>
          <a:bodyPr anchor="ctr">
            <a:noAutofit/>
          </a:bodyPr>
          <a:lstStyle>
            <a:lvl1pPr marL="0" indent="0" algn="ctr">
              <a:buNone/>
              <a:defRPr sz="1200" b="1" i="0" baseline="0">
                <a:solidFill>
                  <a:schemeClr val="bg1"/>
                </a:solidFill>
              </a:defRPr>
            </a:lvl1pPr>
          </a:lstStyle>
          <a:p>
            <a:endParaRPr lang="en-GB" dirty="0"/>
          </a:p>
        </p:txBody>
      </p:sp>
      <p:sp>
        <p:nvSpPr>
          <p:cNvPr id="23" name="Text Placeholder 7"/>
          <p:cNvSpPr>
            <a:spLocks noGrp="1"/>
          </p:cNvSpPr>
          <p:nvPr>
            <p:ph type="body" sz="quarter" idx="18"/>
          </p:nvPr>
        </p:nvSpPr>
        <p:spPr>
          <a:xfrm>
            <a:off x="2283135" y="1749425"/>
            <a:ext cx="1966629" cy="504000"/>
          </a:xfrm>
          <a:prstGeom prst="chevron">
            <a:avLst>
              <a:gd name="adj" fmla="val 26962"/>
            </a:avLst>
          </a:prstGeom>
          <a:solidFill>
            <a:schemeClr val="tx2"/>
          </a:solidFill>
        </p:spPr>
        <p:txBody>
          <a:bodyPr anchor="ctr">
            <a:noAutofit/>
          </a:bodyPr>
          <a:lstStyle>
            <a:lvl1pPr marL="0" indent="0" algn="ctr">
              <a:buNone/>
              <a:defRPr sz="1200" b="1" i="0" baseline="0">
                <a:solidFill>
                  <a:schemeClr val="bg1"/>
                </a:solidFill>
              </a:defRPr>
            </a:lvl1pPr>
          </a:lstStyle>
          <a:p>
            <a:endParaRPr lang="en-GB" dirty="0"/>
          </a:p>
        </p:txBody>
      </p:sp>
      <p:sp>
        <p:nvSpPr>
          <p:cNvPr id="24" name="Text Placeholder 7"/>
          <p:cNvSpPr>
            <a:spLocks noGrp="1"/>
          </p:cNvSpPr>
          <p:nvPr>
            <p:ph type="body" sz="quarter" idx="19"/>
          </p:nvPr>
        </p:nvSpPr>
        <p:spPr>
          <a:xfrm>
            <a:off x="4185270" y="1749425"/>
            <a:ext cx="1966629" cy="504000"/>
          </a:xfrm>
          <a:prstGeom prst="chevron">
            <a:avLst>
              <a:gd name="adj" fmla="val 26962"/>
            </a:avLst>
          </a:prstGeom>
          <a:solidFill>
            <a:schemeClr val="accent1"/>
          </a:solidFill>
        </p:spPr>
        <p:txBody>
          <a:bodyPr anchor="ctr">
            <a:noAutofit/>
          </a:bodyPr>
          <a:lstStyle>
            <a:lvl1pPr marL="0" indent="0" algn="ctr">
              <a:buNone/>
              <a:defRPr sz="1200" b="1" i="0" baseline="0">
                <a:solidFill>
                  <a:schemeClr val="bg1"/>
                </a:solidFill>
              </a:defRPr>
            </a:lvl1pPr>
          </a:lstStyle>
          <a:p>
            <a:endParaRPr lang="en-GB" dirty="0"/>
          </a:p>
        </p:txBody>
      </p:sp>
      <p:sp>
        <p:nvSpPr>
          <p:cNvPr id="25" name="Text Placeholder 7"/>
          <p:cNvSpPr>
            <a:spLocks noGrp="1"/>
          </p:cNvSpPr>
          <p:nvPr>
            <p:ph type="body" sz="quarter" idx="20"/>
          </p:nvPr>
        </p:nvSpPr>
        <p:spPr>
          <a:xfrm>
            <a:off x="6087405" y="1749425"/>
            <a:ext cx="1966629" cy="504000"/>
          </a:xfrm>
          <a:prstGeom prst="chevron">
            <a:avLst>
              <a:gd name="adj" fmla="val 26962"/>
            </a:avLst>
          </a:prstGeom>
          <a:solidFill>
            <a:schemeClr val="accent2"/>
          </a:solidFill>
        </p:spPr>
        <p:txBody>
          <a:bodyPr anchor="ctr">
            <a:noAutofit/>
          </a:bodyPr>
          <a:lstStyle>
            <a:lvl1pPr marL="0" indent="0" algn="ctr">
              <a:buNone/>
              <a:defRPr sz="1200" b="1" i="0" baseline="0">
                <a:solidFill>
                  <a:schemeClr val="tx1"/>
                </a:solidFill>
              </a:defRPr>
            </a:lvl1pPr>
          </a:lstStyle>
          <a:p>
            <a:endParaRPr lang="en-GB" dirty="0"/>
          </a:p>
        </p:txBody>
      </p:sp>
      <p:sp>
        <p:nvSpPr>
          <p:cNvPr id="4" name="Text Placeholder 3"/>
          <p:cNvSpPr>
            <a:spLocks noGrp="1"/>
          </p:cNvSpPr>
          <p:nvPr>
            <p:ph type="body" sz="quarter" idx="24"/>
          </p:nvPr>
        </p:nvSpPr>
        <p:spPr>
          <a:xfrm>
            <a:off x="381001"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2" name="Title 1"/>
          <p:cNvSpPr>
            <a:spLocks noGrp="1"/>
          </p:cNvSpPr>
          <p:nvPr>
            <p:ph type="title"/>
          </p:nvPr>
        </p:nvSpPr>
        <p:spPr/>
        <p:txBody>
          <a:bodyPr>
            <a:noAutofit/>
          </a:bodyPr>
          <a:lstStyle/>
          <a:p>
            <a:r>
              <a:rPr lang="en-US"/>
              <a:t>Click to edit Master title style</a:t>
            </a:r>
            <a:endParaRPr lang="en-IN"/>
          </a:p>
        </p:txBody>
      </p:sp>
      <p:sp>
        <p:nvSpPr>
          <p:cNvPr id="3" name="Text Placeholder 7"/>
          <p:cNvSpPr>
            <a:spLocks noGrp="1"/>
          </p:cNvSpPr>
          <p:nvPr>
            <p:ph type="body" sz="quarter" idx="28"/>
          </p:nvPr>
        </p:nvSpPr>
        <p:spPr>
          <a:xfrm>
            <a:off x="7989540" y="1749425"/>
            <a:ext cx="1966629" cy="504000"/>
          </a:xfrm>
          <a:prstGeom prst="chevron">
            <a:avLst>
              <a:gd name="adj" fmla="val 26962"/>
            </a:avLst>
          </a:prstGeom>
          <a:solidFill>
            <a:schemeClr val="accent4"/>
          </a:solidFill>
        </p:spPr>
        <p:txBody>
          <a:bodyPr anchor="ctr">
            <a:noAutofit/>
          </a:bodyPr>
          <a:lstStyle>
            <a:lvl1pPr marL="0" indent="0" algn="ctr">
              <a:buNone/>
              <a:defRPr sz="1200" b="1" i="0" baseline="0">
                <a:solidFill>
                  <a:schemeClr val="bg1"/>
                </a:solidFill>
              </a:defRPr>
            </a:lvl1pPr>
          </a:lstStyle>
          <a:p>
            <a:endParaRPr lang="en-GB" dirty="0"/>
          </a:p>
        </p:txBody>
      </p:sp>
      <p:sp>
        <p:nvSpPr>
          <p:cNvPr id="8" name="Text Placeholder 7"/>
          <p:cNvSpPr>
            <a:spLocks noGrp="1"/>
          </p:cNvSpPr>
          <p:nvPr>
            <p:ph type="body" sz="quarter" idx="30"/>
          </p:nvPr>
        </p:nvSpPr>
        <p:spPr>
          <a:xfrm>
            <a:off x="9891677" y="1749425"/>
            <a:ext cx="1966629" cy="504000"/>
          </a:xfrm>
          <a:prstGeom prst="chevron">
            <a:avLst>
              <a:gd name="adj" fmla="val 26962"/>
            </a:avLst>
          </a:prstGeom>
          <a:solidFill>
            <a:schemeClr val="accent5"/>
          </a:solidFill>
        </p:spPr>
        <p:txBody>
          <a:bodyPr anchor="ctr">
            <a:noAutofit/>
          </a:bodyPr>
          <a:lstStyle>
            <a:lvl1pPr marL="0" indent="0" algn="ctr">
              <a:buNone/>
              <a:defRPr sz="1200" b="1" i="0" baseline="0">
                <a:solidFill>
                  <a:schemeClr val="bg1"/>
                </a:solidFill>
              </a:defRPr>
            </a:lvl1pPr>
          </a:lstStyle>
          <a:p>
            <a:endParaRPr lang="en-GB" dirty="0"/>
          </a:p>
        </p:txBody>
      </p:sp>
      <p:sp>
        <p:nvSpPr>
          <p:cNvPr id="6" name="Text Placeholder 3"/>
          <p:cNvSpPr>
            <a:spLocks noGrp="1"/>
          </p:cNvSpPr>
          <p:nvPr>
            <p:ph type="body" sz="quarter" idx="32"/>
          </p:nvPr>
        </p:nvSpPr>
        <p:spPr>
          <a:xfrm>
            <a:off x="9891677"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3"/>
          <p:cNvSpPr>
            <a:spLocks noGrp="1"/>
          </p:cNvSpPr>
          <p:nvPr>
            <p:ph type="body" sz="quarter" idx="33"/>
          </p:nvPr>
        </p:nvSpPr>
        <p:spPr>
          <a:xfrm>
            <a:off x="7989541"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0" name="Text Placeholder 3"/>
          <p:cNvSpPr>
            <a:spLocks noGrp="1"/>
          </p:cNvSpPr>
          <p:nvPr>
            <p:ph type="body" sz="quarter" idx="34"/>
          </p:nvPr>
        </p:nvSpPr>
        <p:spPr>
          <a:xfrm>
            <a:off x="6087406"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1" name="Text Placeholder 3"/>
          <p:cNvSpPr>
            <a:spLocks noGrp="1"/>
          </p:cNvSpPr>
          <p:nvPr>
            <p:ph type="body" sz="quarter" idx="35"/>
          </p:nvPr>
        </p:nvSpPr>
        <p:spPr>
          <a:xfrm>
            <a:off x="4185271"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2" name="Text Placeholder 3"/>
          <p:cNvSpPr>
            <a:spLocks noGrp="1"/>
          </p:cNvSpPr>
          <p:nvPr>
            <p:ph type="body" sz="quarter" idx="36"/>
          </p:nvPr>
        </p:nvSpPr>
        <p:spPr>
          <a:xfrm>
            <a:off x="2283136"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le style 2">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7" name="Text Placeholder 6"/>
          <p:cNvSpPr>
            <a:spLocks noGrp="1"/>
          </p:cNvSpPr>
          <p:nvPr>
            <p:ph type="body" sz="quarter" idx="19"/>
          </p:nvPr>
        </p:nvSpPr>
        <p:spPr>
          <a:xfrm>
            <a:off x="381000" y="2350632"/>
            <a:ext cx="2743200" cy="806407"/>
          </a:xfrm>
        </p:spPr>
        <p:txBody>
          <a:bodyPr lIns="90000"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dirty="0"/>
              <a:t>Click to edit Master text styles</a:t>
            </a:r>
          </a:p>
        </p:txBody>
      </p:sp>
      <p:sp>
        <p:nvSpPr>
          <p:cNvPr id="18" name="Text Placeholder 17"/>
          <p:cNvSpPr>
            <a:spLocks noGrp="1"/>
          </p:cNvSpPr>
          <p:nvPr>
            <p:ph type="body" sz="quarter" idx="26"/>
          </p:nvPr>
        </p:nvSpPr>
        <p:spPr>
          <a:xfrm>
            <a:off x="3210262" y="2350632"/>
            <a:ext cx="8472803" cy="806407"/>
          </a:xfrm>
        </p:spPr>
        <p:txBody>
          <a:bodyPr lIns="90000"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dirty="0"/>
              <a:t>Click to edit Master text styles</a:t>
            </a:r>
          </a:p>
        </p:txBody>
      </p:sp>
      <p:sp>
        <p:nvSpPr>
          <p:cNvPr id="20" name="Text Placeholder 6"/>
          <p:cNvSpPr>
            <a:spLocks noGrp="1"/>
          </p:cNvSpPr>
          <p:nvPr>
            <p:ph type="body" sz="quarter" idx="21"/>
          </p:nvPr>
        </p:nvSpPr>
        <p:spPr>
          <a:xfrm>
            <a:off x="381000" y="3351453"/>
            <a:ext cx="2743200" cy="806407"/>
          </a:xfrm>
        </p:spPr>
        <p:txBody>
          <a:bodyPr lIns="90000"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2" name="Text Placeholder 17"/>
          <p:cNvSpPr>
            <a:spLocks noGrp="1"/>
          </p:cNvSpPr>
          <p:nvPr>
            <p:ph type="body" sz="quarter" idx="27"/>
          </p:nvPr>
        </p:nvSpPr>
        <p:spPr>
          <a:xfrm>
            <a:off x="3210262" y="3351453"/>
            <a:ext cx="8472803" cy="806407"/>
          </a:xfrm>
        </p:spPr>
        <p:txBody>
          <a:bodyPr lIns="90000"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sp>
        <p:nvSpPr>
          <p:cNvPr id="22" name="Text Placeholder 6"/>
          <p:cNvSpPr>
            <a:spLocks noGrp="1"/>
          </p:cNvSpPr>
          <p:nvPr>
            <p:ph type="body" sz="quarter" idx="23"/>
          </p:nvPr>
        </p:nvSpPr>
        <p:spPr>
          <a:xfrm>
            <a:off x="381000" y="4352274"/>
            <a:ext cx="2743200" cy="806407"/>
          </a:xfrm>
        </p:spPr>
        <p:txBody>
          <a:bodyPr lIns="90000"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3" name="Text Placeholder 17"/>
          <p:cNvSpPr>
            <a:spLocks noGrp="1"/>
          </p:cNvSpPr>
          <p:nvPr>
            <p:ph type="body" sz="quarter" idx="28"/>
          </p:nvPr>
        </p:nvSpPr>
        <p:spPr>
          <a:xfrm>
            <a:off x="3210262" y="4352274"/>
            <a:ext cx="8472803" cy="806407"/>
          </a:xfrm>
        </p:spPr>
        <p:txBody>
          <a:bodyPr lIns="90000"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sp>
        <p:nvSpPr>
          <p:cNvPr id="28" name="Text Placeholder 6"/>
          <p:cNvSpPr>
            <a:spLocks noGrp="1"/>
          </p:cNvSpPr>
          <p:nvPr>
            <p:ph type="body" sz="quarter" idx="25"/>
          </p:nvPr>
        </p:nvSpPr>
        <p:spPr>
          <a:xfrm>
            <a:off x="381000" y="5353093"/>
            <a:ext cx="2743200" cy="806407"/>
          </a:xfrm>
        </p:spPr>
        <p:txBody>
          <a:bodyPr lIns="90000"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4" name="Text Placeholder 17"/>
          <p:cNvSpPr>
            <a:spLocks noGrp="1"/>
          </p:cNvSpPr>
          <p:nvPr>
            <p:ph type="body" sz="quarter" idx="29"/>
          </p:nvPr>
        </p:nvSpPr>
        <p:spPr>
          <a:xfrm>
            <a:off x="3210262" y="5353093"/>
            <a:ext cx="8472803" cy="806407"/>
          </a:xfrm>
        </p:spPr>
        <p:txBody>
          <a:bodyPr lIns="90000"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cxnSp>
        <p:nvCxnSpPr>
          <p:cNvPr id="36" name="Straight Connector 35"/>
          <p:cNvCxnSpPr/>
          <p:nvPr userDrawn="1"/>
        </p:nvCxnSpPr>
        <p:spPr>
          <a:xfrm>
            <a:off x="381000" y="3254246"/>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userDrawn="1"/>
        </p:nvCxnSpPr>
        <p:spPr>
          <a:xfrm>
            <a:off x="381000" y="4255067"/>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userDrawn="1"/>
        </p:nvCxnSpPr>
        <p:spPr>
          <a:xfrm>
            <a:off x="381000" y="5255888"/>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IN"/>
          </a:p>
        </p:txBody>
      </p:sp>
      <p:sp>
        <p:nvSpPr>
          <p:cNvPr id="5" name="Text Placeholder 14"/>
          <p:cNvSpPr>
            <a:spLocks noGrp="1"/>
          </p:cNvSpPr>
          <p:nvPr>
            <p:ph type="body" sz="quarter" idx="30"/>
          </p:nvPr>
        </p:nvSpPr>
        <p:spPr>
          <a:xfrm>
            <a:off x="381000" y="1749425"/>
            <a:ext cx="2880000" cy="504000"/>
          </a:xfrm>
          <a:prstGeom prst="parallelogram">
            <a:avLst/>
          </a:prstGeom>
          <a:solidFill>
            <a:schemeClr val="bg2"/>
          </a:solidFill>
        </p:spPr>
        <p:txBody>
          <a:bodyPr wrap="none" lIns="0" tIns="45720" rIns="228600" bIns="45720" anchor="ctr">
            <a:noAutofit/>
          </a:bodyPr>
          <a:lstStyle>
            <a:lvl1pPr marL="0" indent="0" algn="ctr">
              <a:lnSpc>
                <a:spcPct val="100000"/>
              </a:lnSpc>
              <a:spcBef>
                <a:spcPts val="0"/>
              </a:spcBef>
              <a:buNone/>
              <a:defRPr sz="1400" b="1" baseline="0">
                <a:solidFill>
                  <a:schemeClr val="bg1"/>
                </a:solidFill>
              </a:defRPr>
            </a:lvl1pPr>
          </a:lstStyle>
          <a:p>
            <a:pPr lvl="0"/>
            <a:endParaRPr lang="en-US" dirty="0"/>
          </a:p>
        </p:txBody>
      </p:sp>
      <p:sp>
        <p:nvSpPr>
          <p:cNvPr id="8" name="Text Placeholder 14"/>
          <p:cNvSpPr>
            <a:spLocks noGrp="1"/>
          </p:cNvSpPr>
          <p:nvPr>
            <p:ph type="body" sz="quarter" idx="31"/>
          </p:nvPr>
        </p:nvSpPr>
        <p:spPr>
          <a:xfrm>
            <a:off x="3210262" y="1749425"/>
            <a:ext cx="8600738" cy="504000"/>
          </a:xfrm>
          <a:prstGeom prst="parallelogram">
            <a:avLst/>
          </a:prstGeom>
          <a:solidFill>
            <a:schemeClr val="bg2"/>
          </a:solidFill>
        </p:spPr>
        <p:txBody>
          <a:bodyPr wrap="none" lIns="0" tIns="45720" rIns="228600" bIns="45720" anchor="ctr">
            <a:noAutofit/>
          </a:bodyPr>
          <a:lstStyle>
            <a:lvl1pPr marL="0" indent="0" algn="ctr">
              <a:lnSpc>
                <a:spcPct val="100000"/>
              </a:lnSpc>
              <a:spcBef>
                <a:spcPts val="0"/>
              </a:spcBef>
              <a:buNone/>
              <a:defRPr sz="1400" b="1" baseline="0">
                <a:solidFill>
                  <a:schemeClr val="bg1"/>
                </a:solidFill>
              </a:defRPr>
            </a:lvl1pPr>
          </a:lstStyle>
          <a:p>
            <a:pPr lvl="0"/>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ree Split">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6" name="Text Placeholder 15"/>
          <p:cNvSpPr>
            <a:spLocks noGrp="1"/>
          </p:cNvSpPr>
          <p:nvPr>
            <p:ph type="body" sz="quarter" idx="13" hasCustomPrompt="1"/>
          </p:nvPr>
        </p:nvSpPr>
        <p:spPr>
          <a:xfrm>
            <a:off x="381000"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19" name="Text Placeholder 15"/>
          <p:cNvSpPr>
            <a:spLocks noGrp="1"/>
          </p:cNvSpPr>
          <p:nvPr>
            <p:ph type="body" sz="quarter" idx="14" hasCustomPrompt="1"/>
          </p:nvPr>
        </p:nvSpPr>
        <p:spPr>
          <a:xfrm>
            <a:off x="4252912"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0" name="Text Placeholder 15"/>
          <p:cNvSpPr>
            <a:spLocks noGrp="1"/>
          </p:cNvSpPr>
          <p:nvPr>
            <p:ph type="body" sz="quarter" idx="15" hasCustomPrompt="1"/>
          </p:nvPr>
        </p:nvSpPr>
        <p:spPr>
          <a:xfrm>
            <a:off x="8124825"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4" name="Text Placeholder 3"/>
          <p:cNvSpPr>
            <a:spLocks noGrp="1"/>
          </p:cNvSpPr>
          <p:nvPr>
            <p:ph type="body" sz="quarter" idx="17"/>
          </p:nvPr>
        </p:nvSpPr>
        <p:spPr>
          <a:xfrm>
            <a:off x="381000" y="2417977"/>
            <a:ext cx="3541321" cy="3741523"/>
          </a:xfrm>
        </p:spPr>
        <p:txBody>
          <a:bodyPr lIns="90000" tIns="90000" rIns="90000" b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7" name="Text Placeholder 3"/>
          <p:cNvSpPr>
            <a:spLocks noGrp="1"/>
          </p:cNvSpPr>
          <p:nvPr>
            <p:ph type="body" sz="quarter" idx="18"/>
          </p:nvPr>
        </p:nvSpPr>
        <p:spPr>
          <a:xfrm>
            <a:off x="4252912" y="2417977"/>
            <a:ext cx="3541321" cy="3741523"/>
          </a:xfrm>
        </p:spPr>
        <p:txBody>
          <a:bodyPr lIns="90000" tIns="90000" rIns="90000" b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8" name="Text Placeholder 3"/>
          <p:cNvSpPr>
            <a:spLocks noGrp="1"/>
          </p:cNvSpPr>
          <p:nvPr>
            <p:ph type="body" sz="quarter" idx="19"/>
          </p:nvPr>
        </p:nvSpPr>
        <p:spPr>
          <a:xfrm>
            <a:off x="8124825" y="2417977"/>
            <a:ext cx="3541321" cy="3741523"/>
          </a:xfrm>
        </p:spPr>
        <p:txBody>
          <a:bodyPr lIns="90000" tIns="90000" rIns="90000" b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p:cNvSpPr>
            <a:spLocks noGrp="1"/>
          </p:cNvSpPr>
          <p:nvPr>
            <p:ph type="title"/>
          </p:nvPr>
        </p:nvSpPr>
        <p:spPr/>
        <p:txBody>
          <a:bodyPr>
            <a:noAutofit/>
          </a:bodyPr>
          <a:lstStyle/>
          <a:p>
            <a:r>
              <a:rPr lang="en-US"/>
              <a:t>Click to edit Master title style</a:t>
            </a:r>
            <a:endParaRPr lang="en-IN"/>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text three parts v2">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5" name="Text Placeholder 4"/>
          <p:cNvSpPr>
            <a:spLocks noGrp="1"/>
          </p:cNvSpPr>
          <p:nvPr>
            <p:ph type="body" sz="quarter" idx="20"/>
          </p:nvPr>
        </p:nvSpPr>
        <p:spPr>
          <a:xfrm>
            <a:off x="381000" y="1755073"/>
            <a:ext cx="3749261" cy="595140"/>
          </a:xfrm>
          <a:prstGeom prst="homePlate">
            <a:avLst>
              <a:gd name="adj" fmla="val 27594"/>
            </a:avLst>
          </a:prstGeom>
          <a:solidFill>
            <a:schemeClr val="bg2"/>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7" name="Text Placeholder 6"/>
          <p:cNvSpPr>
            <a:spLocks noGrp="1"/>
          </p:cNvSpPr>
          <p:nvPr>
            <p:ph type="body" sz="quarter" idx="21" hasCustomPrompt="1"/>
          </p:nvPr>
        </p:nvSpPr>
        <p:spPr>
          <a:xfrm>
            <a:off x="439565" y="1813638"/>
            <a:ext cx="478010" cy="478010"/>
          </a:xfrm>
          <a:solidFill>
            <a:schemeClr val="bg1"/>
          </a:solidFill>
        </p:spPr>
        <p:txBody>
          <a:bodyPr anchor="ctr">
            <a:noAutofit/>
          </a:bodyPr>
          <a:lstStyle>
            <a:lvl1pPr marL="0" indent="0" algn="ctr">
              <a:buNone/>
              <a:defRPr sz="1400" b="1" i="0" baseline="0">
                <a:solidFill>
                  <a:schemeClr val="bg2"/>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29" name="Text Placeholder 4"/>
          <p:cNvSpPr>
            <a:spLocks noGrp="1"/>
          </p:cNvSpPr>
          <p:nvPr>
            <p:ph type="body" sz="quarter" idx="22"/>
          </p:nvPr>
        </p:nvSpPr>
        <p:spPr>
          <a:xfrm>
            <a:off x="4221370" y="1755073"/>
            <a:ext cx="3749261" cy="595140"/>
          </a:xfrm>
          <a:prstGeom prst="homePlate">
            <a:avLst>
              <a:gd name="adj" fmla="val 27594"/>
            </a:avLst>
          </a:prstGeom>
          <a:solidFill>
            <a:schemeClr val="tx2"/>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30" name="Text Placeholder 6"/>
          <p:cNvSpPr>
            <a:spLocks noGrp="1"/>
          </p:cNvSpPr>
          <p:nvPr>
            <p:ph type="body" sz="quarter" idx="23" hasCustomPrompt="1"/>
          </p:nvPr>
        </p:nvSpPr>
        <p:spPr>
          <a:xfrm>
            <a:off x="4279935" y="1813638"/>
            <a:ext cx="478010" cy="478010"/>
          </a:xfrm>
          <a:solidFill>
            <a:schemeClr val="bg1"/>
          </a:solidFill>
        </p:spPr>
        <p:txBody>
          <a:bodyPr anchor="ctr">
            <a:noAutofit/>
          </a:bodyPr>
          <a:lstStyle>
            <a:lvl1pPr marL="0" indent="0" algn="ctr">
              <a:buNone/>
              <a:defRPr sz="1400" b="1" i="0" baseline="0">
                <a:solidFill>
                  <a:schemeClr val="tx2"/>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31" name="Text Placeholder 4"/>
          <p:cNvSpPr>
            <a:spLocks noGrp="1"/>
          </p:cNvSpPr>
          <p:nvPr>
            <p:ph type="body" sz="quarter" idx="24"/>
          </p:nvPr>
        </p:nvSpPr>
        <p:spPr>
          <a:xfrm>
            <a:off x="8061739" y="1755073"/>
            <a:ext cx="3749261" cy="595140"/>
          </a:xfrm>
          <a:prstGeom prst="homePlate">
            <a:avLst>
              <a:gd name="adj" fmla="val 27594"/>
            </a:avLst>
          </a:prstGeom>
          <a:solidFill>
            <a:schemeClr val="accent1"/>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32" name="Text Placeholder 6"/>
          <p:cNvSpPr>
            <a:spLocks noGrp="1"/>
          </p:cNvSpPr>
          <p:nvPr>
            <p:ph type="body" sz="quarter" idx="25" hasCustomPrompt="1"/>
          </p:nvPr>
        </p:nvSpPr>
        <p:spPr>
          <a:xfrm>
            <a:off x="8120304" y="1813638"/>
            <a:ext cx="478010" cy="478010"/>
          </a:xfrm>
          <a:solidFill>
            <a:schemeClr val="bg1"/>
          </a:solidFill>
        </p:spPr>
        <p:txBody>
          <a:bodyPr anchor="ctr">
            <a:noAutofit/>
          </a:bodyPr>
          <a:lstStyle>
            <a:lvl1pPr marL="0" indent="0" algn="ctr">
              <a:buNone/>
              <a:defRPr sz="1400" b="1" i="0" baseline="0">
                <a:solidFill>
                  <a:schemeClr val="accent1"/>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4" name="Text Placeholder 3"/>
          <p:cNvSpPr>
            <a:spLocks noGrp="1"/>
          </p:cNvSpPr>
          <p:nvPr>
            <p:ph type="body" sz="quarter" idx="17"/>
          </p:nvPr>
        </p:nvSpPr>
        <p:spPr>
          <a:xfrm>
            <a:off x="381000" y="2417977"/>
            <a:ext cx="3578493" cy="3741523"/>
          </a:xfrm>
        </p:spPr>
        <p:txBody>
          <a:bodyPr l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7" name="Text Placeholder 3"/>
          <p:cNvSpPr>
            <a:spLocks noGrp="1"/>
          </p:cNvSpPr>
          <p:nvPr>
            <p:ph type="body" sz="quarter" idx="18"/>
          </p:nvPr>
        </p:nvSpPr>
        <p:spPr>
          <a:xfrm>
            <a:off x="4221370" y="2417977"/>
            <a:ext cx="3578493" cy="3741523"/>
          </a:xfrm>
        </p:spPr>
        <p:txBody>
          <a:bodyPr l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8" name="Text Placeholder 3"/>
          <p:cNvSpPr>
            <a:spLocks noGrp="1"/>
          </p:cNvSpPr>
          <p:nvPr>
            <p:ph type="body" sz="quarter" idx="19"/>
          </p:nvPr>
        </p:nvSpPr>
        <p:spPr>
          <a:xfrm>
            <a:off x="8061739" y="2417977"/>
            <a:ext cx="3578493" cy="3741523"/>
          </a:xfrm>
        </p:spPr>
        <p:txBody>
          <a:bodyPr l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p:cNvSpPr>
            <a:spLocks noGrp="1"/>
          </p:cNvSpPr>
          <p:nvPr>
            <p:ph type="title"/>
          </p:nvPr>
        </p:nvSpPr>
        <p:spPr/>
        <p:txBody>
          <a:bodyPr>
            <a:noAutofit/>
          </a:bodyPr>
          <a:lstStyle/>
          <a:p>
            <a:r>
              <a:rPr lang="en-US"/>
              <a:t>Click to edit Master title style</a:t>
            </a:r>
            <a:endParaRPr lang="en-IN"/>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itle and text three parts v3 Horizontal">
    <p:spTree>
      <p:nvGrpSpPr>
        <p:cNvPr id="1" name=""/>
        <p:cNvGrpSpPr/>
        <p:nvPr/>
      </p:nvGrpSpPr>
      <p:grpSpPr>
        <a:xfrm>
          <a:off x="0" y="0"/>
          <a:ext cx="0" cy="0"/>
          <a:chOff x="0" y="0"/>
          <a:chExt cx="0" cy="0"/>
        </a:xfrm>
      </p:grpSpPr>
      <p:sp>
        <p:nvSpPr>
          <p:cNvPr id="3" name="Text Placeholder 4"/>
          <p:cNvSpPr>
            <a:spLocks noGrp="1"/>
          </p:cNvSpPr>
          <p:nvPr>
            <p:ph type="body" sz="quarter" idx="10" hasCustomPrompt="1"/>
          </p:nvPr>
        </p:nvSpPr>
        <p:spPr>
          <a:xfrm>
            <a:off x="381000" y="1170535"/>
            <a:ext cx="11430000" cy="446088"/>
          </a:xfrm>
        </p:spPr>
        <p:txBody>
          <a:bodyPr anchor="ctr">
            <a:noAutofit/>
          </a:bodyPr>
          <a:lstStyle>
            <a:lvl1pPr marL="0" indent="0">
              <a:buNone/>
              <a:defRPr sz="1600"/>
            </a:lvl1pPr>
          </a:lstStyle>
          <a:p>
            <a:pPr lvl="0"/>
            <a:r>
              <a:rPr lang="en-GB"/>
              <a:t>Optional sub-head</a:t>
            </a:r>
            <a:endParaRPr lang="en-US"/>
          </a:p>
        </p:txBody>
      </p:sp>
      <p:sp>
        <p:nvSpPr>
          <p:cNvPr id="14" name="Title 13"/>
          <p:cNvSpPr>
            <a:spLocks noGrp="1"/>
          </p:cNvSpPr>
          <p:nvPr>
            <p:ph type="title"/>
          </p:nvPr>
        </p:nvSpPr>
        <p:spPr/>
        <p:txBody>
          <a:bodyPr/>
          <a:lstStyle/>
          <a:p>
            <a:r>
              <a:rPr lang="en-US"/>
              <a:t>Click to edit Master title style</a:t>
            </a:r>
            <a:endParaRPr lang="en-IN"/>
          </a:p>
        </p:txBody>
      </p:sp>
      <p:sp>
        <p:nvSpPr>
          <p:cNvPr id="4" name="Text Placeholder 5"/>
          <p:cNvSpPr>
            <a:spLocks noGrp="1"/>
          </p:cNvSpPr>
          <p:nvPr>
            <p:ph type="body" sz="quarter" idx="17"/>
          </p:nvPr>
        </p:nvSpPr>
        <p:spPr>
          <a:xfrm>
            <a:off x="381000"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5" name="Text Placeholder 9"/>
          <p:cNvSpPr>
            <a:spLocks noGrp="1"/>
          </p:cNvSpPr>
          <p:nvPr>
            <p:ph type="body" sz="quarter" idx="18"/>
          </p:nvPr>
        </p:nvSpPr>
        <p:spPr>
          <a:xfrm>
            <a:off x="4252914"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6" name="Text Placeholder 17"/>
          <p:cNvSpPr>
            <a:spLocks noGrp="1"/>
          </p:cNvSpPr>
          <p:nvPr>
            <p:ph type="body" sz="quarter" idx="19"/>
          </p:nvPr>
        </p:nvSpPr>
        <p:spPr>
          <a:xfrm>
            <a:off x="8124829"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 name="Text Placeholder 33"/>
          <p:cNvSpPr>
            <a:spLocks noGrp="1"/>
          </p:cNvSpPr>
          <p:nvPr>
            <p:ph type="body" sz="quarter" idx="32" hasCustomPrompt="1"/>
          </p:nvPr>
        </p:nvSpPr>
        <p:spPr>
          <a:xfrm rot="10800000" flipH="1">
            <a:off x="968676"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1" name="Text Placeholder 33"/>
          <p:cNvSpPr>
            <a:spLocks noGrp="1"/>
          </p:cNvSpPr>
          <p:nvPr>
            <p:ph type="body" sz="quarter" idx="33" hasCustomPrompt="1"/>
          </p:nvPr>
        </p:nvSpPr>
        <p:spPr>
          <a:xfrm rot="10800000" flipH="1">
            <a:off x="4840591"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2" name="Text Placeholder 33"/>
          <p:cNvSpPr>
            <a:spLocks noGrp="1"/>
          </p:cNvSpPr>
          <p:nvPr>
            <p:ph type="body" sz="quarter" idx="34" hasCustomPrompt="1"/>
          </p:nvPr>
        </p:nvSpPr>
        <p:spPr>
          <a:xfrm rot="10800000" flipH="1">
            <a:off x="8712505"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text three parts v3 Horizontal">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13" name="Text Placeholder 15"/>
          <p:cNvSpPr>
            <a:spLocks noGrp="1"/>
          </p:cNvSpPr>
          <p:nvPr>
            <p:ph type="body" sz="quarter" idx="13" hasCustomPrompt="1"/>
          </p:nvPr>
        </p:nvSpPr>
        <p:spPr>
          <a:xfrm>
            <a:off x="381000"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3" name="Text Placeholder 22"/>
          <p:cNvSpPr>
            <a:spLocks noGrp="1"/>
          </p:cNvSpPr>
          <p:nvPr>
            <p:ph type="body" sz="quarter" idx="20" hasCustomPrompt="1"/>
          </p:nvPr>
        </p:nvSpPr>
        <p:spPr>
          <a:xfrm>
            <a:off x="466725"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16" name="Text Placeholder 15"/>
          <p:cNvSpPr>
            <a:spLocks noGrp="1"/>
          </p:cNvSpPr>
          <p:nvPr>
            <p:ph type="body" sz="quarter" idx="14" hasCustomPrompt="1"/>
          </p:nvPr>
        </p:nvSpPr>
        <p:spPr>
          <a:xfrm>
            <a:off x="4252914"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4" name="Text Placeholder 22"/>
          <p:cNvSpPr>
            <a:spLocks noGrp="1"/>
          </p:cNvSpPr>
          <p:nvPr>
            <p:ph type="body" sz="quarter" idx="21" hasCustomPrompt="1"/>
          </p:nvPr>
        </p:nvSpPr>
        <p:spPr>
          <a:xfrm>
            <a:off x="4338639"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19" name="Text Placeholder 15"/>
          <p:cNvSpPr>
            <a:spLocks noGrp="1"/>
          </p:cNvSpPr>
          <p:nvPr>
            <p:ph type="body" sz="quarter" idx="15" hasCustomPrompt="1"/>
          </p:nvPr>
        </p:nvSpPr>
        <p:spPr>
          <a:xfrm>
            <a:off x="8124829"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5" name="Text Placeholder 22"/>
          <p:cNvSpPr>
            <a:spLocks noGrp="1"/>
          </p:cNvSpPr>
          <p:nvPr>
            <p:ph type="body" sz="quarter" idx="22" hasCustomPrompt="1"/>
          </p:nvPr>
        </p:nvSpPr>
        <p:spPr>
          <a:xfrm>
            <a:off x="8210554"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20" name="Text Placeholder 5"/>
          <p:cNvSpPr>
            <a:spLocks noGrp="1"/>
          </p:cNvSpPr>
          <p:nvPr>
            <p:ph type="body" sz="quarter" idx="17"/>
          </p:nvPr>
        </p:nvSpPr>
        <p:spPr>
          <a:xfrm>
            <a:off x="381000"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21" name="Text Placeholder 9"/>
          <p:cNvSpPr>
            <a:spLocks noGrp="1"/>
          </p:cNvSpPr>
          <p:nvPr>
            <p:ph type="body" sz="quarter" idx="18"/>
          </p:nvPr>
        </p:nvSpPr>
        <p:spPr>
          <a:xfrm>
            <a:off x="4252914"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22" name="Text Placeholder 17"/>
          <p:cNvSpPr>
            <a:spLocks noGrp="1"/>
          </p:cNvSpPr>
          <p:nvPr>
            <p:ph type="body" sz="quarter" idx="19"/>
          </p:nvPr>
        </p:nvSpPr>
        <p:spPr>
          <a:xfrm>
            <a:off x="8124829"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2" name="Title 1"/>
          <p:cNvSpPr>
            <a:spLocks noGrp="1"/>
          </p:cNvSpPr>
          <p:nvPr>
            <p:ph type="title"/>
          </p:nvPr>
        </p:nvSpPr>
        <p:spPr/>
        <p:txBody>
          <a:bodyPr/>
          <a:lstStyle/>
          <a:p>
            <a:r>
              <a:rPr lang="en-US"/>
              <a:t>Click to edit Master title style</a:t>
            </a:r>
            <a:endParaRPr lang="en-IN"/>
          </a:p>
        </p:txBody>
      </p:sp>
      <p:sp>
        <p:nvSpPr>
          <p:cNvPr id="17" name="Text Placeholder 33"/>
          <p:cNvSpPr>
            <a:spLocks noGrp="1"/>
          </p:cNvSpPr>
          <p:nvPr>
            <p:ph type="body" sz="quarter" idx="32" hasCustomPrompt="1"/>
          </p:nvPr>
        </p:nvSpPr>
        <p:spPr>
          <a:xfrm rot="10800000" flipH="1">
            <a:off x="968676"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8" name="Text Placeholder 33"/>
          <p:cNvSpPr>
            <a:spLocks noGrp="1"/>
          </p:cNvSpPr>
          <p:nvPr>
            <p:ph type="body" sz="quarter" idx="33" hasCustomPrompt="1"/>
          </p:nvPr>
        </p:nvSpPr>
        <p:spPr>
          <a:xfrm rot="10800000" flipH="1">
            <a:off x="4840591"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9" name="Text Placeholder 33"/>
          <p:cNvSpPr>
            <a:spLocks noGrp="1"/>
          </p:cNvSpPr>
          <p:nvPr>
            <p:ph type="body" sz="quarter" idx="34" hasCustomPrompt="1"/>
          </p:nvPr>
        </p:nvSpPr>
        <p:spPr>
          <a:xfrm rot="10800000" flipH="1">
            <a:off x="8712505"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Two part action and results slide">
    <p:spTree>
      <p:nvGrpSpPr>
        <p:cNvPr id="1" name=""/>
        <p:cNvGrpSpPr/>
        <p:nvPr/>
      </p:nvGrpSpPr>
      <p:grpSpPr>
        <a:xfrm>
          <a:off x="0" y="0"/>
          <a:ext cx="0" cy="0"/>
          <a:chOff x="0" y="0"/>
          <a:chExt cx="0" cy="0"/>
        </a:xfrm>
      </p:grpSpPr>
      <p:sp>
        <p:nvSpPr>
          <p:cNvPr id="3"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
        <p:nvSpPr>
          <p:cNvPr id="14" name="Title 13"/>
          <p:cNvSpPr>
            <a:spLocks noGrp="1"/>
          </p:cNvSpPr>
          <p:nvPr>
            <p:ph type="title"/>
          </p:nvPr>
        </p:nvSpPr>
        <p:spPr/>
        <p:txBody>
          <a:bodyPr/>
          <a:lstStyle/>
          <a:p>
            <a:r>
              <a:rPr lang="en-US"/>
              <a:t>Click to edit Master title style</a:t>
            </a:r>
            <a:endParaRPr lang="en-IN"/>
          </a:p>
        </p:txBody>
      </p:sp>
      <p:sp>
        <p:nvSpPr>
          <p:cNvPr id="7" name="Text Placeholder 2"/>
          <p:cNvSpPr>
            <a:spLocks noGrp="1"/>
          </p:cNvSpPr>
          <p:nvPr>
            <p:ph type="body" sz="quarter" idx="18"/>
          </p:nvPr>
        </p:nvSpPr>
        <p:spPr>
          <a:xfrm>
            <a:off x="381000" y="1749425"/>
            <a:ext cx="6858000" cy="274320"/>
          </a:xfrm>
        </p:spPr>
        <p:txBody>
          <a:bodyPr tIns="46800" anchor="t">
            <a:noAutofit/>
          </a:bodyPr>
          <a:lstStyle>
            <a:lvl1pPr marL="0" indent="0">
              <a:buNone/>
              <a:defRPr sz="1400" b="1">
                <a:latin typeface="+mn-lt"/>
              </a:defRPr>
            </a:lvl1pPr>
          </a:lstStyle>
          <a:p>
            <a:pPr lvl="0"/>
            <a:r>
              <a:rPr lang="en-US"/>
              <a:t>Click to edit Master text styles</a:t>
            </a:r>
          </a:p>
        </p:txBody>
      </p:sp>
      <p:sp>
        <p:nvSpPr>
          <p:cNvPr id="8" name="Text Placeholder 2"/>
          <p:cNvSpPr>
            <a:spLocks noGrp="1"/>
          </p:cNvSpPr>
          <p:nvPr>
            <p:ph type="body" sz="quarter" idx="19"/>
          </p:nvPr>
        </p:nvSpPr>
        <p:spPr>
          <a:xfrm>
            <a:off x="7696200" y="1749425"/>
            <a:ext cx="4114800" cy="274320"/>
          </a:xfrm>
        </p:spPr>
        <p:txBody>
          <a:bodyPr tIns="46800" anchor="t">
            <a:noAutofit/>
          </a:bodyPr>
          <a:lstStyle>
            <a:lvl1pPr marL="0" indent="0">
              <a:buNone/>
              <a:defRPr sz="1400" b="1">
                <a:latin typeface="+mn-lt"/>
              </a:defRPr>
            </a:lvl1pPr>
          </a:lstStyle>
          <a:p>
            <a:pPr lvl="0"/>
            <a:r>
              <a:rPr lang="en-US" dirty="0"/>
              <a:t>Click to edit Master text styles</a:t>
            </a:r>
          </a:p>
        </p:txBody>
      </p:sp>
      <p:sp>
        <p:nvSpPr>
          <p:cNvPr id="9" name="Text Placeholder 2"/>
          <p:cNvSpPr>
            <a:spLocks noGrp="1"/>
          </p:cNvSpPr>
          <p:nvPr>
            <p:ph type="body" sz="quarter" idx="20"/>
          </p:nvPr>
        </p:nvSpPr>
        <p:spPr>
          <a:xfrm>
            <a:off x="381000" y="2181637"/>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0" name="Text Placeholder 2"/>
          <p:cNvSpPr>
            <a:spLocks noGrp="1"/>
          </p:cNvSpPr>
          <p:nvPr>
            <p:ph type="body" sz="quarter" idx="29"/>
          </p:nvPr>
        </p:nvSpPr>
        <p:spPr>
          <a:xfrm>
            <a:off x="7696200" y="2181637"/>
            <a:ext cx="4114800" cy="685800"/>
          </a:xfrm>
        </p:spPr>
        <p:txBody>
          <a:bodyPr tIns="90000" anchor="ctr"/>
          <a:lstStyle>
            <a:lvl1pPr marL="0" indent="0">
              <a:buNone/>
              <a:defRPr sz="1200" b="0"/>
            </a:lvl1pPr>
          </a:lstStyle>
          <a:p>
            <a:pPr lvl="0"/>
            <a:r>
              <a:rPr lang="en-US"/>
              <a:t>Click to edit Master text styles</a:t>
            </a:r>
          </a:p>
        </p:txBody>
      </p:sp>
      <p:sp>
        <p:nvSpPr>
          <p:cNvPr id="11" name="Text Placeholder 2"/>
          <p:cNvSpPr>
            <a:spLocks noGrp="1"/>
          </p:cNvSpPr>
          <p:nvPr>
            <p:ph type="body" sz="quarter" idx="21"/>
          </p:nvPr>
        </p:nvSpPr>
        <p:spPr>
          <a:xfrm>
            <a:off x="381000" y="3004653"/>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2" name="Text Placeholder 2"/>
          <p:cNvSpPr>
            <a:spLocks noGrp="1"/>
          </p:cNvSpPr>
          <p:nvPr>
            <p:ph type="body" sz="quarter" idx="30"/>
          </p:nvPr>
        </p:nvSpPr>
        <p:spPr>
          <a:xfrm>
            <a:off x="7696200" y="3004653"/>
            <a:ext cx="4114800" cy="685800"/>
          </a:xfrm>
        </p:spPr>
        <p:txBody>
          <a:bodyPr tIns="90000" anchor="ctr"/>
          <a:lstStyle>
            <a:lvl1pPr marL="0" indent="0">
              <a:buNone/>
              <a:defRPr sz="1200" b="0"/>
            </a:lvl1pPr>
          </a:lstStyle>
          <a:p>
            <a:pPr lvl="0"/>
            <a:r>
              <a:rPr lang="en-US"/>
              <a:t>Click to edit Master text styles</a:t>
            </a:r>
          </a:p>
        </p:txBody>
      </p:sp>
      <p:sp>
        <p:nvSpPr>
          <p:cNvPr id="13" name="Text Placeholder 2"/>
          <p:cNvSpPr>
            <a:spLocks noGrp="1"/>
          </p:cNvSpPr>
          <p:nvPr>
            <p:ph type="body" sz="quarter" idx="22"/>
          </p:nvPr>
        </p:nvSpPr>
        <p:spPr>
          <a:xfrm>
            <a:off x="381000" y="3827669"/>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5" name="Text Placeholder 2"/>
          <p:cNvSpPr>
            <a:spLocks noGrp="1"/>
          </p:cNvSpPr>
          <p:nvPr>
            <p:ph type="body" sz="quarter" idx="31"/>
          </p:nvPr>
        </p:nvSpPr>
        <p:spPr>
          <a:xfrm>
            <a:off x="7696200" y="3827669"/>
            <a:ext cx="4114800" cy="685800"/>
          </a:xfrm>
        </p:spPr>
        <p:txBody>
          <a:bodyPr tIns="90000" anchor="ctr"/>
          <a:lstStyle>
            <a:lvl1pPr marL="0" indent="0">
              <a:buNone/>
              <a:defRPr sz="1200" b="0"/>
            </a:lvl1pPr>
          </a:lstStyle>
          <a:p>
            <a:pPr lvl="0"/>
            <a:r>
              <a:rPr lang="en-US"/>
              <a:t>Click to edit Master text styles</a:t>
            </a:r>
          </a:p>
        </p:txBody>
      </p:sp>
      <p:sp>
        <p:nvSpPr>
          <p:cNvPr id="16" name="Text Placeholder 2"/>
          <p:cNvSpPr>
            <a:spLocks noGrp="1"/>
          </p:cNvSpPr>
          <p:nvPr>
            <p:ph type="body" sz="quarter" idx="23"/>
          </p:nvPr>
        </p:nvSpPr>
        <p:spPr>
          <a:xfrm>
            <a:off x="381000" y="4650685"/>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7" name="Text Placeholder 2"/>
          <p:cNvSpPr>
            <a:spLocks noGrp="1"/>
          </p:cNvSpPr>
          <p:nvPr>
            <p:ph type="body" sz="quarter" idx="32"/>
          </p:nvPr>
        </p:nvSpPr>
        <p:spPr>
          <a:xfrm>
            <a:off x="7696200" y="4650685"/>
            <a:ext cx="4114800" cy="685800"/>
          </a:xfrm>
        </p:spPr>
        <p:txBody>
          <a:bodyPr tIns="90000" anchor="ctr"/>
          <a:lstStyle>
            <a:lvl1pPr marL="0" indent="0">
              <a:buNone/>
              <a:defRPr sz="1200" b="0"/>
            </a:lvl1pPr>
          </a:lstStyle>
          <a:p>
            <a:pPr lvl="0"/>
            <a:r>
              <a:rPr lang="en-US"/>
              <a:t>Click to edit Master text styles</a:t>
            </a:r>
          </a:p>
        </p:txBody>
      </p:sp>
      <p:sp>
        <p:nvSpPr>
          <p:cNvPr id="18" name="Text Placeholder 2"/>
          <p:cNvSpPr>
            <a:spLocks noGrp="1"/>
          </p:cNvSpPr>
          <p:nvPr>
            <p:ph type="body" sz="quarter" idx="24"/>
          </p:nvPr>
        </p:nvSpPr>
        <p:spPr>
          <a:xfrm>
            <a:off x="381000" y="5473700"/>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9" name="Text Placeholder 2"/>
          <p:cNvSpPr>
            <a:spLocks noGrp="1"/>
          </p:cNvSpPr>
          <p:nvPr>
            <p:ph type="body" sz="quarter" idx="33"/>
          </p:nvPr>
        </p:nvSpPr>
        <p:spPr>
          <a:xfrm>
            <a:off x="7696200" y="5473700"/>
            <a:ext cx="4114800" cy="685800"/>
          </a:xfrm>
        </p:spPr>
        <p:txBody>
          <a:bodyPr tIns="90000" anchor="ctr"/>
          <a:lstStyle>
            <a:lvl1pPr marL="0" indent="0">
              <a:buNone/>
              <a:defRPr sz="1200" b="0"/>
            </a:lvl1pPr>
          </a:lstStyle>
          <a:p>
            <a:pPr lvl="0"/>
            <a:r>
              <a:rPr lang="en-US"/>
              <a:t>Click to edit Master text styles</a:t>
            </a:r>
          </a:p>
        </p:txBody>
      </p:sp>
      <p:sp>
        <p:nvSpPr>
          <p:cNvPr id="20" name="Text Placeholder 33"/>
          <p:cNvSpPr>
            <a:spLocks noGrp="1"/>
          </p:cNvSpPr>
          <p:nvPr>
            <p:ph type="body" sz="quarter" idx="39"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1" name="Text Placeholder 33"/>
          <p:cNvSpPr>
            <a:spLocks noGrp="1"/>
          </p:cNvSpPr>
          <p:nvPr>
            <p:ph type="body" sz="quarter" idx="40"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2" name="Text Placeholder 33"/>
          <p:cNvSpPr>
            <a:spLocks noGrp="1"/>
          </p:cNvSpPr>
          <p:nvPr>
            <p:ph type="body" sz="quarter" idx="41"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3" name="Text Placeholder 33"/>
          <p:cNvSpPr>
            <a:spLocks noGrp="1"/>
          </p:cNvSpPr>
          <p:nvPr>
            <p:ph type="body" sz="quarter" idx="42"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4" name="Text Placeholder 33"/>
          <p:cNvSpPr>
            <a:spLocks noGrp="1"/>
          </p:cNvSpPr>
          <p:nvPr>
            <p:ph type="body" sz="quarter" idx="43"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part action and results slide">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9" name="Text Placeholder 2"/>
          <p:cNvSpPr>
            <a:spLocks noGrp="1"/>
          </p:cNvSpPr>
          <p:nvPr>
            <p:ph type="body" sz="quarter" idx="18"/>
          </p:nvPr>
        </p:nvSpPr>
        <p:spPr>
          <a:xfrm>
            <a:off x="381000" y="1749425"/>
            <a:ext cx="6858000" cy="274320"/>
          </a:xfrm>
        </p:spPr>
        <p:txBody>
          <a:bodyPr lIns="90000" tIns="46800" rIns="90000" anchor="t">
            <a:noAutofit/>
          </a:bodyPr>
          <a:lstStyle>
            <a:lvl1pPr marL="0" indent="0">
              <a:buNone/>
              <a:defRPr sz="1400" b="1">
                <a:latin typeface="+mn-lt"/>
              </a:defRPr>
            </a:lvl1pPr>
          </a:lstStyle>
          <a:p>
            <a:pPr lvl="0"/>
            <a:r>
              <a:rPr lang="en-US"/>
              <a:t>Click to edit Master text styles</a:t>
            </a:r>
          </a:p>
        </p:txBody>
      </p:sp>
      <p:sp>
        <p:nvSpPr>
          <p:cNvPr id="30" name="Text Placeholder 2"/>
          <p:cNvSpPr>
            <a:spLocks noGrp="1"/>
          </p:cNvSpPr>
          <p:nvPr>
            <p:ph type="body" sz="quarter" idx="19"/>
          </p:nvPr>
        </p:nvSpPr>
        <p:spPr>
          <a:xfrm>
            <a:off x="7696200" y="1749425"/>
            <a:ext cx="4114800" cy="274320"/>
          </a:xfrm>
        </p:spPr>
        <p:txBody>
          <a:bodyPr lIns="90000" tIns="46800" rIns="90000" anchor="t">
            <a:noAutofit/>
          </a:bodyPr>
          <a:lstStyle>
            <a:lvl1pPr marL="0" indent="0">
              <a:buNone/>
              <a:defRPr sz="1400" b="1">
                <a:latin typeface="+mn-lt"/>
              </a:defRPr>
            </a:lvl1pPr>
          </a:lstStyle>
          <a:p>
            <a:pPr lvl="0"/>
            <a:r>
              <a:rPr lang="en-US"/>
              <a:t>Click to edit Master text styles</a:t>
            </a:r>
          </a:p>
        </p:txBody>
      </p:sp>
      <p:sp>
        <p:nvSpPr>
          <p:cNvPr id="31" name="Text Placeholder 2"/>
          <p:cNvSpPr>
            <a:spLocks noGrp="1"/>
          </p:cNvSpPr>
          <p:nvPr>
            <p:ph type="body" sz="quarter" idx="20"/>
          </p:nvPr>
        </p:nvSpPr>
        <p:spPr>
          <a:xfrm>
            <a:off x="381000" y="2181637"/>
            <a:ext cx="1168400" cy="685800"/>
          </a:xfrm>
        </p:spPr>
        <p:txBody>
          <a:bodyPr lIns="72000" tIns="46800" rIns="72000" anchor="ctr"/>
          <a:lstStyle>
            <a:lvl1pPr marL="0" indent="0">
              <a:spcBef>
                <a:spcPts val="0"/>
              </a:spcBef>
              <a:buNone/>
              <a:defRPr sz="1200" b="0"/>
            </a:lvl1pPr>
          </a:lstStyle>
          <a:p>
            <a:pPr lvl="0"/>
            <a:r>
              <a:rPr lang="en-US"/>
              <a:t>Click to edit Master text styles</a:t>
            </a:r>
          </a:p>
        </p:txBody>
      </p:sp>
      <p:sp>
        <p:nvSpPr>
          <p:cNvPr id="49" name="Text Placeholder 48"/>
          <p:cNvSpPr>
            <a:spLocks noGrp="1"/>
          </p:cNvSpPr>
          <p:nvPr>
            <p:ph type="body" sz="quarter" idx="34"/>
          </p:nvPr>
        </p:nvSpPr>
        <p:spPr>
          <a:xfrm>
            <a:off x="1641207" y="2181637"/>
            <a:ext cx="5597793" cy="685800"/>
          </a:xfrm>
          <a:prstGeom prst="parallelogram">
            <a:avLst/>
          </a:prstGeom>
          <a:solidFill>
            <a:schemeClr val="bg2"/>
          </a:solidFill>
        </p:spPr>
        <p:txBody>
          <a:bodyPr wrap="square" lIns="72000" tIns="46800" rIns="72000" bIns="45720" anchor="ctr">
            <a:noAutofit/>
          </a:bodyPr>
          <a:lstStyle>
            <a:lvl1pPr>
              <a:defRPr sz="1200" baseline="0">
                <a:solidFill>
                  <a:schemeClr val="bg2"/>
                </a:solidFill>
              </a:defRPr>
            </a:lvl1pPr>
          </a:lstStyle>
          <a:p>
            <a:pPr lvl="0"/>
            <a:r>
              <a:rPr lang="en-US" dirty="0"/>
              <a:t>Click to edit Master text styles</a:t>
            </a:r>
          </a:p>
        </p:txBody>
      </p:sp>
      <p:sp>
        <p:nvSpPr>
          <p:cNvPr id="40" name="Text Placeholder 2"/>
          <p:cNvSpPr>
            <a:spLocks noGrp="1"/>
          </p:cNvSpPr>
          <p:nvPr>
            <p:ph type="body" sz="quarter" idx="29"/>
          </p:nvPr>
        </p:nvSpPr>
        <p:spPr>
          <a:xfrm>
            <a:off x="7696200" y="2181637"/>
            <a:ext cx="4114800" cy="685800"/>
          </a:xfrm>
        </p:spPr>
        <p:txBody>
          <a:bodyPr lIns="90000" tIns="90000" rIns="90000" anchor="ctr"/>
          <a:lstStyle>
            <a:lvl1pPr marL="0" indent="0">
              <a:buNone/>
              <a:defRPr sz="1200" b="0"/>
            </a:lvl1pPr>
          </a:lstStyle>
          <a:p>
            <a:pPr lvl="0"/>
            <a:r>
              <a:rPr lang="en-US"/>
              <a:t>Click to edit Master text styles</a:t>
            </a:r>
          </a:p>
        </p:txBody>
      </p:sp>
      <p:sp>
        <p:nvSpPr>
          <p:cNvPr id="32" name="Text Placeholder 2"/>
          <p:cNvSpPr>
            <a:spLocks noGrp="1"/>
          </p:cNvSpPr>
          <p:nvPr>
            <p:ph type="body" sz="quarter" idx="21"/>
          </p:nvPr>
        </p:nvSpPr>
        <p:spPr>
          <a:xfrm>
            <a:off x="381000" y="3004653"/>
            <a:ext cx="1168400" cy="685800"/>
          </a:xfrm>
        </p:spPr>
        <p:txBody>
          <a:bodyPr lIns="72000" tIns="46800" rIns="72000" anchor="ctr"/>
          <a:lstStyle>
            <a:lvl1pPr marL="0" indent="0">
              <a:spcBef>
                <a:spcPts val="0"/>
              </a:spcBef>
              <a:buNone/>
              <a:defRPr sz="1200" b="0"/>
            </a:lvl1pPr>
          </a:lstStyle>
          <a:p>
            <a:pPr lvl="0"/>
            <a:r>
              <a:rPr lang="en-US"/>
              <a:t>Click to edit Master text styles</a:t>
            </a:r>
          </a:p>
        </p:txBody>
      </p:sp>
      <p:sp>
        <p:nvSpPr>
          <p:cNvPr id="41" name="Text Placeholder 2"/>
          <p:cNvSpPr>
            <a:spLocks noGrp="1"/>
          </p:cNvSpPr>
          <p:nvPr>
            <p:ph type="body" sz="quarter" idx="30"/>
          </p:nvPr>
        </p:nvSpPr>
        <p:spPr>
          <a:xfrm>
            <a:off x="7696200" y="3004653"/>
            <a:ext cx="4114800" cy="685800"/>
          </a:xfrm>
        </p:spPr>
        <p:txBody>
          <a:bodyPr lIns="90000" tIns="90000" rIns="90000" anchor="ctr"/>
          <a:lstStyle>
            <a:lvl1pPr marL="0" indent="0">
              <a:buNone/>
              <a:defRPr sz="1200" b="0"/>
            </a:lvl1pPr>
          </a:lstStyle>
          <a:p>
            <a:pPr lvl="0"/>
            <a:r>
              <a:rPr lang="en-US"/>
              <a:t>Click to edit Master text styles</a:t>
            </a:r>
          </a:p>
        </p:txBody>
      </p:sp>
      <p:sp>
        <p:nvSpPr>
          <p:cNvPr id="33" name="Text Placeholder 2"/>
          <p:cNvSpPr>
            <a:spLocks noGrp="1"/>
          </p:cNvSpPr>
          <p:nvPr>
            <p:ph type="body" sz="quarter" idx="22"/>
          </p:nvPr>
        </p:nvSpPr>
        <p:spPr>
          <a:xfrm>
            <a:off x="381000" y="3827669"/>
            <a:ext cx="1168400" cy="685800"/>
          </a:xfrm>
        </p:spPr>
        <p:txBody>
          <a:bodyPr lIns="72000" tIns="46800" rIns="72000" anchor="ctr"/>
          <a:lstStyle>
            <a:lvl1pPr marL="0" indent="0">
              <a:spcBef>
                <a:spcPts val="0"/>
              </a:spcBef>
              <a:buNone/>
              <a:defRPr sz="1200" b="0"/>
            </a:lvl1pPr>
          </a:lstStyle>
          <a:p>
            <a:pPr lvl="0"/>
            <a:r>
              <a:rPr lang="en-US"/>
              <a:t>Click to edit Master text styles</a:t>
            </a:r>
          </a:p>
        </p:txBody>
      </p:sp>
      <p:sp>
        <p:nvSpPr>
          <p:cNvPr id="42" name="Text Placeholder 2"/>
          <p:cNvSpPr>
            <a:spLocks noGrp="1"/>
          </p:cNvSpPr>
          <p:nvPr>
            <p:ph type="body" sz="quarter" idx="31"/>
          </p:nvPr>
        </p:nvSpPr>
        <p:spPr>
          <a:xfrm>
            <a:off x="7696200" y="3827669"/>
            <a:ext cx="4114800" cy="685800"/>
          </a:xfrm>
        </p:spPr>
        <p:txBody>
          <a:bodyPr lIns="90000" tIns="90000" rIns="90000" anchor="ctr"/>
          <a:lstStyle>
            <a:lvl1pPr marL="0" indent="0">
              <a:buNone/>
              <a:defRPr sz="1200" b="0"/>
            </a:lvl1pPr>
          </a:lstStyle>
          <a:p>
            <a:pPr lvl="0"/>
            <a:r>
              <a:rPr lang="en-US"/>
              <a:t>Click to edit Master text styles</a:t>
            </a:r>
          </a:p>
        </p:txBody>
      </p:sp>
      <p:sp>
        <p:nvSpPr>
          <p:cNvPr id="34" name="Text Placeholder 2"/>
          <p:cNvSpPr>
            <a:spLocks noGrp="1"/>
          </p:cNvSpPr>
          <p:nvPr>
            <p:ph type="body" sz="quarter" idx="23"/>
          </p:nvPr>
        </p:nvSpPr>
        <p:spPr>
          <a:xfrm>
            <a:off x="381000" y="4650685"/>
            <a:ext cx="1168400" cy="685800"/>
          </a:xfrm>
        </p:spPr>
        <p:txBody>
          <a:bodyPr lIns="72000" tIns="46800" rIns="72000" anchor="ctr"/>
          <a:lstStyle>
            <a:lvl1pPr marL="0" indent="0">
              <a:spcBef>
                <a:spcPts val="0"/>
              </a:spcBef>
              <a:buNone/>
              <a:defRPr sz="1200" b="0"/>
            </a:lvl1pPr>
          </a:lstStyle>
          <a:p>
            <a:pPr lvl="0"/>
            <a:r>
              <a:rPr lang="en-US"/>
              <a:t>Click to edit Master text styles</a:t>
            </a:r>
          </a:p>
        </p:txBody>
      </p:sp>
      <p:sp>
        <p:nvSpPr>
          <p:cNvPr id="43" name="Text Placeholder 2"/>
          <p:cNvSpPr>
            <a:spLocks noGrp="1"/>
          </p:cNvSpPr>
          <p:nvPr>
            <p:ph type="body" sz="quarter" idx="32"/>
          </p:nvPr>
        </p:nvSpPr>
        <p:spPr>
          <a:xfrm>
            <a:off x="7696200" y="4650685"/>
            <a:ext cx="4114800" cy="685800"/>
          </a:xfrm>
        </p:spPr>
        <p:txBody>
          <a:bodyPr lIns="90000" tIns="90000" rIns="90000" anchor="ctr"/>
          <a:lstStyle>
            <a:lvl1pPr marL="0" indent="0">
              <a:buNone/>
              <a:defRPr sz="1200" b="0"/>
            </a:lvl1pPr>
          </a:lstStyle>
          <a:p>
            <a:pPr lvl="0"/>
            <a:r>
              <a:rPr lang="en-US"/>
              <a:t>Click to edit Master text styles</a:t>
            </a:r>
          </a:p>
        </p:txBody>
      </p:sp>
      <p:sp>
        <p:nvSpPr>
          <p:cNvPr id="35" name="Text Placeholder 2"/>
          <p:cNvSpPr>
            <a:spLocks noGrp="1"/>
          </p:cNvSpPr>
          <p:nvPr>
            <p:ph type="body" sz="quarter" idx="24"/>
          </p:nvPr>
        </p:nvSpPr>
        <p:spPr>
          <a:xfrm>
            <a:off x="381000" y="5473700"/>
            <a:ext cx="1168400" cy="685800"/>
          </a:xfrm>
        </p:spPr>
        <p:txBody>
          <a:bodyPr lIns="72000" tIns="46800" rIns="72000" anchor="ctr"/>
          <a:lstStyle>
            <a:lvl1pPr marL="0" indent="0">
              <a:spcBef>
                <a:spcPts val="0"/>
              </a:spcBef>
              <a:buNone/>
              <a:defRPr sz="1200" b="0"/>
            </a:lvl1pPr>
          </a:lstStyle>
          <a:p>
            <a:pPr lvl="0"/>
            <a:r>
              <a:rPr lang="en-US"/>
              <a:t>Click to edit Master text styles</a:t>
            </a:r>
          </a:p>
        </p:txBody>
      </p:sp>
      <p:sp>
        <p:nvSpPr>
          <p:cNvPr id="44" name="Text Placeholder 2"/>
          <p:cNvSpPr>
            <a:spLocks noGrp="1"/>
          </p:cNvSpPr>
          <p:nvPr>
            <p:ph type="body" sz="quarter" idx="33"/>
          </p:nvPr>
        </p:nvSpPr>
        <p:spPr>
          <a:xfrm>
            <a:off x="7696200" y="5473700"/>
            <a:ext cx="4114800" cy="685800"/>
          </a:xfrm>
        </p:spPr>
        <p:txBody>
          <a:bodyPr lIns="90000" tIns="90000" rIns="90000" anchor="ctr"/>
          <a:lstStyle>
            <a:lvl1pPr marL="0" indent="0">
              <a:buNone/>
              <a:defRPr sz="1200" b="0"/>
            </a:lvl1pPr>
          </a:lstStyle>
          <a:p>
            <a:pPr lvl="0"/>
            <a:r>
              <a:rPr lang="en-US"/>
              <a:t>Click to edit Master text styles</a:t>
            </a:r>
          </a:p>
        </p:txBody>
      </p:sp>
      <p:sp>
        <p:nvSpPr>
          <p:cNvPr id="2" name="Title 1"/>
          <p:cNvSpPr>
            <a:spLocks noGrp="1"/>
          </p:cNvSpPr>
          <p:nvPr>
            <p:ph type="title"/>
          </p:nvPr>
        </p:nvSpPr>
        <p:spPr/>
        <p:txBody>
          <a:bodyPr/>
          <a:lstStyle/>
          <a:p>
            <a:r>
              <a:rPr lang="en-US"/>
              <a:t>Click to edit Master title style</a:t>
            </a:r>
            <a:endParaRPr lang="en-IN"/>
          </a:p>
        </p:txBody>
      </p:sp>
      <p:sp>
        <p:nvSpPr>
          <p:cNvPr id="26" name="Text Placeholder 33"/>
          <p:cNvSpPr>
            <a:spLocks noGrp="1"/>
          </p:cNvSpPr>
          <p:nvPr>
            <p:ph type="body" sz="quarter" idx="39"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6" name="Text Placeholder 33"/>
          <p:cNvSpPr>
            <a:spLocks noGrp="1"/>
          </p:cNvSpPr>
          <p:nvPr>
            <p:ph type="body" sz="quarter" idx="40"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7" name="Text Placeholder 33"/>
          <p:cNvSpPr>
            <a:spLocks noGrp="1"/>
          </p:cNvSpPr>
          <p:nvPr>
            <p:ph type="body" sz="quarter" idx="41"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8" name="Text Placeholder 33"/>
          <p:cNvSpPr>
            <a:spLocks noGrp="1"/>
          </p:cNvSpPr>
          <p:nvPr>
            <p:ph type="body" sz="quarter" idx="42"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9" name="Text Placeholder 33"/>
          <p:cNvSpPr>
            <a:spLocks noGrp="1"/>
          </p:cNvSpPr>
          <p:nvPr>
            <p:ph type="body" sz="quarter" idx="43"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4" name="Text Placeholder 6"/>
          <p:cNvSpPr>
            <a:spLocks noGrp="1"/>
          </p:cNvSpPr>
          <p:nvPr>
            <p:ph type="body" sz="quarter" idx="44"/>
          </p:nvPr>
        </p:nvSpPr>
        <p:spPr>
          <a:xfrm>
            <a:off x="1825357" y="2181637"/>
            <a:ext cx="5248543" cy="685800"/>
          </a:xfrm>
          <a:noFill/>
          <a:ln>
            <a:noFill/>
          </a:ln>
        </p:spPr>
        <p:txBody>
          <a:bodyPr lIns="90000" tIns="46800" rIns="90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endParaRPr lang="en-US" dirty="0"/>
          </a:p>
        </p:txBody>
      </p:sp>
      <p:sp>
        <p:nvSpPr>
          <p:cNvPr id="6" name="Text Placeholder 48"/>
          <p:cNvSpPr>
            <a:spLocks noGrp="1"/>
          </p:cNvSpPr>
          <p:nvPr>
            <p:ph type="body" sz="quarter" idx="45"/>
          </p:nvPr>
        </p:nvSpPr>
        <p:spPr>
          <a:xfrm>
            <a:off x="1641207" y="3004653"/>
            <a:ext cx="5597793" cy="685800"/>
          </a:xfrm>
          <a:prstGeom prst="parallelogram">
            <a:avLst/>
          </a:prstGeom>
          <a:solidFill>
            <a:schemeClr val="bg2"/>
          </a:solidFill>
        </p:spPr>
        <p:txBody>
          <a:bodyPr wrap="square" lIns="72000" tIns="46800" rIns="72000" bIns="45720" anchor="ctr">
            <a:noAutofit/>
          </a:bodyPr>
          <a:lstStyle>
            <a:lvl1pPr>
              <a:defRPr sz="1200" baseline="0">
                <a:solidFill>
                  <a:schemeClr val="bg2"/>
                </a:solidFill>
              </a:defRPr>
            </a:lvl1pPr>
          </a:lstStyle>
          <a:p>
            <a:pPr lvl="0"/>
            <a:r>
              <a:rPr lang="en-US" dirty="0"/>
              <a:t>Click to edit Master text styles</a:t>
            </a:r>
          </a:p>
        </p:txBody>
      </p:sp>
      <p:sp>
        <p:nvSpPr>
          <p:cNvPr id="7" name="Text Placeholder 6"/>
          <p:cNvSpPr>
            <a:spLocks noGrp="1"/>
          </p:cNvSpPr>
          <p:nvPr>
            <p:ph type="body" sz="quarter" idx="46"/>
          </p:nvPr>
        </p:nvSpPr>
        <p:spPr>
          <a:xfrm>
            <a:off x="1825357" y="3004653"/>
            <a:ext cx="5248543" cy="685800"/>
          </a:xfrm>
          <a:noFill/>
          <a:ln>
            <a:noFill/>
          </a:ln>
        </p:spPr>
        <p:txBody>
          <a:bodyPr lIns="90000" tIns="46800" rIns="90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endParaRPr lang="en-US" dirty="0"/>
          </a:p>
        </p:txBody>
      </p:sp>
      <p:sp>
        <p:nvSpPr>
          <p:cNvPr id="8" name="Text Placeholder 48"/>
          <p:cNvSpPr>
            <a:spLocks noGrp="1"/>
          </p:cNvSpPr>
          <p:nvPr>
            <p:ph type="body" sz="quarter" idx="47"/>
          </p:nvPr>
        </p:nvSpPr>
        <p:spPr>
          <a:xfrm>
            <a:off x="1641207" y="3807877"/>
            <a:ext cx="5597793" cy="685800"/>
          </a:xfrm>
          <a:prstGeom prst="parallelogram">
            <a:avLst/>
          </a:prstGeom>
          <a:solidFill>
            <a:schemeClr val="bg2"/>
          </a:solidFill>
        </p:spPr>
        <p:txBody>
          <a:bodyPr wrap="square" lIns="72000" tIns="46800" rIns="72000" bIns="45720" anchor="ctr">
            <a:noAutofit/>
          </a:bodyPr>
          <a:lstStyle>
            <a:lvl1pPr>
              <a:defRPr sz="1200" baseline="0">
                <a:solidFill>
                  <a:schemeClr val="bg2"/>
                </a:solidFill>
              </a:defRPr>
            </a:lvl1pPr>
          </a:lstStyle>
          <a:p>
            <a:pPr lvl="0"/>
            <a:r>
              <a:rPr lang="en-US" dirty="0"/>
              <a:t>Click to edit Master text styles</a:t>
            </a:r>
          </a:p>
        </p:txBody>
      </p:sp>
      <p:sp>
        <p:nvSpPr>
          <p:cNvPr id="9" name="Text Placeholder 6"/>
          <p:cNvSpPr>
            <a:spLocks noGrp="1"/>
          </p:cNvSpPr>
          <p:nvPr>
            <p:ph type="body" sz="quarter" idx="48"/>
          </p:nvPr>
        </p:nvSpPr>
        <p:spPr>
          <a:xfrm>
            <a:off x="1825357" y="3807877"/>
            <a:ext cx="5248543" cy="685800"/>
          </a:xfrm>
          <a:noFill/>
          <a:ln>
            <a:noFill/>
          </a:ln>
        </p:spPr>
        <p:txBody>
          <a:bodyPr lIns="90000" tIns="46800" rIns="90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endParaRPr lang="en-US" dirty="0"/>
          </a:p>
        </p:txBody>
      </p:sp>
      <p:sp>
        <p:nvSpPr>
          <p:cNvPr id="10" name="Text Placeholder 48"/>
          <p:cNvSpPr>
            <a:spLocks noGrp="1"/>
          </p:cNvSpPr>
          <p:nvPr>
            <p:ph type="body" sz="quarter" idx="49"/>
          </p:nvPr>
        </p:nvSpPr>
        <p:spPr>
          <a:xfrm>
            <a:off x="1641207" y="4650685"/>
            <a:ext cx="5597793" cy="685800"/>
          </a:xfrm>
          <a:prstGeom prst="parallelogram">
            <a:avLst/>
          </a:prstGeom>
          <a:solidFill>
            <a:schemeClr val="bg2"/>
          </a:solidFill>
        </p:spPr>
        <p:txBody>
          <a:bodyPr wrap="square" lIns="72000" tIns="46800" rIns="72000" bIns="45720" anchor="ctr">
            <a:noAutofit/>
          </a:bodyPr>
          <a:lstStyle>
            <a:lvl1pPr>
              <a:defRPr sz="1200" baseline="0">
                <a:solidFill>
                  <a:schemeClr val="bg2"/>
                </a:solidFill>
              </a:defRPr>
            </a:lvl1pPr>
          </a:lstStyle>
          <a:p>
            <a:pPr lvl="0"/>
            <a:r>
              <a:rPr lang="en-US" dirty="0"/>
              <a:t>Click to edit Master text styles</a:t>
            </a:r>
          </a:p>
        </p:txBody>
      </p:sp>
      <p:sp>
        <p:nvSpPr>
          <p:cNvPr id="11" name="Text Placeholder 6"/>
          <p:cNvSpPr>
            <a:spLocks noGrp="1"/>
          </p:cNvSpPr>
          <p:nvPr>
            <p:ph type="body" sz="quarter" idx="50"/>
          </p:nvPr>
        </p:nvSpPr>
        <p:spPr>
          <a:xfrm>
            <a:off x="1825357" y="4650685"/>
            <a:ext cx="5248543" cy="685800"/>
          </a:xfrm>
          <a:noFill/>
          <a:ln>
            <a:noFill/>
          </a:ln>
        </p:spPr>
        <p:txBody>
          <a:bodyPr lIns="90000" tIns="46800" rIns="90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endParaRPr lang="en-US" dirty="0"/>
          </a:p>
        </p:txBody>
      </p:sp>
      <p:sp>
        <p:nvSpPr>
          <p:cNvPr id="12" name="Text Placeholder 48"/>
          <p:cNvSpPr>
            <a:spLocks noGrp="1"/>
          </p:cNvSpPr>
          <p:nvPr>
            <p:ph type="body" sz="quarter" idx="51"/>
          </p:nvPr>
        </p:nvSpPr>
        <p:spPr>
          <a:xfrm>
            <a:off x="1641207" y="5447312"/>
            <a:ext cx="5597793" cy="685800"/>
          </a:xfrm>
          <a:prstGeom prst="parallelogram">
            <a:avLst/>
          </a:prstGeom>
          <a:solidFill>
            <a:schemeClr val="bg2"/>
          </a:solidFill>
        </p:spPr>
        <p:txBody>
          <a:bodyPr wrap="square" lIns="72000" tIns="46800" rIns="72000" bIns="45720" anchor="ctr">
            <a:noAutofit/>
          </a:bodyPr>
          <a:lstStyle>
            <a:lvl1pPr>
              <a:defRPr sz="1200" baseline="0">
                <a:solidFill>
                  <a:schemeClr val="bg2"/>
                </a:solidFill>
              </a:defRPr>
            </a:lvl1pPr>
          </a:lstStyle>
          <a:p>
            <a:pPr lvl="0"/>
            <a:r>
              <a:rPr lang="en-US" dirty="0"/>
              <a:t>Click to edit Master text styles</a:t>
            </a:r>
          </a:p>
        </p:txBody>
      </p:sp>
      <p:sp>
        <p:nvSpPr>
          <p:cNvPr id="13" name="Text Placeholder 6"/>
          <p:cNvSpPr>
            <a:spLocks noGrp="1"/>
          </p:cNvSpPr>
          <p:nvPr>
            <p:ph type="body" sz="quarter" idx="52"/>
          </p:nvPr>
        </p:nvSpPr>
        <p:spPr>
          <a:xfrm>
            <a:off x="1825357" y="5447312"/>
            <a:ext cx="5248543" cy="685800"/>
          </a:xfrm>
          <a:noFill/>
          <a:ln>
            <a:noFill/>
          </a:ln>
        </p:spPr>
        <p:txBody>
          <a:bodyPr lIns="90000" tIns="46800" rIns="90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endParaRPr 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14_Two part action and results slide">
    <p:spTree>
      <p:nvGrpSpPr>
        <p:cNvPr id="1" name=""/>
        <p:cNvGrpSpPr/>
        <p:nvPr/>
      </p:nvGrpSpPr>
      <p:grpSpPr>
        <a:xfrm>
          <a:off x="0" y="0"/>
          <a:ext cx="0" cy="0"/>
          <a:chOff x="0" y="0"/>
          <a:chExt cx="0" cy="0"/>
        </a:xfrm>
      </p:grpSpPr>
      <p:sp>
        <p:nvSpPr>
          <p:cNvPr id="3"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
        <p:nvSpPr>
          <p:cNvPr id="14" name="Title 13"/>
          <p:cNvSpPr>
            <a:spLocks noGrp="1"/>
          </p:cNvSpPr>
          <p:nvPr>
            <p:ph type="title"/>
          </p:nvPr>
        </p:nvSpPr>
        <p:spPr/>
        <p:txBody>
          <a:bodyPr/>
          <a:lstStyle/>
          <a:p>
            <a:r>
              <a:rPr lang="en-US"/>
              <a:t>Click to edit Master title style</a:t>
            </a:r>
            <a:endParaRPr lang="en-IN"/>
          </a:p>
        </p:txBody>
      </p:sp>
      <p:sp>
        <p:nvSpPr>
          <p:cNvPr id="7" name="Text Placeholder 2"/>
          <p:cNvSpPr>
            <a:spLocks noGrp="1"/>
          </p:cNvSpPr>
          <p:nvPr>
            <p:ph type="body" sz="quarter" idx="18"/>
          </p:nvPr>
        </p:nvSpPr>
        <p:spPr>
          <a:xfrm>
            <a:off x="381000" y="1749425"/>
            <a:ext cx="68580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8" name="Text Placeholder 2"/>
          <p:cNvSpPr>
            <a:spLocks noGrp="1"/>
          </p:cNvSpPr>
          <p:nvPr>
            <p:ph type="body" sz="quarter" idx="19"/>
          </p:nvPr>
        </p:nvSpPr>
        <p:spPr>
          <a:xfrm>
            <a:off x="7696200" y="1749425"/>
            <a:ext cx="4114800" cy="274320"/>
          </a:xfrm>
        </p:spPr>
        <p:txBody>
          <a:bodyPr tIns="45720" anchor="t">
            <a:noAutofit/>
          </a:bodyPr>
          <a:lstStyle>
            <a:lvl1pPr marL="0" indent="0">
              <a:buNone/>
              <a:defRPr sz="1400" b="1">
                <a:latin typeface="+mn-lt"/>
              </a:defRPr>
            </a:lvl1pPr>
          </a:lstStyle>
          <a:p>
            <a:pPr lvl="0"/>
            <a:r>
              <a:rPr lang="en-US" dirty="0"/>
              <a:t>Click to edit Master text styles</a:t>
            </a:r>
          </a:p>
        </p:txBody>
      </p:sp>
      <p:sp>
        <p:nvSpPr>
          <p:cNvPr id="10" name="Text Placeholder 2"/>
          <p:cNvSpPr>
            <a:spLocks noGrp="1"/>
          </p:cNvSpPr>
          <p:nvPr>
            <p:ph type="body" sz="quarter" idx="29"/>
          </p:nvPr>
        </p:nvSpPr>
        <p:spPr>
          <a:xfrm>
            <a:off x="7696200" y="2181637"/>
            <a:ext cx="4114800" cy="685800"/>
          </a:xfrm>
        </p:spPr>
        <p:txBody>
          <a:bodyPr tIns="90000" anchor="ctr"/>
          <a:lstStyle>
            <a:lvl1pPr marL="0" indent="0">
              <a:buNone/>
              <a:defRPr sz="1200" b="0"/>
            </a:lvl1pPr>
          </a:lstStyle>
          <a:p>
            <a:pPr lvl="0"/>
            <a:r>
              <a:rPr lang="en-US" dirty="0"/>
              <a:t>Click to edit Master text styles</a:t>
            </a:r>
          </a:p>
        </p:txBody>
      </p:sp>
      <p:sp>
        <p:nvSpPr>
          <p:cNvPr id="12" name="Text Placeholder 2"/>
          <p:cNvSpPr>
            <a:spLocks noGrp="1"/>
          </p:cNvSpPr>
          <p:nvPr>
            <p:ph type="body" sz="quarter" idx="30"/>
          </p:nvPr>
        </p:nvSpPr>
        <p:spPr>
          <a:xfrm>
            <a:off x="7696200" y="3004653"/>
            <a:ext cx="4114800" cy="685800"/>
          </a:xfrm>
        </p:spPr>
        <p:txBody>
          <a:bodyPr tIns="90000" anchor="ctr"/>
          <a:lstStyle>
            <a:lvl1pPr marL="0" indent="0">
              <a:buNone/>
              <a:defRPr sz="1200" b="0"/>
            </a:lvl1pPr>
          </a:lstStyle>
          <a:p>
            <a:pPr lvl="0"/>
            <a:r>
              <a:rPr lang="en-US"/>
              <a:t>Click to edit Master text styles</a:t>
            </a:r>
          </a:p>
        </p:txBody>
      </p:sp>
      <p:sp>
        <p:nvSpPr>
          <p:cNvPr id="15" name="Text Placeholder 2"/>
          <p:cNvSpPr>
            <a:spLocks noGrp="1"/>
          </p:cNvSpPr>
          <p:nvPr>
            <p:ph type="body" sz="quarter" idx="31"/>
          </p:nvPr>
        </p:nvSpPr>
        <p:spPr>
          <a:xfrm>
            <a:off x="7696200" y="3827669"/>
            <a:ext cx="4114800" cy="685800"/>
          </a:xfrm>
        </p:spPr>
        <p:txBody>
          <a:bodyPr tIns="90000" anchor="ctr"/>
          <a:lstStyle>
            <a:lvl1pPr marL="0" indent="0">
              <a:buNone/>
              <a:defRPr sz="1200" b="0"/>
            </a:lvl1pPr>
          </a:lstStyle>
          <a:p>
            <a:pPr lvl="0"/>
            <a:r>
              <a:rPr lang="en-US"/>
              <a:t>Click to edit Master text styles</a:t>
            </a:r>
          </a:p>
        </p:txBody>
      </p:sp>
      <p:sp>
        <p:nvSpPr>
          <p:cNvPr id="17" name="Text Placeholder 2"/>
          <p:cNvSpPr>
            <a:spLocks noGrp="1"/>
          </p:cNvSpPr>
          <p:nvPr>
            <p:ph type="body" sz="quarter" idx="32"/>
          </p:nvPr>
        </p:nvSpPr>
        <p:spPr>
          <a:xfrm>
            <a:off x="7696200" y="4650685"/>
            <a:ext cx="4114800" cy="685800"/>
          </a:xfrm>
        </p:spPr>
        <p:txBody>
          <a:bodyPr tIns="90000" anchor="ctr"/>
          <a:lstStyle>
            <a:lvl1pPr marL="0" indent="0">
              <a:buNone/>
              <a:defRPr sz="1200" b="0"/>
            </a:lvl1pPr>
          </a:lstStyle>
          <a:p>
            <a:pPr lvl="0"/>
            <a:r>
              <a:rPr lang="en-US"/>
              <a:t>Click to edit Master text styles</a:t>
            </a:r>
          </a:p>
        </p:txBody>
      </p:sp>
      <p:sp>
        <p:nvSpPr>
          <p:cNvPr id="19" name="Text Placeholder 2"/>
          <p:cNvSpPr>
            <a:spLocks noGrp="1"/>
          </p:cNvSpPr>
          <p:nvPr>
            <p:ph type="body" sz="quarter" idx="33"/>
          </p:nvPr>
        </p:nvSpPr>
        <p:spPr>
          <a:xfrm>
            <a:off x="7696200" y="5473700"/>
            <a:ext cx="4114800" cy="685800"/>
          </a:xfrm>
        </p:spPr>
        <p:txBody>
          <a:bodyPr tIns="90000" anchor="ctr"/>
          <a:lstStyle>
            <a:lvl1pPr marL="0" indent="0">
              <a:buNone/>
              <a:defRPr sz="1200" b="0"/>
            </a:lvl1pPr>
          </a:lstStyle>
          <a:p>
            <a:pPr lvl="0"/>
            <a:r>
              <a:rPr lang="en-US"/>
              <a:t>Click to edit Master text styles</a:t>
            </a:r>
          </a:p>
        </p:txBody>
      </p:sp>
      <p:sp>
        <p:nvSpPr>
          <p:cNvPr id="20" name="Picture Placeholder 2"/>
          <p:cNvSpPr>
            <a:spLocks noGrp="1"/>
          </p:cNvSpPr>
          <p:nvPr>
            <p:ph type="pic" sz="quarter" idx="39"/>
          </p:nvPr>
        </p:nvSpPr>
        <p:spPr>
          <a:xfrm>
            <a:off x="381000" y="2181637"/>
            <a:ext cx="1168400" cy="685800"/>
          </a:xfrm>
        </p:spPr>
        <p:txBody>
          <a:bodyPr anchor="ctr">
            <a:normAutofit/>
          </a:bodyPr>
          <a:lstStyle>
            <a:lvl1pPr marL="0" indent="0" algn="ctr">
              <a:buNone/>
              <a:defRPr sz="1400" baseline="0"/>
            </a:lvl1pPr>
          </a:lstStyle>
          <a:p>
            <a:endParaRPr lang="en-GB" dirty="0"/>
          </a:p>
        </p:txBody>
      </p:sp>
      <p:sp>
        <p:nvSpPr>
          <p:cNvPr id="21" name="Picture Placeholder 2"/>
          <p:cNvSpPr>
            <a:spLocks noGrp="1"/>
          </p:cNvSpPr>
          <p:nvPr>
            <p:ph type="pic" sz="quarter" idx="40"/>
          </p:nvPr>
        </p:nvSpPr>
        <p:spPr>
          <a:xfrm>
            <a:off x="381000" y="3004653"/>
            <a:ext cx="1168400" cy="685800"/>
          </a:xfrm>
        </p:spPr>
        <p:txBody>
          <a:bodyPr anchor="ctr">
            <a:normAutofit/>
          </a:bodyPr>
          <a:lstStyle>
            <a:lvl1pPr marL="0" indent="0" algn="ctr">
              <a:buNone/>
              <a:defRPr sz="1400" baseline="0"/>
            </a:lvl1pPr>
          </a:lstStyle>
          <a:p>
            <a:endParaRPr lang="en-GB" dirty="0"/>
          </a:p>
        </p:txBody>
      </p:sp>
      <p:sp>
        <p:nvSpPr>
          <p:cNvPr id="22" name="Picture Placeholder 2"/>
          <p:cNvSpPr>
            <a:spLocks noGrp="1"/>
          </p:cNvSpPr>
          <p:nvPr>
            <p:ph type="pic" sz="quarter" idx="41"/>
          </p:nvPr>
        </p:nvSpPr>
        <p:spPr>
          <a:xfrm>
            <a:off x="381000" y="3827669"/>
            <a:ext cx="1168400" cy="685800"/>
          </a:xfrm>
        </p:spPr>
        <p:txBody>
          <a:bodyPr anchor="ctr">
            <a:normAutofit/>
          </a:bodyPr>
          <a:lstStyle>
            <a:lvl1pPr marL="0" indent="0" algn="ctr">
              <a:buNone/>
              <a:defRPr sz="1400" baseline="0"/>
            </a:lvl1pPr>
          </a:lstStyle>
          <a:p>
            <a:endParaRPr lang="en-GB" dirty="0"/>
          </a:p>
        </p:txBody>
      </p:sp>
      <p:sp>
        <p:nvSpPr>
          <p:cNvPr id="23" name="Picture Placeholder 2"/>
          <p:cNvSpPr>
            <a:spLocks noGrp="1"/>
          </p:cNvSpPr>
          <p:nvPr>
            <p:ph type="pic" sz="quarter" idx="42"/>
          </p:nvPr>
        </p:nvSpPr>
        <p:spPr>
          <a:xfrm>
            <a:off x="381000" y="4650685"/>
            <a:ext cx="1168400" cy="685800"/>
          </a:xfrm>
        </p:spPr>
        <p:txBody>
          <a:bodyPr anchor="ctr">
            <a:normAutofit/>
          </a:bodyPr>
          <a:lstStyle>
            <a:lvl1pPr marL="0" indent="0" algn="ctr">
              <a:buNone/>
              <a:defRPr sz="1400" baseline="0"/>
            </a:lvl1pPr>
          </a:lstStyle>
          <a:p>
            <a:endParaRPr lang="en-GB" dirty="0"/>
          </a:p>
        </p:txBody>
      </p:sp>
      <p:sp>
        <p:nvSpPr>
          <p:cNvPr id="24" name="Picture Placeholder 2"/>
          <p:cNvSpPr>
            <a:spLocks noGrp="1"/>
          </p:cNvSpPr>
          <p:nvPr>
            <p:ph type="pic" sz="quarter" idx="43"/>
          </p:nvPr>
        </p:nvSpPr>
        <p:spPr>
          <a:xfrm>
            <a:off x="381000" y="5473700"/>
            <a:ext cx="1168400" cy="685800"/>
          </a:xfrm>
        </p:spPr>
        <p:txBody>
          <a:bodyPr anchor="ctr">
            <a:normAutofit/>
          </a:bodyPr>
          <a:lstStyle>
            <a:lvl1pPr marL="0" indent="0" algn="ctr">
              <a:buNone/>
              <a:defRPr sz="1400" baseline="0"/>
            </a:lvl1pPr>
          </a:lstStyle>
          <a:p>
            <a:endParaRPr lang="en-GB" dirty="0"/>
          </a:p>
        </p:txBody>
      </p:sp>
      <p:sp>
        <p:nvSpPr>
          <p:cNvPr id="16" name="Text Placeholder 33"/>
          <p:cNvSpPr>
            <a:spLocks noGrp="1"/>
          </p:cNvSpPr>
          <p:nvPr>
            <p:ph type="body" sz="quarter" idx="44"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8" name="Text Placeholder 33"/>
          <p:cNvSpPr>
            <a:spLocks noGrp="1"/>
          </p:cNvSpPr>
          <p:nvPr>
            <p:ph type="body" sz="quarter" idx="45"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5" name="Text Placeholder 33"/>
          <p:cNvSpPr>
            <a:spLocks noGrp="1"/>
          </p:cNvSpPr>
          <p:nvPr>
            <p:ph type="body" sz="quarter" idx="46"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6" name="Text Placeholder 33"/>
          <p:cNvSpPr>
            <a:spLocks noGrp="1"/>
          </p:cNvSpPr>
          <p:nvPr>
            <p:ph type="body" sz="quarter" idx="47"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7" name="Text Placeholder 33"/>
          <p:cNvSpPr>
            <a:spLocks noGrp="1"/>
          </p:cNvSpPr>
          <p:nvPr>
            <p:ph type="body" sz="quarter" idx="48"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4_Two part action and results slide">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9" name="Text Placeholder 2"/>
          <p:cNvSpPr>
            <a:spLocks noGrp="1"/>
          </p:cNvSpPr>
          <p:nvPr>
            <p:ph type="body" sz="quarter" idx="18"/>
          </p:nvPr>
        </p:nvSpPr>
        <p:spPr>
          <a:xfrm>
            <a:off x="381000" y="1749425"/>
            <a:ext cx="6858000" cy="274320"/>
          </a:xfrm>
        </p:spPr>
        <p:txBody>
          <a:bodyPr lIns="90000" tIns="45720" rIns="90000" anchor="t">
            <a:noAutofit/>
          </a:bodyPr>
          <a:lstStyle>
            <a:lvl1pPr marL="0" indent="0">
              <a:buNone/>
              <a:defRPr sz="1400" b="1"/>
            </a:lvl1pPr>
          </a:lstStyle>
          <a:p>
            <a:pPr lvl="0"/>
            <a:r>
              <a:rPr lang="en-US"/>
              <a:t>Click to edit Master text styles</a:t>
            </a:r>
          </a:p>
        </p:txBody>
      </p:sp>
      <p:sp>
        <p:nvSpPr>
          <p:cNvPr id="30" name="Text Placeholder 2"/>
          <p:cNvSpPr>
            <a:spLocks noGrp="1"/>
          </p:cNvSpPr>
          <p:nvPr>
            <p:ph type="body" sz="quarter" idx="19"/>
          </p:nvPr>
        </p:nvSpPr>
        <p:spPr>
          <a:xfrm>
            <a:off x="7696200" y="1749425"/>
            <a:ext cx="4114800" cy="274320"/>
          </a:xfrm>
        </p:spPr>
        <p:txBody>
          <a:bodyPr lIns="90000" tIns="45720" rIns="90000" anchor="t">
            <a:noAutofit/>
          </a:bodyPr>
          <a:lstStyle>
            <a:lvl1pPr marL="0" indent="0">
              <a:buNone/>
              <a:defRPr sz="1400" b="1"/>
            </a:lvl1pPr>
          </a:lstStyle>
          <a:p>
            <a:pPr lvl="0"/>
            <a:r>
              <a:rPr lang="en-US"/>
              <a:t>Click to edit Master text styles</a:t>
            </a:r>
          </a:p>
        </p:txBody>
      </p:sp>
      <p:sp>
        <p:nvSpPr>
          <p:cNvPr id="3" name="Picture Placeholder 2"/>
          <p:cNvSpPr>
            <a:spLocks noGrp="1"/>
          </p:cNvSpPr>
          <p:nvPr>
            <p:ph type="pic" sz="quarter" idx="39"/>
          </p:nvPr>
        </p:nvSpPr>
        <p:spPr>
          <a:xfrm>
            <a:off x="381000" y="2181637"/>
            <a:ext cx="1168400" cy="685800"/>
          </a:xfrm>
        </p:spPr>
        <p:txBody>
          <a:bodyPr lIns="72000" rIns="72000" anchor="ctr">
            <a:normAutofit/>
          </a:bodyPr>
          <a:lstStyle>
            <a:lvl1pPr marL="0" indent="0" algn="ctr">
              <a:buNone/>
              <a:defRPr sz="1400" baseline="0"/>
            </a:lvl1pPr>
          </a:lstStyle>
          <a:p>
            <a:endParaRPr lang="en-GB" dirty="0"/>
          </a:p>
        </p:txBody>
      </p:sp>
      <p:sp>
        <p:nvSpPr>
          <p:cNvPr id="40" name="Text Placeholder 2"/>
          <p:cNvSpPr>
            <a:spLocks noGrp="1"/>
          </p:cNvSpPr>
          <p:nvPr>
            <p:ph type="body" sz="quarter" idx="29"/>
          </p:nvPr>
        </p:nvSpPr>
        <p:spPr>
          <a:xfrm>
            <a:off x="7696200" y="2181637"/>
            <a:ext cx="4114800" cy="685800"/>
          </a:xfrm>
        </p:spPr>
        <p:txBody>
          <a:bodyPr lIns="90000" tIns="90000" rIns="90000" anchor="ctr">
            <a:normAutofit/>
          </a:bodyPr>
          <a:lstStyle>
            <a:lvl1pPr marL="0" indent="0">
              <a:buNone/>
              <a:defRPr sz="1200" b="0">
                <a:latin typeface="+mn-lt"/>
              </a:defRPr>
            </a:lvl1pPr>
          </a:lstStyle>
          <a:p>
            <a:pPr lvl="0"/>
            <a:r>
              <a:rPr lang="en-US"/>
              <a:t>Click to edit Master text styles</a:t>
            </a:r>
          </a:p>
        </p:txBody>
      </p:sp>
      <p:sp>
        <p:nvSpPr>
          <p:cNvPr id="28" name="Picture Placeholder 2"/>
          <p:cNvSpPr>
            <a:spLocks noGrp="1"/>
          </p:cNvSpPr>
          <p:nvPr>
            <p:ph type="pic" sz="quarter" idx="40"/>
          </p:nvPr>
        </p:nvSpPr>
        <p:spPr>
          <a:xfrm>
            <a:off x="381000" y="3004653"/>
            <a:ext cx="1168400" cy="685800"/>
          </a:xfrm>
        </p:spPr>
        <p:txBody>
          <a:bodyPr lIns="72000" rIns="72000" anchor="ctr">
            <a:normAutofit/>
          </a:bodyPr>
          <a:lstStyle>
            <a:lvl1pPr marL="0" indent="0" algn="ctr">
              <a:buNone/>
              <a:defRPr sz="1400" baseline="0"/>
            </a:lvl1pPr>
          </a:lstStyle>
          <a:p>
            <a:endParaRPr lang="en-GB" dirty="0"/>
          </a:p>
        </p:txBody>
      </p:sp>
      <p:sp>
        <p:nvSpPr>
          <p:cNvPr id="41" name="Text Placeholder 2"/>
          <p:cNvSpPr>
            <a:spLocks noGrp="1"/>
          </p:cNvSpPr>
          <p:nvPr>
            <p:ph type="body" sz="quarter" idx="30"/>
          </p:nvPr>
        </p:nvSpPr>
        <p:spPr>
          <a:xfrm>
            <a:off x="7696200" y="3004653"/>
            <a:ext cx="4114800" cy="685800"/>
          </a:xfrm>
        </p:spPr>
        <p:txBody>
          <a:bodyPr lIns="90000" tIns="90000" rIns="90000" anchor="ctr">
            <a:normAutofit/>
          </a:bodyPr>
          <a:lstStyle>
            <a:lvl1pPr marL="0" indent="0">
              <a:buNone/>
              <a:defRPr sz="1200" b="0">
                <a:latin typeface="+mn-lt"/>
              </a:defRPr>
            </a:lvl1pPr>
          </a:lstStyle>
          <a:p>
            <a:pPr lvl="0"/>
            <a:r>
              <a:rPr lang="en-US"/>
              <a:t>Click to edit Master text styles</a:t>
            </a:r>
          </a:p>
        </p:txBody>
      </p:sp>
      <p:sp>
        <p:nvSpPr>
          <p:cNvPr id="36" name="Picture Placeholder 2"/>
          <p:cNvSpPr>
            <a:spLocks noGrp="1"/>
          </p:cNvSpPr>
          <p:nvPr>
            <p:ph type="pic" sz="quarter" idx="41"/>
          </p:nvPr>
        </p:nvSpPr>
        <p:spPr>
          <a:xfrm>
            <a:off x="381000" y="3827669"/>
            <a:ext cx="1168400" cy="685800"/>
          </a:xfrm>
        </p:spPr>
        <p:txBody>
          <a:bodyPr lIns="72000" rIns="72000" anchor="ctr">
            <a:normAutofit/>
          </a:bodyPr>
          <a:lstStyle>
            <a:lvl1pPr marL="0" indent="0" algn="ctr">
              <a:buNone/>
              <a:defRPr sz="1400" baseline="0"/>
            </a:lvl1pPr>
          </a:lstStyle>
          <a:p>
            <a:endParaRPr lang="en-GB" dirty="0"/>
          </a:p>
        </p:txBody>
      </p:sp>
      <p:sp>
        <p:nvSpPr>
          <p:cNvPr id="42" name="Text Placeholder 2"/>
          <p:cNvSpPr>
            <a:spLocks noGrp="1"/>
          </p:cNvSpPr>
          <p:nvPr>
            <p:ph type="body" sz="quarter" idx="31"/>
          </p:nvPr>
        </p:nvSpPr>
        <p:spPr>
          <a:xfrm>
            <a:off x="7696200" y="3827669"/>
            <a:ext cx="4114800" cy="685800"/>
          </a:xfrm>
        </p:spPr>
        <p:txBody>
          <a:bodyPr lIns="90000" tIns="90000" rIns="90000" anchor="ctr">
            <a:normAutofit/>
          </a:bodyPr>
          <a:lstStyle>
            <a:lvl1pPr marL="0" indent="0">
              <a:buNone/>
              <a:defRPr sz="1200" b="0">
                <a:latin typeface="+mn-lt"/>
              </a:defRPr>
            </a:lvl1pPr>
          </a:lstStyle>
          <a:p>
            <a:pPr lvl="0"/>
            <a:r>
              <a:rPr lang="en-US"/>
              <a:t>Click to edit Master text styles</a:t>
            </a:r>
          </a:p>
        </p:txBody>
      </p:sp>
      <p:sp>
        <p:nvSpPr>
          <p:cNvPr id="37" name="Picture Placeholder 2"/>
          <p:cNvSpPr>
            <a:spLocks noGrp="1"/>
          </p:cNvSpPr>
          <p:nvPr>
            <p:ph type="pic" sz="quarter" idx="42"/>
          </p:nvPr>
        </p:nvSpPr>
        <p:spPr>
          <a:xfrm>
            <a:off x="381000" y="4650685"/>
            <a:ext cx="1168400" cy="685800"/>
          </a:xfrm>
        </p:spPr>
        <p:txBody>
          <a:bodyPr lIns="72000" rIns="72000" anchor="ctr">
            <a:normAutofit/>
          </a:bodyPr>
          <a:lstStyle>
            <a:lvl1pPr marL="0" indent="0" algn="ctr">
              <a:buNone/>
              <a:defRPr sz="1400" baseline="0"/>
            </a:lvl1pPr>
          </a:lstStyle>
          <a:p>
            <a:endParaRPr lang="en-GB" dirty="0"/>
          </a:p>
        </p:txBody>
      </p:sp>
      <p:sp>
        <p:nvSpPr>
          <p:cNvPr id="43" name="Text Placeholder 2"/>
          <p:cNvSpPr>
            <a:spLocks noGrp="1"/>
          </p:cNvSpPr>
          <p:nvPr>
            <p:ph type="body" sz="quarter" idx="32"/>
          </p:nvPr>
        </p:nvSpPr>
        <p:spPr>
          <a:xfrm>
            <a:off x="7696200" y="4650685"/>
            <a:ext cx="4114800" cy="685800"/>
          </a:xfrm>
        </p:spPr>
        <p:txBody>
          <a:bodyPr lIns="90000" tIns="90000" rIns="90000" anchor="ctr">
            <a:normAutofit/>
          </a:bodyPr>
          <a:lstStyle>
            <a:lvl1pPr marL="0" indent="0">
              <a:buNone/>
              <a:defRPr sz="1200" b="0">
                <a:latin typeface="+mn-lt"/>
              </a:defRPr>
            </a:lvl1pPr>
          </a:lstStyle>
          <a:p>
            <a:pPr lvl="0"/>
            <a:r>
              <a:rPr lang="en-US"/>
              <a:t>Click to edit Master text styles</a:t>
            </a:r>
          </a:p>
        </p:txBody>
      </p:sp>
      <p:sp>
        <p:nvSpPr>
          <p:cNvPr id="38" name="Picture Placeholder 2"/>
          <p:cNvSpPr>
            <a:spLocks noGrp="1"/>
          </p:cNvSpPr>
          <p:nvPr>
            <p:ph type="pic" sz="quarter" idx="43"/>
          </p:nvPr>
        </p:nvSpPr>
        <p:spPr>
          <a:xfrm>
            <a:off x="381000" y="5473700"/>
            <a:ext cx="1168400" cy="685800"/>
          </a:xfrm>
        </p:spPr>
        <p:txBody>
          <a:bodyPr lIns="72000" rIns="72000" anchor="ctr">
            <a:normAutofit/>
          </a:bodyPr>
          <a:lstStyle>
            <a:lvl1pPr marL="0" indent="0" algn="ctr">
              <a:buNone/>
              <a:defRPr sz="1400" baseline="0"/>
            </a:lvl1pPr>
          </a:lstStyle>
          <a:p>
            <a:endParaRPr lang="en-GB" dirty="0"/>
          </a:p>
        </p:txBody>
      </p:sp>
      <p:sp>
        <p:nvSpPr>
          <p:cNvPr id="44" name="Text Placeholder 2"/>
          <p:cNvSpPr>
            <a:spLocks noGrp="1"/>
          </p:cNvSpPr>
          <p:nvPr>
            <p:ph type="body" sz="quarter" idx="33"/>
          </p:nvPr>
        </p:nvSpPr>
        <p:spPr>
          <a:xfrm>
            <a:off x="7696200" y="5473700"/>
            <a:ext cx="4114800" cy="685800"/>
          </a:xfrm>
        </p:spPr>
        <p:txBody>
          <a:bodyPr lIns="90000" tIns="90000" rIns="90000" anchor="ctr">
            <a:normAutofit/>
          </a:bodyPr>
          <a:lstStyle>
            <a:lvl1pPr marL="0" indent="0">
              <a:buNone/>
              <a:defRPr sz="1200" b="0">
                <a:latin typeface="+mn-lt"/>
              </a:defRPr>
            </a:lvl1pPr>
          </a:lstStyle>
          <a:p>
            <a:pPr lvl="0"/>
            <a:r>
              <a:rPr lang="en-US"/>
              <a:t>Click to edit Master text styles</a:t>
            </a:r>
          </a:p>
        </p:txBody>
      </p:sp>
      <p:sp>
        <p:nvSpPr>
          <p:cNvPr id="18" name="Isosceles Triangle 17"/>
          <p:cNvSpPr/>
          <p:nvPr userDrawn="1"/>
        </p:nvSpPr>
        <p:spPr>
          <a:xfrm rot="5400000">
            <a:off x="7136906" y="2454688"/>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5" name="Isosceles Triangle 44"/>
          <p:cNvSpPr/>
          <p:nvPr userDrawn="1"/>
        </p:nvSpPr>
        <p:spPr>
          <a:xfrm rot="5400000">
            <a:off x="7136906" y="3274405"/>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6" name="Isosceles Triangle 45"/>
          <p:cNvSpPr/>
          <p:nvPr userDrawn="1"/>
        </p:nvSpPr>
        <p:spPr>
          <a:xfrm rot="5400000">
            <a:off x="7136906" y="4094122"/>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7" name="Isosceles Triangle 46"/>
          <p:cNvSpPr/>
          <p:nvPr userDrawn="1"/>
        </p:nvSpPr>
        <p:spPr>
          <a:xfrm rot="5400000">
            <a:off x="7136906" y="4913839"/>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8" name="Isosceles Triangle 47"/>
          <p:cNvSpPr/>
          <p:nvPr userDrawn="1"/>
        </p:nvSpPr>
        <p:spPr>
          <a:xfrm rot="5400000">
            <a:off x="7136906" y="5733557"/>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2" name="Title 1"/>
          <p:cNvSpPr>
            <a:spLocks noGrp="1"/>
          </p:cNvSpPr>
          <p:nvPr>
            <p:ph type="title"/>
          </p:nvPr>
        </p:nvSpPr>
        <p:spPr/>
        <p:txBody>
          <a:bodyPr/>
          <a:lstStyle/>
          <a:p>
            <a:r>
              <a:rPr lang="en-US" dirty="0"/>
              <a:t>Click to edit Master title style</a:t>
            </a:r>
            <a:endParaRPr lang="en-IN" dirty="0"/>
          </a:p>
        </p:txBody>
      </p:sp>
      <p:sp>
        <p:nvSpPr>
          <p:cNvPr id="14" name="Text Placeholder 48"/>
          <p:cNvSpPr>
            <a:spLocks noGrp="1"/>
          </p:cNvSpPr>
          <p:nvPr>
            <p:ph type="body" sz="quarter" idx="34"/>
          </p:nvPr>
        </p:nvSpPr>
        <p:spPr>
          <a:xfrm>
            <a:off x="1641207" y="2181637"/>
            <a:ext cx="5597793" cy="685800"/>
          </a:xfrm>
          <a:prstGeom prst="parallelogram">
            <a:avLst/>
          </a:prstGeom>
          <a:solidFill>
            <a:schemeClr val="bg2"/>
          </a:solidFill>
        </p:spPr>
        <p:txBody>
          <a:bodyPr wrap="square" lIns="72000" tIns="45720" rIns="72000" bIns="45720" anchor="ctr">
            <a:noAutofit/>
          </a:bodyPr>
          <a:lstStyle>
            <a:lvl1pPr>
              <a:defRPr sz="1200" baseline="0">
                <a:solidFill>
                  <a:schemeClr val="bg2"/>
                </a:solidFill>
              </a:defRPr>
            </a:lvl1pPr>
          </a:lstStyle>
          <a:p>
            <a:pPr lvl="0"/>
            <a:r>
              <a:rPr lang="en-US" dirty="0"/>
              <a:t>Click to edit Master text styles</a:t>
            </a:r>
          </a:p>
        </p:txBody>
      </p:sp>
      <p:sp>
        <p:nvSpPr>
          <p:cNvPr id="16" name="Text Placeholder 6"/>
          <p:cNvSpPr>
            <a:spLocks noGrp="1"/>
          </p:cNvSpPr>
          <p:nvPr>
            <p:ph type="body" sz="quarter" idx="44"/>
          </p:nvPr>
        </p:nvSpPr>
        <p:spPr>
          <a:xfrm>
            <a:off x="1825357" y="2181637"/>
            <a:ext cx="5248543" cy="685800"/>
          </a:xfrm>
          <a:noFill/>
          <a:ln>
            <a:noFill/>
          </a:ln>
        </p:spPr>
        <p:txBody>
          <a:bodyPr lIns="72000" rIns="72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0" lvl="0" indent="0" algn="l" defTabSz="914400" rtl="0" eaLnBrk="1" latinLnBrk="0" hangingPunct="1">
              <a:lnSpc>
                <a:spcPct val="90000"/>
              </a:lnSpc>
              <a:spcBef>
                <a:spcPts val="1200"/>
              </a:spcBef>
              <a:buFont typeface="Arial" panose="020B0604020202020204" pitchFamily="34" charset="0"/>
              <a:buNone/>
            </a:pPr>
            <a:endParaRPr lang="en-US" dirty="0"/>
          </a:p>
        </p:txBody>
      </p:sp>
      <p:sp>
        <p:nvSpPr>
          <p:cNvPr id="17" name="Text Placeholder 48"/>
          <p:cNvSpPr>
            <a:spLocks noGrp="1"/>
          </p:cNvSpPr>
          <p:nvPr>
            <p:ph type="body" sz="quarter" idx="45"/>
          </p:nvPr>
        </p:nvSpPr>
        <p:spPr>
          <a:xfrm>
            <a:off x="1641207" y="3004653"/>
            <a:ext cx="5597793" cy="685800"/>
          </a:xfrm>
          <a:prstGeom prst="parallelogram">
            <a:avLst/>
          </a:prstGeom>
          <a:solidFill>
            <a:schemeClr val="bg2"/>
          </a:solidFill>
        </p:spPr>
        <p:txBody>
          <a:bodyPr wrap="square" lIns="72000" tIns="45720" rIns="72000" bIns="45720" anchor="ctr">
            <a:noAutofit/>
          </a:bodyPr>
          <a:lstStyle>
            <a:lvl1pPr>
              <a:defRPr sz="1200" baseline="0">
                <a:solidFill>
                  <a:schemeClr val="bg2"/>
                </a:solidFill>
              </a:defRPr>
            </a:lvl1pPr>
          </a:lstStyle>
          <a:p>
            <a:pPr lvl="0"/>
            <a:r>
              <a:rPr lang="en-US" dirty="0"/>
              <a:t>Click to edit Master text styles</a:t>
            </a:r>
          </a:p>
        </p:txBody>
      </p:sp>
      <p:sp>
        <p:nvSpPr>
          <p:cNvPr id="19" name="Text Placeholder 6"/>
          <p:cNvSpPr>
            <a:spLocks noGrp="1"/>
          </p:cNvSpPr>
          <p:nvPr>
            <p:ph type="body" sz="quarter" idx="46"/>
          </p:nvPr>
        </p:nvSpPr>
        <p:spPr>
          <a:xfrm>
            <a:off x="1825357" y="3004653"/>
            <a:ext cx="5248543" cy="685800"/>
          </a:xfrm>
          <a:noFill/>
          <a:ln>
            <a:noFill/>
          </a:ln>
        </p:spPr>
        <p:txBody>
          <a:bodyPr lIns="72000" rIns="72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0" lvl="0" indent="0" algn="l" defTabSz="914400" rtl="0" eaLnBrk="1" latinLnBrk="0" hangingPunct="1">
              <a:lnSpc>
                <a:spcPct val="90000"/>
              </a:lnSpc>
              <a:spcBef>
                <a:spcPts val="1200"/>
              </a:spcBef>
              <a:buFont typeface="Arial" panose="020B0604020202020204" pitchFamily="34" charset="0"/>
              <a:buNone/>
            </a:pPr>
            <a:endParaRPr lang="en-US" dirty="0"/>
          </a:p>
        </p:txBody>
      </p:sp>
      <p:sp>
        <p:nvSpPr>
          <p:cNvPr id="20" name="Text Placeholder 48"/>
          <p:cNvSpPr>
            <a:spLocks noGrp="1"/>
          </p:cNvSpPr>
          <p:nvPr>
            <p:ph type="body" sz="quarter" idx="47"/>
          </p:nvPr>
        </p:nvSpPr>
        <p:spPr>
          <a:xfrm>
            <a:off x="1641207" y="3807877"/>
            <a:ext cx="5597793" cy="685800"/>
          </a:xfrm>
          <a:prstGeom prst="parallelogram">
            <a:avLst/>
          </a:prstGeom>
          <a:solidFill>
            <a:schemeClr val="bg2"/>
          </a:solidFill>
        </p:spPr>
        <p:txBody>
          <a:bodyPr wrap="square" lIns="72000" tIns="45720" rIns="72000" bIns="45720" anchor="ctr">
            <a:noAutofit/>
          </a:bodyPr>
          <a:lstStyle>
            <a:lvl1pPr>
              <a:defRPr sz="1200" baseline="0">
                <a:solidFill>
                  <a:schemeClr val="bg2"/>
                </a:solidFill>
              </a:defRPr>
            </a:lvl1pPr>
          </a:lstStyle>
          <a:p>
            <a:pPr lvl="0"/>
            <a:r>
              <a:rPr lang="en-US" dirty="0"/>
              <a:t>Click to edit Master text styles</a:t>
            </a:r>
          </a:p>
        </p:txBody>
      </p:sp>
      <p:sp>
        <p:nvSpPr>
          <p:cNvPr id="21" name="Text Placeholder 6"/>
          <p:cNvSpPr>
            <a:spLocks noGrp="1"/>
          </p:cNvSpPr>
          <p:nvPr>
            <p:ph type="body" sz="quarter" idx="48"/>
          </p:nvPr>
        </p:nvSpPr>
        <p:spPr>
          <a:xfrm>
            <a:off x="1825357" y="3807877"/>
            <a:ext cx="5248543" cy="685800"/>
          </a:xfrm>
          <a:noFill/>
          <a:ln>
            <a:noFill/>
          </a:ln>
        </p:spPr>
        <p:txBody>
          <a:bodyPr lIns="72000" rIns="72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0" lvl="0" indent="0" algn="l" defTabSz="914400" rtl="0" eaLnBrk="1" latinLnBrk="0" hangingPunct="1">
              <a:lnSpc>
                <a:spcPct val="90000"/>
              </a:lnSpc>
              <a:spcBef>
                <a:spcPts val="1200"/>
              </a:spcBef>
              <a:buFont typeface="Arial" panose="020B0604020202020204" pitchFamily="34" charset="0"/>
              <a:buNone/>
            </a:pPr>
            <a:endParaRPr lang="en-US" dirty="0"/>
          </a:p>
        </p:txBody>
      </p:sp>
      <p:sp>
        <p:nvSpPr>
          <p:cNvPr id="22" name="Text Placeholder 48"/>
          <p:cNvSpPr>
            <a:spLocks noGrp="1"/>
          </p:cNvSpPr>
          <p:nvPr>
            <p:ph type="body" sz="quarter" idx="49"/>
          </p:nvPr>
        </p:nvSpPr>
        <p:spPr>
          <a:xfrm>
            <a:off x="1641207" y="4650685"/>
            <a:ext cx="5597793" cy="685800"/>
          </a:xfrm>
          <a:prstGeom prst="parallelogram">
            <a:avLst/>
          </a:prstGeom>
          <a:solidFill>
            <a:schemeClr val="bg2"/>
          </a:solidFill>
        </p:spPr>
        <p:txBody>
          <a:bodyPr wrap="square" lIns="72000" tIns="45720" rIns="72000" bIns="45720" anchor="ctr">
            <a:noAutofit/>
          </a:bodyPr>
          <a:lstStyle>
            <a:lvl1pPr>
              <a:defRPr sz="1200" baseline="0">
                <a:solidFill>
                  <a:schemeClr val="bg2"/>
                </a:solidFill>
              </a:defRPr>
            </a:lvl1pPr>
          </a:lstStyle>
          <a:p>
            <a:pPr lvl="0"/>
            <a:r>
              <a:rPr lang="en-US" dirty="0"/>
              <a:t>Click to edit Master text styles</a:t>
            </a:r>
          </a:p>
        </p:txBody>
      </p:sp>
      <p:sp>
        <p:nvSpPr>
          <p:cNvPr id="23" name="Text Placeholder 6"/>
          <p:cNvSpPr>
            <a:spLocks noGrp="1"/>
          </p:cNvSpPr>
          <p:nvPr>
            <p:ph type="body" sz="quarter" idx="50"/>
          </p:nvPr>
        </p:nvSpPr>
        <p:spPr>
          <a:xfrm>
            <a:off x="1825357" y="4650685"/>
            <a:ext cx="5248543" cy="685800"/>
          </a:xfrm>
          <a:noFill/>
          <a:ln>
            <a:noFill/>
          </a:ln>
        </p:spPr>
        <p:txBody>
          <a:bodyPr lIns="72000" rIns="72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0" lvl="0" indent="0" algn="l" defTabSz="914400" rtl="0" eaLnBrk="1" latinLnBrk="0" hangingPunct="1">
              <a:lnSpc>
                <a:spcPct val="90000"/>
              </a:lnSpc>
              <a:spcBef>
                <a:spcPts val="1200"/>
              </a:spcBef>
              <a:buFont typeface="Arial" panose="020B0604020202020204" pitchFamily="34" charset="0"/>
              <a:buNone/>
            </a:pPr>
            <a:endParaRPr lang="en-US" dirty="0"/>
          </a:p>
        </p:txBody>
      </p:sp>
      <p:sp>
        <p:nvSpPr>
          <p:cNvPr id="24" name="Text Placeholder 48"/>
          <p:cNvSpPr>
            <a:spLocks noGrp="1"/>
          </p:cNvSpPr>
          <p:nvPr>
            <p:ph type="body" sz="quarter" idx="51"/>
          </p:nvPr>
        </p:nvSpPr>
        <p:spPr>
          <a:xfrm>
            <a:off x="1641207" y="5447312"/>
            <a:ext cx="5597793" cy="685800"/>
          </a:xfrm>
          <a:prstGeom prst="parallelogram">
            <a:avLst/>
          </a:prstGeom>
          <a:solidFill>
            <a:schemeClr val="bg2"/>
          </a:solidFill>
        </p:spPr>
        <p:txBody>
          <a:bodyPr wrap="square" lIns="72000" tIns="45720" rIns="72000" bIns="45720" anchor="ctr">
            <a:noAutofit/>
          </a:bodyPr>
          <a:lstStyle>
            <a:lvl1pPr>
              <a:defRPr sz="1200" baseline="0">
                <a:solidFill>
                  <a:schemeClr val="bg2"/>
                </a:solidFill>
              </a:defRPr>
            </a:lvl1pPr>
          </a:lstStyle>
          <a:p>
            <a:pPr lvl="0"/>
            <a:r>
              <a:rPr lang="en-US" dirty="0"/>
              <a:t>Click to edit Master text styles</a:t>
            </a:r>
          </a:p>
        </p:txBody>
      </p:sp>
      <p:sp>
        <p:nvSpPr>
          <p:cNvPr id="25" name="Text Placeholder 6"/>
          <p:cNvSpPr>
            <a:spLocks noGrp="1"/>
          </p:cNvSpPr>
          <p:nvPr>
            <p:ph type="body" sz="quarter" idx="52"/>
          </p:nvPr>
        </p:nvSpPr>
        <p:spPr>
          <a:xfrm>
            <a:off x="1825357" y="5447312"/>
            <a:ext cx="5248543" cy="685800"/>
          </a:xfrm>
          <a:noFill/>
          <a:ln>
            <a:noFill/>
          </a:ln>
        </p:spPr>
        <p:txBody>
          <a:bodyPr lIns="72000" rIns="72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0" lvl="0" indent="0" algn="l" defTabSz="914400" rtl="0" eaLnBrk="1" latinLnBrk="0" hangingPunct="1">
              <a:lnSpc>
                <a:spcPct val="90000"/>
              </a:lnSpc>
              <a:spcBef>
                <a:spcPts val="1200"/>
              </a:spcBef>
              <a:buFont typeface="Arial" panose="020B0604020202020204" pitchFamily="34" charset="0"/>
              <a:buNone/>
            </a:pPr>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hree split - Icons">
    <p:spTree>
      <p:nvGrpSpPr>
        <p:cNvPr id="1" name=""/>
        <p:cNvGrpSpPr/>
        <p:nvPr/>
      </p:nvGrpSpPr>
      <p:grpSpPr>
        <a:xfrm>
          <a:off x="0" y="0"/>
          <a:ext cx="0" cy="0"/>
          <a:chOff x="0" y="0"/>
          <a:chExt cx="0" cy="0"/>
        </a:xfrm>
      </p:grpSpPr>
      <p:sp>
        <p:nvSpPr>
          <p:cNvPr id="21" name="Text Placeholder 4"/>
          <p:cNvSpPr>
            <a:spLocks noGrp="1"/>
          </p:cNvSpPr>
          <p:nvPr>
            <p:ph type="body" sz="quarter" idx="19"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5" name="Picture Placeholder 4"/>
          <p:cNvSpPr>
            <a:spLocks noGrp="1"/>
          </p:cNvSpPr>
          <p:nvPr>
            <p:ph type="pic" sz="quarter" idx="16" hasCustomPrompt="1"/>
          </p:nvPr>
        </p:nvSpPr>
        <p:spPr>
          <a:xfrm>
            <a:off x="1812131" y="2108200"/>
            <a:ext cx="823912" cy="823913"/>
          </a:xfrm>
        </p:spPr>
        <p:txBody>
          <a:bodyPr anchor="ctr">
            <a:normAutofit/>
          </a:bodyPr>
          <a:lstStyle>
            <a:lvl1pPr marL="0" indent="0" algn="ctr">
              <a:buNone/>
              <a:defRPr sz="1200"/>
            </a:lvl1pPr>
          </a:lstStyle>
          <a:p>
            <a:r>
              <a:rPr lang="en-US" dirty="0"/>
              <a:t>Icon</a:t>
            </a:r>
          </a:p>
        </p:txBody>
      </p:sp>
      <p:sp>
        <p:nvSpPr>
          <p:cNvPr id="15" name="Picture Placeholder 4"/>
          <p:cNvSpPr>
            <a:spLocks noGrp="1"/>
          </p:cNvSpPr>
          <p:nvPr>
            <p:ph type="pic" sz="quarter" idx="17" hasCustomPrompt="1"/>
          </p:nvPr>
        </p:nvSpPr>
        <p:spPr>
          <a:xfrm>
            <a:off x="5684044" y="2118266"/>
            <a:ext cx="823912" cy="823913"/>
          </a:xfrm>
        </p:spPr>
        <p:txBody>
          <a:bodyPr anchor="ctr">
            <a:normAutofit/>
          </a:bodyPr>
          <a:lstStyle>
            <a:lvl1pPr marL="0" indent="0" algn="ctr">
              <a:buNone/>
              <a:defRPr sz="1200"/>
            </a:lvl1pPr>
          </a:lstStyle>
          <a:p>
            <a:r>
              <a:rPr lang="en-US" dirty="0"/>
              <a:t>Icon</a:t>
            </a:r>
          </a:p>
        </p:txBody>
      </p:sp>
      <p:sp>
        <p:nvSpPr>
          <p:cNvPr id="17" name="Picture Placeholder 4"/>
          <p:cNvSpPr>
            <a:spLocks noGrp="1"/>
          </p:cNvSpPr>
          <p:nvPr>
            <p:ph type="pic" sz="quarter" idx="18" hasCustomPrompt="1"/>
          </p:nvPr>
        </p:nvSpPr>
        <p:spPr>
          <a:xfrm>
            <a:off x="9555956" y="2118266"/>
            <a:ext cx="823912" cy="823913"/>
          </a:xfrm>
        </p:spPr>
        <p:txBody>
          <a:bodyPr anchor="ctr">
            <a:normAutofit/>
          </a:bodyPr>
          <a:lstStyle>
            <a:lvl1pPr marL="0" indent="0" algn="ctr">
              <a:buNone/>
              <a:defRPr sz="1200"/>
            </a:lvl1pPr>
          </a:lstStyle>
          <a:p>
            <a:r>
              <a:rPr lang="en-US" dirty="0"/>
              <a:t>Icon</a:t>
            </a:r>
          </a:p>
        </p:txBody>
      </p:sp>
      <p:sp>
        <p:nvSpPr>
          <p:cNvPr id="16" name="Text Placeholder 15"/>
          <p:cNvSpPr>
            <a:spLocks noGrp="1"/>
          </p:cNvSpPr>
          <p:nvPr>
            <p:ph type="body" sz="quarter" idx="13" hasCustomPrompt="1"/>
          </p:nvPr>
        </p:nvSpPr>
        <p:spPr>
          <a:xfrm>
            <a:off x="381000"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19" name="Text Placeholder 15"/>
          <p:cNvSpPr>
            <a:spLocks noGrp="1"/>
          </p:cNvSpPr>
          <p:nvPr>
            <p:ph type="body" sz="quarter" idx="14" hasCustomPrompt="1"/>
          </p:nvPr>
        </p:nvSpPr>
        <p:spPr>
          <a:xfrm>
            <a:off x="4252912"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0" name="Text Placeholder 15"/>
          <p:cNvSpPr>
            <a:spLocks noGrp="1"/>
          </p:cNvSpPr>
          <p:nvPr>
            <p:ph type="body" sz="quarter" idx="15" hasCustomPrompt="1"/>
          </p:nvPr>
        </p:nvSpPr>
        <p:spPr>
          <a:xfrm>
            <a:off x="8124825"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4" name="Text Placeholder 3"/>
          <p:cNvSpPr>
            <a:spLocks noGrp="1"/>
          </p:cNvSpPr>
          <p:nvPr>
            <p:ph type="body" sz="quarter" idx="20"/>
          </p:nvPr>
        </p:nvSpPr>
        <p:spPr>
          <a:xfrm>
            <a:off x="381000" y="3816836"/>
            <a:ext cx="3541321" cy="1698593"/>
          </a:xfrm>
        </p:spPr>
        <p:txBody>
          <a:bodyPr lIns="90000" tIns="90000" rIns="90000" bIns="9000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22" name="Text Placeholder 3"/>
          <p:cNvSpPr>
            <a:spLocks noGrp="1"/>
          </p:cNvSpPr>
          <p:nvPr>
            <p:ph type="body" sz="quarter" idx="21"/>
          </p:nvPr>
        </p:nvSpPr>
        <p:spPr>
          <a:xfrm>
            <a:off x="4252912" y="3816836"/>
            <a:ext cx="3541321" cy="1698593"/>
          </a:xfrm>
        </p:spPr>
        <p:txBody>
          <a:bodyPr lIns="90000" tIns="90000" rIns="90000" bIns="9000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3" name="Text Placeholder 3"/>
          <p:cNvSpPr>
            <a:spLocks noGrp="1"/>
          </p:cNvSpPr>
          <p:nvPr>
            <p:ph type="body" sz="quarter" idx="22"/>
          </p:nvPr>
        </p:nvSpPr>
        <p:spPr>
          <a:xfrm>
            <a:off x="8124825" y="3816836"/>
            <a:ext cx="3541321" cy="1698593"/>
          </a:xfrm>
        </p:spPr>
        <p:txBody>
          <a:bodyPr lIns="90000" tIns="90000" rIns="90000" bIns="9000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_Three split - Icons">
    <p:spTree>
      <p:nvGrpSpPr>
        <p:cNvPr id="1" name=""/>
        <p:cNvGrpSpPr/>
        <p:nvPr/>
      </p:nvGrpSpPr>
      <p:grpSpPr>
        <a:xfrm>
          <a:off x="0" y="0"/>
          <a:ext cx="0" cy="0"/>
          <a:chOff x="0" y="0"/>
          <a:chExt cx="0" cy="0"/>
        </a:xfrm>
      </p:grpSpPr>
      <p:sp>
        <p:nvSpPr>
          <p:cNvPr id="15" name="Text Placeholder 15"/>
          <p:cNvSpPr>
            <a:spLocks noGrp="1"/>
          </p:cNvSpPr>
          <p:nvPr>
            <p:ph type="body" sz="quarter" idx="25"/>
          </p:nvPr>
        </p:nvSpPr>
        <p:spPr>
          <a:xfrm>
            <a:off x="8229875" y="2362087"/>
            <a:ext cx="3060630"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0" name="Text Placeholder 15"/>
          <p:cNvSpPr>
            <a:spLocks noGrp="1"/>
          </p:cNvSpPr>
          <p:nvPr>
            <p:ph type="body" sz="quarter" idx="23"/>
          </p:nvPr>
        </p:nvSpPr>
        <p:spPr>
          <a:xfrm>
            <a:off x="4572419" y="2362087"/>
            <a:ext cx="3060630"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5" name="Text Placeholder 15"/>
          <p:cNvSpPr>
            <a:spLocks noGrp="1"/>
          </p:cNvSpPr>
          <p:nvPr>
            <p:ph type="body" sz="quarter" idx="13"/>
          </p:nvPr>
        </p:nvSpPr>
        <p:spPr>
          <a:xfrm>
            <a:off x="914963" y="2362087"/>
            <a:ext cx="3060630"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grpSp>
        <p:nvGrpSpPr>
          <p:cNvPr id="91" name="Group 90"/>
          <p:cNvGrpSpPr/>
          <p:nvPr userDrawn="1"/>
        </p:nvGrpSpPr>
        <p:grpSpPr>
          <a:xfrm>
            <a:off x="381001" y="1861583"/>
            <a:ext cx="11429998" cy="3517668"/>
            <a:chOff x="381001" y="1861583"/>
            <a:chExt cx="11429998" cy="3517668"/>
          </a:xfrm>
        </p:grpSpPr>
        <p:grpSp>
          <p:nvGrpSpPr>
            <p:cNvPr id="21" name="object 4"/>
            <p:cNvGrpSpPr/>
            <p:nvPr userDrawn="1"/>
          </p:nvGrpSpPr>
          <p:grpSpPr>
            <a:xfrm>
              <a:off x="381001" y="3351205"/>
              <a:ext cx="3900072" cy="1989161"/>
              <a:chOff x="1585475" y="5701396"/>
              <a:chExt cx="4362157" cy="2937153"/>
            </a:xfrm>
          </p:grpSpPr>
          <p:sp>
            <p:nvSpPr>
              <p:cNvPr id="58" name="object 5"/>
              <p:cNvSpPr/>
              <p:nvPr/>
            </p:nvSpPr>
            <p:spPr>
              <a:xfrm>
                <a:off x="1627370" y="5805726"/>
                <a:ext cx="0" cy="2467604"/>
              </a:xfrm>
              <a:custGeom>
                <a:avLst/>
                <a:gdLst/>
                <a:ahLst/>
                <a:cxnLst/>
                <a:rect l="l" t="t" r="r" b="b"/>
                <a:pathLst>
                  <a:path h="2467609">
                    <a:moveTo>
                      <a:pt x="0" y="0"/>
                    </a:moveTo>
                    <a:lnTo>
                      <a:pt x="0" y="2467139"/>
                    </a:lnTo>
                  </a:path>
                </a:pathLst>
              </a:custGeom>
              <a:ln w="20941">
                <a:solidFill>
                  <a:srgbClr val="1A0F5C"/>
                </a:solidFill>
                <a:prstDash val="dot"/>
              </a:ln>
            </p:spPr>
            <p:txBody>
              <a:bodyPr wrap="square" lIns="0" tIns="0" rIns="0" bIns="0" rtlCol="0"/>
              <a:lstStyle/>
              <a:p>
                <a:endParaRPr dirty="0"/>
              </a:p>
            </p:txBody>
          </p:sp>
          <p:sp>
            <p:nvSpPr>
              <p:cNvPr id="59" name="object 6"/>
              <p:cNvSpPr/>
              <p:nvPr/>
            </p:nvSpPr>
            <p:spPr>
              <a:xfrm>
                <a:off x="1633351" y="8365440"/>
                <a:ext cx="277498" cy="252093"/>
              </a:xfrm>
              <a:custGeom>
                <a:avLst/>
                <a:gdLst/>
                <a:ahLst/>
                <a:cxnLst/>
                <a:rect l="l" t="t" r="r" b="b"/>
                <a:pathLst>
                  <a:path w="277494" h="252095">
                    <a:moveTo>
                      <a:pt x="0" y="0"/>
                    </a:moveTo>
                    <a:lnTo>
                      <a:pt x="13866" y="48836"/>
                    </a:lnTo>
                    <a:lnTo>
                      <a:pt x="35063" y="94111"/>
                    </a:lnTo>
                    <a:lnTo>
                      <a:pt x="62897" y="135126"/>
                    </a:lnTo>
                    <a:lnTo>
                      <a:pt x="96675" y="171188"/>
                    </a:lnTo>
                    <a:lnTo>
                      <a:pt x="135701" y="201599"/>
                    </a:lnTo>
                    <a:lnTo>
                      <a:pt x="179281" y="225664"/>
                    </a:lnTo>
                    <a:lnTo>
                      <a:pt x="226723" y="242687"/>
                    </a:lnTo>
                    <a:lnTo>
                      <a:pt x="277331" y="251971"/>
                    </a:lnTo>
                  </a:path>
                </a:pathLst>
              </a:custGeom>
              <a:ln w="20941">
                <a:solidFill>
                  <a:srgbClr val="1A0F5C"/>
                </a:solidFill>
                <a:prstDash val="dot"/>
              </a:ln>
            </p:spPr>
            <p:txBody>
              <a:bodyPr wrap="square" lIns="0" tIns="0" rIns="0" bIns="0" rtlCol="0"/>
              <a:lstStyle/>
              <a:p>
                <a:endParaRPr dirty="0"/>
              </a:p>
            </p:txBody>
          </p:sp>
          <p:sp>
            <p:nvSpPr>
              <p:cNvPr id="60" name="object 7"/>
              <p:cNvSpPr/>
              <p:nvPr/>
            </p:nvSpPr>
            <p:spPr>
              <a:xfrm>
                <a:off x="1616900" y="8293624"/>
                <a:ext cx="20956"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61" name="object 8"/>
              <p:cNvSpPr/>
              <p:nvPr/>
            </p:nvSpPr>
            <p:spPr>
              <a:xfrm>
                <a:off x="2003897" y="8619135"/>
                <a:ext cx="3588413" cy="8890"/>
              </a:xfrm>
              <a:custGeom>
                <a:avLst/>
                <a:gdLst/>
                <a:ahLst/>
                <a:cxnLst/>
                <a:rect l="l" t="t" r="r" b="b"/>
                <a:pathLst>
                  <a:path w="3588385" h="8890">
                    <a:moveTo>
                      <a:pt x="0" y="0"/>
                    </a:moveTo>
                    <a:lnTo>
                      <a:pt x="3587786" y="8711"/>
                    </a:lnTo>
                  </a:path>
                </a:pathLst>
              </a:custGeom>
              <a:ln w="20941">
                <a:solidFill>
                  <a:srgbClr val="1A0F5C"/>
                </a:solidFill>
                <a:prstDash val="dot"/>
              </a:ln>
            </p:spPr>
            <p:txBody>
              <a:bodyPr wrap="square" lIns="0" tIns="0" rIns="0" bIns="0" rtlCol="0"/>
              <a:lstStyle/>
              <a:p>
                <a:endParaRPr dirty="0"/>
              </a:p>
            </p:txBody>
          </p:sp>
          <p:sp>
            <p:nvSpPr>
              <p:cNvPr id="62" name="object 9"/>
              <p:cNvSpPr/>
              <p:nvPr/>
            </p:nvSpPr>
            <p:spPr>
              <a:xfrm>
                <a:off x="1931030" y="8608514"/>
                <a:ext cx="20956"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63" name="object 10"/>
              <p:cNvSpPr/>
              <p:nvPr/>
            </p:nvSpPr>
            <p:spPr>
              <a:xfrm>
                <a:off x="5684178" y="8345338"/>
                <a:ext cx="251463" cy="276858"/>
              </a:xfrm>
              <a:custGeom>
                <a:avLst/>
                <a:gdLst/>
                <a:ahLst/>
                <a:cxnLst/>
                <a:rect l="l" t="t" r="r" b="b"/>
                <a:pathLst>
                  <a:path w="251460" h="276859">
                    <a:moveTo>
                      <a:pt x="0" y="276766"/>
                    </a:moveTo>
                    <a:lnTo>
                      <a:pt x="48818" y="263026"/>
                    </a:lnTo>
                    <a:lnTo>
                      <a:pt x="94055" y="241941"/>
                    </a:lnTo>
                    <a:lnTo>
                      <a:pt x="135016" y="214203"/>
                    </a:lnTo>
                    <a:lnTo>
                      <a:pt x="171006" y="180507"/>
                    </a:lnTo>
                    <a:lnTo>
                      <a:pt x="201330" y="141545"/>
                    </a:lnTo>
                    <a:lnTo>
                      <a:pt x="225295" y="98011"/>
                    </a:lnTo>
                    <a:lnTo>
                      <a:pt x="242204" y="50598"/>
                    </a:lnTo>
                    <a:lnTo>
                      <a:pt x="251364" y="0"/>
                    </a:lnTo>
                  </a:path>
                </a:pathLst>
              </a:custGeom>
              <a:ln w="20941">
                <a:solidFill>
                  <a:srgbClr val="1A0F5C"/>
                </a:solidFill>
                <a:prstDash val="dot"/>
              </a:ln>
            </p:spPr>
            <p:txBody>
              <a:bodyPr wrap="square" lIns="0" tIns="0" rIns="0" bIns="0" rtlCol="0"/>
              <a:lstStyle/>
              <a:p>
                <a:endParaRPr dirty="0"/>
              </a:p>
            </p:txBody>
          </p:sp>
          <p:sp>
            <p:nvSpPr>
              <p:cNvPr id="64" name="object 11"/>
              <p:cNvSpPr/>
              <p:nvPr/>
            </p:nvSpPr>
            <p:spPr>
              <a:xfrm>
                <a:off x="1616900" y="5732797"/>
                <a:ext cx="4330732" cy="2905752"/>
              </a:xfrm>
              <a:custGeom>
                <a:avLst/>
                <a:gdLst/>
                <a:ahLst/>
                <a:cxnLst/>
                <a:rect l="l" t="t" r="r" b="b"/>
                <a:pathLst>
                  <a:path w="4330700" h="2905759">
                    <a:moveTo>
                      <a:pt x="20929" y="10477"/>
                    </a:moveTo>
                    <a:lnTo>
                      <a:pt x="17868" y="3073"/>
                    </a:lnTo>
                    <a:lnTo>
                      <a:pt x="10464" y="0"/>
                    </a:lnTo>
                    <a:lnTo>
                      <a:pt x="3060" y="3073"/>
                    </a:lnTo>
                    <a:lnTo>
                      <a:pt x="0" y="10477"/>
                    </a:lnTo>
                    <a:lnTo>
                      <a:pt x="3060" y="17881"/>
                    </a:lnTo>
                    <a:lnTo>
                      <a:pt x="10464" y="20942"/>
                    </a:lnTo>
                    <a:lnTo>
                      <a:pt x="17868" y="17881"/>
                    </a:lnTo>
                    <a:lnTo>
                      <a:pt x="20929" y="10477"/>
                    </a:lnTo>
                    <a:close/>
                  </a:path>
                  <a:path w="4330700" h="2905759">
                    <a:moveTo>
                      <a:pt x="4016451" y="2895142"/>
                    </a:moveTo>
                    <a:lnTo>
                      <a:pt x="4013377" y="2887738"/>
                    </a:lnTo>
                    <a:lnTo>
                      <a:pt x="4005973" y="2884665"/>
                    </a:lnTo>
                    <a:lnTo>
                      <a:pt x="3998569" y="2887738"/>
                    </a:lnTo>
                    <a:lnTo>
                      <a:pt x="3995509" y="2895142"/>
                    </a:lnTo>
                    <a:lnTo>
                      <a:pt x="3998569" y="2902547"/>
                    </a:lnTo>
                    <a:lnTo>
                      <a:pt x="4005973" y="2905607"/>
                    </a:lnTo>
                    <a:lnTo>
                      <a:pt x="4013377" y="2902547"/>
                    </a:lnTo>
                    <a:lnTo>
                      <a:pt x="4016451" y="2895142"/>
                    </a:lnTo>
                    <a:close/>
                  </a:path>
                  <a:path w="4330700" h="2905759">
                    <a:moveTo>
                      <a:pt x="4330573" y="2581783"/>
                    </a:moveTo>
                    <a:lnTo>
                      <a:pt x="4327512" y="2574379"/>
                    </a:lnTo>
                    <a:lnTo>
                      <a:pt x="4320108" y="2571305"/>
                    </a:lnTo>
                    <a:lnTo>
                      <a:pt x="4312704" y="2574379"/>
                    </a:lnTo>
                    <a:lnTo>
                      <a:pt x="4309630" y="2581783"/>
                    </a:lnTo>
                    <a:lnTo>
                      <a:pt x="4312704" y="2589187"/>
                    </a:lnTo>
                    <a:lnTo>
                      <a:pt x="4320108" y="2592247"/>
                    </a:lnTo>
                    <a:lnTo>
                      <a:pt x="4327512" y="2589187"/>
                    </a:lnTo>
                    <a:lnTo>
                      <a:pt x="4330573" y="2581783"/>
                    </a:lnTo>
                    <a:close/>
                  </a:path>
                </a:pathLst>
              </a:custGeom>
              <a:solidFill>
                <a:srgbClr val="1A0F5C"/>
              </a:solidFill>
            </p:spPr>
            <p:txBody>
              <a:bodyPr wrap="square" lIns="0" tIns="0" rIns="0" bIns="0" rtlCol="0"/>
              <a:lstStyle/>
              <a:p>
                <a:endParaRPr dirty="0"/>
              </a:p>
            </p:txBody>
          </p:sp>
          <p:sp>
            <p:nvSpPr>
              <p:cNvPr id="65" name="object 12"/>
              <p:cNvSpPr/>
              <p:nvPr/>
            </p:nvSpPr>
            <p:spPr>
              <a:xfrm>
                <a:off x="1585475" y="5701396"/>
                <a:ext cx="83820" cy="83819"/>
              </a:xfrm>
              <a:custGeom>
                <a:avLst/>
                <a:gdLst/>
                <a:ahLst/>
                <a:cxnLst/>
                <a:rect l="l" t="t" r="r" b="b"/>
                <a:pathLst>
                  <a:path w="83819" h="83820">
                    <a:moveTo>
                      <a:pt x="41883" y="0"/>
                    </a:moveTo>
                    <a:lnTo>
                      <a:pt x="25581" y="3291"/>
                    </a:lnTo>
                    <a:lnTo>
                      <a:pt x="12267" y="12267"/>
                    </a:lnTo>
                    <a:lnTo>
                      <a:pt x="3291" y="25581"/>
                    </a:lnTo>
                    <a:lnTo>
                      <a:pt x="0" y="41883"/>
                    </a:lnTo>
                    <a:lnTo>
                      <a:pt x="3291" y="58185"/>
                    </a:lnTo>
                    <a:lnTo>
                      <a:pt x="12267" y="71499"/>
                    </a:lnTo>
                    <a:lnTo>
                      <a:pt x="25581" y="80475"/>
                    </a:lnTo>
                    <a:lnTo>
                      <a:pt x="41883" y="83767"/>
                    </a:lnTo>
                    <a:lnTo>
                      <a:pt x="58185" y="80475"/>
                    </a:lnTo>
                    <a:lnTo>
                      <a:pt x="71499" y="71499"/>
                    </a:lnTo>
                    <a:lnTo>
                      <a:pt x="80475" y="58185"/>
                    </a:lnTo>
                    <a:lnTo>
                      <a:pt x="83767" y="41883"/>
                    </a:lnTo>
                    <a:lnTo>
                      <a:pt x="80475" y="25581"/>
                    </a:lnTo>
                    <a:lnTo>
                      <a:pt x="71499" y="12267"/>
                    </a:lnTo>
                    <a:lnTo>
                      <a:pt x="58185" y="3291"/>
                    </a:lnTo>
                    <a:lnTo>
                      <a:pt x="41883" y="0"/>
                    </a:lnTo>
                    <a:close/>
                  </a:path>
                </a:pathLst>
              </a:custGeom>
              <a:solidFill>
                <a:srgbClr val="1A0F5C"/>
              </a:solidFill>
            </p:spPr>
            <p:txBody>
              <a:bodyPr wrap="square" lIns="0" tIns="0" rIns="0" bIns="0" rtlCol="0"/>
              <a:lstStyle/>
              <a:p>
                <a:endParaRPr dirty="0"/>
              </a:p>
            </p:txBody>
          </p:sp>
        </p:grpSp>
        <p:sp>
          <p:nvSpPr>
            <p:cNvPr id="55" name="object 14"/>
            <p:cNvSpPr/>
            <p:nvPr/>
          </p:nvSpPr>
          <p:spPr>
            <a:xfrm>
              <a:off x="4274006" y="2113506"/>
              <a:ext cx="0" cy="2964914"/>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grpSp>
          <p:nvGrpSpPr>
            <p:cNvPr id="35" name="Group 34"/>
            <p:cNvGrpSpPr/>
            <p:nvPr userDrawn="1"/>
          </p:nvGrpSpPr>
          <p:grpSpPr>
            <a:xfrm>
              <a:off x="4314505" y="1872371"/>
              <a:ext cx="226409" cy="227045"/>
              <a:chOff x="4201300" y="1872371"/>
              <a:chExt cx="226409" cy="227045"/>
            </a:xfrm>
          </p:grpSpPr>
          <p:sp>
            <p:nvSpPr>
              <p:cNvPr id="56" name="object 15"/>
              <p:cNvSpPr/>
              <p:nvPr/>
            </p:nvSpPr>
            <p:spPr>
              <a:xfrm>
                <a:off x="4212408" y="1880471"/>
                <a:ext cx="187388" cy="170283"/>
              </a:xfrm>
              <a:custGeom>
                <a:avLst/>
                <a:gdLst/>
                <a:ahLst/>
                <a:cxnLst/>
                <a:rect l="l" t="t" r="r" b="b"/>
                <a:pathLst>
                  <a:path w="277495"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57" name="object 16"/>
              <p:cNvSpPr/>
              <p:nvPr/>
            </p:nvSpPr>
            <p:spPr>
              <a:xfrm>
                <a:off x="4201300" y="1872371"/>
                <a:ext cx="226409" cy="227045"/>
              </a:xfrm>
              <a:custGeom>
                <a:avLst/>
                <a:gdLst/>
                <a:ahLst/>
                <a:cxnLst/>
                <a:rect l="l" t="t" r="r" b="b"/>
                <a:pathLst>
                  <a:path w="335279" h="335279">
                    <a:moveTo>
                      <a:pt x="20942" y="324599"/>
                    </a:moveTo>
                    <a:lnTo>
                      <a:pt x="17881" y="317195"/>
                    </a:lnTo>
                    <a:lnTo>
                      <a:pt x="10477" y="314121"/>
                    </a:lnTo>
                    <a:lnTo>
                      <a:pt x="3073" y="317195"/>
                    </a:lnTo>
                    <a:lnTo>
                      <a:pt x="0" y="324599"/>
                    </a:lnTo>
                    <a:lnTo>
                      <a:pt x="3073" y="332003"/>
                    </a:lnTo>
                    <a:lnTo>
                      <a:pt x="10477" y="335064"/>
                    </a:lnTo>
                    <a:lnTo>
                      <a:pt x="17881" y="332003"/>
                    </a:lnTo>
                    <a:lnTo>
                      <a:pt x="20942" y="324599"/>
                    </a:lnTo>
                    <a:close/>
                  </a:path>
                  <a:path w="335279" h="335279">
                    <a:moveTo>
                      <a:pt x="335064" y="10464"/>
                    </a:moveTo>
                    <a:lnTo>
                      <a:pt x="332003" y="3060"/>
                    </a:lnTo>
                    <a:lnTo>
                      <a:pt x="324599" y="0"/>
                    </a:lnTo>
                    <a:lnTo>
                      <a:pt x="317195" y="3060"/>
                    </a:lnTo>
                    <a:lnTo>
                      <a:pt x="314134" y="10464"/>
                    </a:lnTo>
                    <a:lnTo>
                      <a:pt x="317195" y="17868"/>
                    </a:lnTo>
                    <a:lnTo>
                      <a:pt x="324599" y="20942"/>
                    </a:lnTo>
                    <a:lnTo>
                      <a:pt x="332003" y="17868"/>
                    </a:lnTo>
                    <a:lnTo>
                      <a:pt x="335064" y="10464"/>
                    </a:lnTo>
                    <a:close/>
                  </a:path>
                </a:pathLst>
              </a:custGeom>
              <a:solidFill>
                <a:srgbClr val="1A0F5C"/>
              </a:solidFill>
            </p:spPr>
            <p:txBody>
              <a:bodyPr wrap="square" lIns="0" tIns="0" rIns="0" bIns="0" rtlCol="0"/>
              <a:lstStyle/>
              <a:p>
                <a:endParaRPr dirty="0"/>
              </a:p>
            </p:txBody>
          </p:sp>
        </p:grpSp>
        <p:grpSp>
          <p:nvGrpSpPr>
            <p:cNvPr id="23" name="object 17"/>
            <p:cNvGrpSpPr/>
            <p:nvPr/>
          </p:nvGrpSpPr>
          <p:grpSpPr>
            <a:xfrm>
              <a:off x="4521652" y="1861583"/>
              <a:ext cx="3417867" cy="227038"/>
              <a:chOff x="6313950" y="3517524"/>
              <a:chExt cx="3780200" cy="335280"/>
            </a:xfrm>
          </p:grpSpPr>
          <p:sp>
            <p:nvSpPr>
              <p:cNvPr id="52" name="object 18"/>
              <p:cNvSpPr/>
              <p:nvPr/>
            </p:nvSpPr>
            <p:spPr>
              <a:xfrm>
                <a:off x="6313950" y="3527987"/>
                <a:ext cx="3424556" cy="0"/>
              </a:xfrm>
              <a:custGeom>
                <a:avLst/>
                <a:gdLst/>
                <a:ahLst/>
                <a:cxnLst/>
                <a:rect l="l" t="t" r="r" b="b"/>
                <a:pathLst>
                  <a:path w="3424554">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53" name="object 19"/>
              <p:cNvSpPr/>
              <p:nvPr/>
            </p:nvSpPr>
            <p:spPr>
              <a:xfrm>
                <a:off x="9830644" y="3533965"/>
                <a:ext cx="251460" cy="277494"/>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54" name="object 20"/>
              <p:cNvSpPr/>
              <p:nvPr/>
            </p:nvSpPr>
            <p:spPr>
              <a:xfrm>
                <a:off x="9758869" y="3517524"/>
                <a:ext cx="335281" cy="335280"/>
              </a:xfrm>
              <a:custGeom>
                <a:avLst/>
                <a:gdLst/>
                <a:ahLst/>
                <a:cxnLst/>
                <a:rect l="l" t="t" r="r" b="b"/>
                <a:pathLst>
                  <a:path w="335279" h="335279">
                    <a:moveTo>
                      <a:pt x="20929" y="10464"/>
                    </a:moveTo>
                    <a:lnTo>
                      <a:pt x="17868" y="3060"/>
                    </a:lnTo>
                    <a:lnTo>
                      <a:pt x="10464" y="0"/>
                    </a:lnTo>
                    <a:lnTo>
                      <a:pt x="3060" y="3060"/>
                    </a:lnTo>
                    <a:lnTo>
                      <a:pt x="0" y="10464"/>
                    </a:lnTo>
                    <a:lnTo>
                      <a:pt x="3060" y="17868"/>
                    </a:lnTo>
                    <a:lnTo>
                      <a:pt x="10464" y="20942"/>
                    </a:lnTo>
                    <a:lnTo>
                      <a:pt x="17868" y="17868"/>
                    </a:lnTo>
                    <a:lnTo>
                      <a:pt x="20929" y="10464"/>
                    </a:lnTo>
                    <a:close/>
                  </a:path>
                  <a:path w="335279" h="335279">
                    <a:moveTo>
                      <a:pt x="335064" y="324599"/>
                    </a:moveTo>
                    <a:lnTo>
                      <a:pt x="331990" y="317195"/>
                    </a:lnTo>
                    <a:lnTo>
                      <a:pt x="324586" y="314121"/>
                    </a:lnTo>
                    <a:lnTo>
                      <a:pt x="317182" y="317195"/>
                    </a:lnTo>
                    <a:lnTo>
                      <a:pt x="314121" y="324599"/>
                    </a:lnTo>
                    <a:lnTo>
                      <a:pt x="317182" y="332003"/>
                    </a:lnTo>
                    <a:lnTo>
                      <a:pt x="324586" y="335064"/>
                    </a:lnTo>
                    <a:lnTo>
                      <a:pt x="331990" y="332003"/>
                    </a:lnTo>
                    <a:lnTo>
                      <a:pt x="335064" y="324599"/>
                    </a:lnTo>
                    <a:close/>
                  </a:path>
                </a:pathLst>
              </a:custGeom>
              <a:solidFill>
                <a:srgbClr val="1A0F5C"/>
              </a:solidFill>
            </p:spPr>
            <p:txBody>
              <a:bodyPr wrap="square" lIns="0" tIns="0" rIns="0" bIns="0" rtlCol="0"/>
              <a:lstStyle/>
              <a:p>
                <a:endParaRPr dirty="0"/>
              </a:p>
            </p:txBody>
          </p:sp>
        </p:grpSp>
        <p:sp>
          <p:nvSpPr>
            <p:cNvPr id="49" name="object 22"/>
            <p:cNvSpPr/>
            <p:nvPr/>
          </p:nvSpPr>
          <p:spPr>
            <a:xfrm>
              <a:off x="7939521" y="2134832"/>
              <a:ext cx="0" cy="2964989"/>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grpSp>
          <p:nvGrpSpPr>
            <p:cNvPr id="90" name="Group 89"/>
            <p:cNvGrpSpPr/>
            <p:nvPr userDrawn="1"/>
          </p:nvGrpSpPr>
          <p:grpSpPr>
            <a:xfrm>
              <a:off x="7939519" y="5110319"/>
              <a:ext cx="3848603" cy="268932"/>
              <a:chOff x="7939519" y="5110319"/>
              <a:chExt cx="3848603" cy="268932"/>
            </a:xfrm>
          </p:grpSpPr>
          <p:sp>
            <p:nvSpPr>
              <p:cNvPr id="50" name="object 23"/>
              <p:cNvSpPr/>
              <p:nvPr/>
            </p:nvSpPr>
            <p:spPr>
              <a:xfrm>
                <a:off x="7950309" y="5162429"/>
                <a:ext cx="182064" cy="170287"/>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51" name="object 24"/>
              <p:cNvSpPr/>
              <p:nvPr/>
            </p:nvSpPr>
            <p:spPr>
              <a:xfrm>
                <a:off x="7939519" y="5113830"/>
                <a:ext cx="219977" cy="227051"/>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sp>
            <p:nvSpPr>
              <p:cNvPr id="46" name="object 26"/>
              <p:cNvSpPr/>
              <p:nvPr/>
            </p:nvSpPr>
            <p:spPr>
              <a:xfrm>
                <a:off x="8207403" y="5333532"/>
                <a:ext cx="628435" cy="45719"/>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grpSp>
            <p:nvGrpSpPr>
              <p:cNvPr id="27" name="object 33"/>
              <p:cNvGrpSpPr/>
              <p:nvPr userDrawn="1"/>
            </p:nvGrpSpPr>
            <p:grpSpPr>
              <a:xfrm flipV="1">
                <a:off x="8835837" y="5110319"/>
                <a:ext cx="2952285" cy="227038"/>
                <a:chOff x="14607412" y="3517524"/>
                <a:chExt cx="3873908" cy="335280"/>
              </a:xfrm>
            </p:grpSpPr>
            <p:sp>
              <p:nvSpPr>
                <p:cNvPr id="40" name="object 34"/>
                <p:cNvSpPr/>
                <p:nvPr/>
              </p:nvSpPr>
              <p:spPr>
                <a:xfrm>
                  <a:off x="14607412" y="3527987"/>
                  <a:ext cx="3517895"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dirty="0"/>
                </a:p>
              </p:txBody>
            </p:sp>
            <p:sp>
              <p:nvSpPr>
                <p:cNvPr id="41" name="object 35"/>
                <p:cNvSpPr/>
                <p:nvPr/>
              </p:nvSpPr>
              <p:spPr>
                <a:xfrm>
                  <a:off x="18217785" y="3533965"/>
                  <a:ext cx="251460" cy="277494"/>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42" name="object 36"/>
                <p:cNvSpPr/>
                <p:nvPr/>
              </p:nvSpPr>
              <p:spPr>
                <a:xfrm>
                  <a:off x="18146041" y="3517524"/>
                  <a:ext cx="335279"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dirty="0"/>
                </a:p>
              </p:txBody>
            </p:sp>
          </p:grpSp>
        </p:grpSp>
        <p:grpSp>
          <p:nvGrpSpPr>
            <p:cNvPr id="28" name="object 37"/>
            <p:cNvGrpSpPr/>
            <p:nvPr userDrawn="1"/>
          </p:nvGrpSpPr>
          <p:grpSpPr>
            <a:xfrm flipV="1">
              <a:off x="11748577" y="3666851"/>
              <a:ext cx="62422" cy="1408236"/>
              <a:chOff x="18429794" y="3904827"/>
              <a:chExt cx="81915" cy="2079411"/>
            </a:xfrm>
          </p:grpSpPr>
          <p:sp>
            <p:nvSpPr>
              <p:cNvPr id="37" name="object 38"/>
              <p:cNvSpPr/>
              <p:nvPr/>
            </p:nvSpPr>
            <p:spPr>
              <a:xfrm>
                <a:off x="18470641" y="3904827"/>
                <a:ext cx="0" cy="1975487"/>
              </a:xfrm>
              <a:custGeom>
                <a:avLst/>
                <a:gdLst/>
                <a:ahLst/>
                <a:cxnLst/>
                <a:rect l="l" t="t" r="r" b="b"/>
                <a:pathLst>
                  <a:path h="1975485">
                    <a:moveTo>
                      <a:pt x="0" y="0"/>
                    </a:moveTo>
                    <a:lnTo>
                      <a:pt x="0" y="1975426"/>
                    </a:lnTo>
                  </a:path>
                </a:pathLst>
              </a:custGeom>
              <a:ln w="20941">
                <a:solidFill>
                  <a:srgbClr val="1A0F5C"/>
                </a:solidFill>
                <a:prstDash val="dot"/>
              </a:ln>
            </p:spPr>
            <p:txBody>
              <a:bodyPr wrap="square" lIns="0" tIns="0" rIns="0" bIns="0" rtlCol="0"/>
              <a:lstStyle/>
              <a:p>
                <a:endParaRPr dirty="0"/>
              </a:p>
            </p:txBody>
          </p:sp>
          <p:sp>
            <p:nvSpPr>
              <p:cNvPr id="38" name="object 39"/>
              <p:cNvSpPr/>
              <p:nvPr/>
            </p:nvSpPr>
            <p:spPr>
              <a:xfrm>
                <a:off x="18460174" y="5901143"/>
                <a:ext cx="20954" cy="20954"/>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39" name="object 40"/>
              <p:cNvSpPr/>
              <p:nvPr/>
            </p:nvSpPr>
            <p:spPr>
              <a:xfrm>
                <a:off x="18429794" y="5871844"/>
                <a:ext cx="81915" cy="112394"/>
              </a:xfrm>
              <a:custGeom>
                <a:avLst/>
                <a:gdLst/>
                <a:ahLst/>
                <a:cxnLst/>
                <a:rect l="l" t="t" r="r" b="b"/>
                <a:pathLst>
                  <a:path w="81915" h="112395">
                    <a:moveTo>
                      <a:pt x="81704" y="0"/>
                    </a:moveTo>
                    <a:lnTo>
                      <a:pt x="0" y="0"/>
                    </a:lnTo>
                    <a:lnTo>
                      <a:pt x="40846" y="112268"/>
                    </a:lnTo>
                    <a:lnTo>
                      <a:pt x="81704" y="0"/>
                    </a:lnTo>
                    <a:close/>
                  </a:path>
                </a:pathLst>
              </a:custGeom>
              <a:solidFill>
                <a:srgbClr val="1A0F5C"/>
              </a:solidFill>
            </p:spPr>
            <p:txBody>
              <a:bodyPr wrap="square" lIns="0" tIns="0" rIns="0" bIns="0" rtlCol="0"/>
              <a:lstStyle/>
              <a:p>
                <a:endParaRPr dirty="0"/>
              </a:p>
            </p:txBody>
          </p:sp>
        </p:grpSp>
      </p:grpSp>
      <p:sp>
        <p:nvSpPr>
          <p:cNvPr id="69" name="Picture Placeholder 4"/>
          <p:cNvSpPr>
            <a:spLocks noGrp="1"/>
          </p:cNvSpPr>
          <p:nvPr>
            <p:ph type="pic" sz="quarter" idx="16" hasCustomPrompt="1"/>
          </p:nvPr>
        </p:nvSpPr>
        <p:spPr>
          <a:xfrm>
            <a:off x="1725885" y="2740569"/>
            <a:ext cx="1438787" cy="823913"/>
          </a:xfrm>
        </p:spPr>
        <p:txBody>
          <a:bodyPr anchor="ctr">
            <a:normAutofit/>
          </a:bodyPr>
          <a:lstStyle>
            <a:lvl1pPr marL="0" indent="0" algn="ctr">
              <a:buNone/>
              <a:defRPr sz="1200"/>
            </a:lvl1pPr>
          </a:lstStyle>
          <a:p>
            <a:r>
              <a:rPr lang="en-US" dirty="0"/>
              <a:t>Icon</a:t>
            </a:r>
          </a:p>
        </p:txBody>
      </p:sp>
      <p:sp>
        <p:nvSpPr>
          <p:cNvPr id="70" name="Picture Placeholder 4"/>
          <p:cNvSpPr>
            <a:spLocks noGrp="1"/>
          </p:cNvSpPr>
          <p:nvPr>
            <p:ph type="pic" sz="quarter" idx="17" hasCustomPrompt="1"/>
          </p:nvPr>
        </p:nvSpPr>
        <p:spPr>
          <a:xfrm>
            <a:off x="5383341" y="2750635"/>
            <a:ext cx="1438787" cy="823913"/>
          </a:xfrm>
        </p:spPr>
        <p:txBody>
          <a:bodyPr anchor="ctr">
            <a:normAutofit/>
          </a:bodyPr>
          <a:lstStyle>
            <a:lvl1pPr marL="0" indent="0" algn="ctr">
              <a:buNone/>
              <a:defRPr sz="1200"/>
            </a:lvl1pPr>
          </a:lstStyle>
          <a:p>
            <a:r>
              <a:rPr lang="en-US" dirty="0"/>
              <a:t>Icon</a:t>
            </a:r>
          </a:p>
        </p:txBody>
      </p:sp>
      <p:sp>
        <p:nvSpPr>
          <p:cNvPr id="72" name="Picture Placeholder 4"/>
          <p:cNvSpPr>
            <a:spLocks noGrp="1"/>
          </p:cNvSpPr>
          <p:nvPr>
            <p:ph type="pic" sz="quarter" idx="19" hasCustomPrompt="1"/>
          </p:nvPr>
        </p:nvSpPr>
        <p:spPr>
          <a:xfrm>
            <a:off x="9040797" y="2746418"/>
            <a:ext cx="1438787" cy="823913"/>
          </a:xfrm>
        </p:spPr>
        <p:txBody>
          <a:bodyPr anchor="ctr">
            <a:normAutofit/>
          </a:bodyPr>
          <a:lstStyle>
            <a:lvl1pPr marL="0" indent="0" algn="ctr">
              <a:buNone/>
              <a:defRPr sz="1200"/>
            </a:lvl1pPr>
          </a:lstStyle>
          <a:p>
            <a:r>
              <a:rPr lang="en-US" dirty="0"/>
              <a:t>Icon</a:t>
            </a:r>
          </a:p>
        </p:txBody>
      </p:sp>
      <p:sp>
        <p:nvSpPr>
          <p:cNvPr id="73" name="Content Placeholder 2"/>
          <p:cNvSpPr>
            <a:spLocks noGrp="1"/>
          </p:cNvSpPr>
          <p:nvPr>
            <p:ph sz="half" idx="1" hasCustomPrompt="1"/>
          </p:nvPr>
        </p:nvSpPr>
        <p:spPr>
          <a:xfrm>
            <a:off x="1018825" y="3860379"/>
            <a:ext cx="285290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4" name="Content Placeholder 2"/>
          <p:cNvSpPr>
            <a:spLocks noGrp="1"/>
          </p:cNvSpPr>
          <p:nvPr>
            <p:ph sz="half" idx="20" hasCustomPrompt="1"/>
          </p:nvPr>
        </p:nvSpPr>
        <p:spPr>
          <a:xfrm>
            <a:off x="4676281" y="3860379"/>
            <a:ext cx="285290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6" name="Content Placeholder 2"/>
          <p:cNvSpPr>
            <a:spLocks noGrp="1"/>
          </p:cNvSpPr>
          <p:nvPr>
            <p:ph sz="half" idx="22" hasCustomPrompt="1"/>
          </p:nvPr>
        </p:nvSpPr>
        <p:spPr>
          <a:xfrm>
            <a:off x="8333737" y="3860379"/>
            <a:ext cx="285290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6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Four split - Icons">
    <p:spTree>
      <p:nvGrpSpPr>
        <p:cNvPr id="1" name=""/>
        <p:cNvGrpSpPr/>
        <p:nvPr/>
      </p:nvGrpSpPr>
      <p:grpSpPr>
        <a:xfrm>
          <a:off x="0" y="0"/>
          <a:ext cx="0" cy="0"/>
          <a:chOff x="0" y="0"/>
          <a:chExt cx="0" cy="0"/>
        </a:xfrm>
      </p:grpSpPr>
      <p:sp>
        <p:nvSpPr>
          <p:cNvPr id="12" name="Text Placeholder 15"/>
          <p:cNvSpPr>
            <a:spLocks noGrp="1"/>
          </p:cNvSpPr>
          <p:nvPr>
            <p:ph type="body" sz="quarter" idx="24"/>
          </p:nvPr>
        </p:nvSpPr>
        <p:spPr>
          <a:xfrm>
            <a:off x="6580025" y="2362087"/>
            <a:ext cx="1900582"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5" name="Text Placeholder 15"/>
          <p:cNvSpPr>
            <a:spLocks noGrp="1"/>
          </p:cNvSpPr>
          <p:nvPr>
            <p:ph type="body" sz="quarter" idx="25"/>
          </p:nvPr>
        </p:nvSpPr>
        <p:spPr>
          <a:xfrm>
            <a:off x="9399665" y="2362087"/>
            <a:ext cx="1900582"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0" name="Text Placeholder 15"/>
          <p:cNvSpPr>
            <a:spLocks noGrp="1"/>
          </p:cNvSpPr>
          <p:nvPr>
            <p:ph type="body" sz="quarter" idx="23"/>
          </p:nvPr>
        </p:nvSpPr>
        <p:spPr>
          <a:xfrm>
            <a:off x="3760393" y="2362087"/>
            <a:ext cx="1900582"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5" name="Text Placeholder 15"/>
          <p:cNvSpPr>
            <a:spLocks noGrp="1"/>
          </p:cNvSpPr>
          <p:nvPr>
            <p:ph type="body" sz="quarter" idx="13"/>
          </p:nvPr>
        </p:nvSpPr>
        <p:spPr>
          <a:xfrm>
            <a:off x="940753" y="2362087"/>
            <a:ext cx="1900582"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61" name="object 8"/>
          <p:cNvSpPr/>
          <p:nvPr/>
        </p:nvSpPr>
        <p:spPr>
          <a:xfrm>
            <a:off x="663543" y="5326991"/>
            <a:ext cx="2423176" cy="6020"/>
          </a:xfrm>
          <a:custGeom>
            <a:avLst/>
            <a:gdLst/>
            <a:ahLst/>
            <a:cxnLst/>
            <a:rect l="l" t="t" r="r" b="b"/>
            <a:pathLst>
              <a:path w="3588385" h="8890">
                <a:moveTo>
                  <a:pt x="0" y="0"/>
                </a:moveTo>
                <a:lnTo>
                  <a:pt x="3587786" y="8711"/>
                </a:lnTo>
              </a:path>
            </a:pathLst>
          </a:custGeom>
          <a:ln w="20941">
            <a:solidFill>
              <a:srgbClr val="1A0F5C"/>
            </a:solidFill>
            <a:prstDash val="dot"/>
          </a:ln>
        </p:spPr>
        <p:txBody>
          <a:bodyPr wrap="square" lIns="0" tIns="0" rIns="0" bIns="0" rtlCol="0"/>
          <a:lstStyle/>
          <a:p>
            <a:endParaRPr dirty="0"/>
          </a:p>
        </p:txBody>
      </p:sp>
      <p:sp>
        <p:nvSpPr>
          <p:cNvPr id="63" name="object 10"/>
          <p:cNvSpPr/>
          <p:nvPr/>
        </p:nvSpPr>
        <p:spPr>
          <a:xfrm>
            <a:off x="3148757" y="5141587"/>
            <a:ext cx="169807" cy="187478"/>
          </a:xfrm>
          <a:custGeom>
            <a:avLst/>
            <a:gdLst/>
            <a:ahLst/>
            <a:cxnLst/>
            <a:rect l="l" t="t" r="r" b="b"/>
            <a:pathLst>
              <a:path w="251460" h="276859">
                <a:moveTo>
                  <a:pt x="0" y="276766"/>
                </a:moveTo>
                <a:lnTo>
                  <a:pt x="48818" y="263026"/>
                </a:lnTo>
                <a:lnTo>
                  <a:pt x="94055" y="241941"/>
                </a:lnTo>
                <a:lnTo>
                  <a:pt x="135016" y="214203"/>
                </a:lnTo>
                <a:lnTo>
                  <a:pt x="171006" y="180507"/>
                </a:lnTo>
                <a:lnTo>
                  <a:pt x="201330" y="141545"/>
                </a:lnTo>
                <a:lnTo>
                  <a:pt x="225295" y="98011"/>
                </a:lnTo>
                <a:lnTo>
                  <a:pt x="242204" y="50598"/>
                </a:lnTo>
                <a:lnTo>
                  <a:pt x="251364" y="0"/>
                </a:lnTo>
              </a:path>
            </a:pathLst>
          </a:custGeom>
          <a:ln w="20941">
            <a:solidFill>
              <a:srgbClr val="1A0F5C"/>
            </a:solidFill>
            <a:prstDash val="dot"/>
          </a:ln>
        </p:spPr>
        <p:txBody>
          <a:bodyPr wrap="square" lIns="0" tIns="0" rIns="0" bIns="0" rtlCol="0"/>
          <a:lstStyle/>
          <a:p>
            <a:endParaRPr dirty="0"/>
          </a:p>
        </p:txBody>
      </p:sp>
      <p:sp>
        <p:nvSpPr>
          <p:cNvPr id="64" name="object 11"/>
          <p:cNvSpPr/>
          <p:nvPr/>
        </p:nvSpPr>
        <p:spPr>
          <a:xfrm>
            <a:off x="402212" y="3372478"/>
            <a:ext cx="2924449" cy="1967661"/>
          </a:xfrm>
          <a:custGeom>
            <a:avLst/>
            <a:gdLst/>
            <a:ahLst/>
            <a:cxnLst/>
            <a:rect l="l" t="t" r="r" b="b"/>
            <a:pathLst>
              <a:path w="4330700" h="2905759">
                <a:moveTo>
                  <a:pt x="20929" y="10477"/>
                </a:moveTo>
                <a:lnTo>
                  <a:pt x="17868" y="3073"/>
                </a:lnTo>
                <a:lnTo>
                  <a:pt x="10464" y="0"/>
                </a:lnTo>
                <a:lnTo>
                  <a:pt x="3060" y="3073"/>
                </a:lnTo>
                <a:lnTo>
                  <a:pt x="0" y="10477"/>
                </a:lnTo>
                <a:lnTo>
                  <a:pt x="3060" y="17881"/>
                </a:lnTo>
                <a:lnTo>
                  <a:pt x="10464" y="20942"/>
                </a:lnTo>
                <a:lnTo>
                  <a:pt x="17868" y="17881"/>
                </a:lnTo>
                <a:lnTo>
                  <a:pt x="20929" y="10477"/>
                </a:lnTo>
                <a:close/>
              </a:path>
              <a:path w="4330700" h="2905759">
                <a:moveTo>
                  <a:pt x="4016451" y="2895142"/>
                </a:moveTo>
                <a:lnTo>
                  <a:pt x="4013377" y="2887738"/>
                </a:lnTo>
                <a:lnTo>
                  <a:pt x="4005973" y="2884665"/>
                </a:lnTo>
                <a:lnTo>
                  <a:pt x="3998569" y="2887738"/>
                </a:lnTo>
                <a:lnTo>
                  <a:pt x="3995509" y="2895142"/>
                </a:lnTo>
                <a:lnTo>
                  <a:pt x="3998569" y="2902547"/>
                </a:lnTo>
                <a:lnTo>
                  <a:pt x="4005973" y="2905607"/>
                </a:lnTo>
                <a:lnTo>
                  <a:pt x="4013377" y="2902547"/>
                </a:lnTo>
                <a:lnTo>
                  <a:pt x="4016451" y="2895142"/>
                </a:lnTo>
                <a:close/>
              </a:path>
              <a:path w="4330700" h="2905759">
                <a:moveTo>
                  <a:pt x="4330573" y="2581783"/>
                </a:moveTo>
                <a:lnTo>
                  <a:pt x="4327512" y="2574379"/>
                </a:lnTo>
                <a:lnTo>
                  <a:pt x="4320108" y="2571305"/>
                </a:lnTo>
                <a:lnTo>
                  <a:pt x="4312704" y="2574379"/>
                </a:lnTo>
                <a:lnTo>
                  <a:pt x="4309630" y="2581783"/>
                </a:lnTo>
                <a:lnTo>
                  <a:pt x="4312704" y="2589187"/>
                </a:lnTo>
                <a:lnTo>
                  <a:pt x="4320108" y="2592247"/>
                </a:lnTo>
                <a:lnTo>
                  <a:pt x="4327512" y="2589187"/>
                </a:lnTo>
                <a:lnTo>
                  <a:pt x="4330573" y="2581783"/>
                </a:lnTo>
                <a:close/>
              </a:path>
            </a:pathLst>
          </a:custGeom>
          <a:solidFill>
            <a:srgbClr val="1A0F5C"/>
          </a:solidFill>
        </p:spPr>
        <p:txBody>
          <a:bodyPr wrap="square" lIns="0" tIns="0" rIns="0" bIns="0" rtlCol="0"/>
          <a:lstStyle/>
          <a:p>
            <a:endParaRPr dirty="0"/>
          </a:p>
        </p:txBody>
      </p:sp>
      <p:grpSp>
        <p:nvGrpSpPr>
          <p:cNvPr id="30" name="Group 29"/>
          <p:cNvGrpSpPr/>
          <p:nvPr userDrawn="1"/>
        </p:nvGrpSpPr>
        <p:grpSpPr>
          <a:xfrm>
            <a:off x="381000" y="3351205"/>
            <a:ext cx="247488" cy="1982784"/>
            <a:chOff x="381000" y="3351205"/>
            <a:chExt cx="247488" cy="1982784"/>
          </a:xfrm>
        </p:grpSpPr>
        <p:sp>
          <p:nvSpPr>
            <p:cNvPr id="58" name="object 5"/>
            <p:cNvSpPr/>
            <p:nvPr/>
          </p:nvSpPr>
          <p:spPr>
            <a:xfrm>
              <a:off x="409283" y="3421862"/>
              <a:ext cx="0" cy="1670964"/>
            </a:xfrm>
            <a:custGeom>
              <a:avLst/>
              <a:gdLst/>
              <a:ahLst/>
              <a:cxnLst/>
              <a:rect l="l" t="t" r="r" b="b"/>
              <a:pathLst>
                <a:path h="2467609">
                  <a:moveTo>
                    <a:pt x="0" y="0"/>
                  </a:moveTo>
                  <a:lnTo>
                    <a:pt x="0" y="2467139"/>
                  </a:lnTo>
                </a:path>
              </a:pathLst>
            </a:custGeom>
            <a:ln w="20941">
              <a:solidFill>
                <a:srgbClr val="1A0F5C"/>
              </a:solidFill>
              <a:prstDash val="dot"/>
            </a:ln>
          </p:spPr>
          <p:txBody>
            <a:bodyPr wrap="square" lIns="0" tIns="0" rIns="0" bIns="0" rtlCol="0"/>
            <a:lstStyle/>
            <a:p>
              <a:endParaRPr dirty="0"/>
            </a:p>
          </p:txBody>
        </p:sp>
        <p:sp>
          <p:nvSpPr>
            <p:cNvPr id="59" name="object 6"/>
            <p:cNvSpPr/>
            <p:nvPr/>
          </p:nvSpPr>
          <p:spPr>
            <a:xfrm>
              <a:off x="413322" y="5155199"/>
              <a:ext cx="187388" cy="170708"/>
            </a:xfrm>
            <a:custGeom>
              <a:avLst/>
              <a:gdLst/>
              <a:ahLst/>
              <a:cxnLst/>
              <a:rect l="l" t="t" r="r" b="b"/>
              <a:pathLst>
                <a:path w="277494" h="252095">
                  <a:moveTo>
                    <a:pt x="0" y="0"/>
                  </a:moveTo>
                  <a:lnTo>
                    <a:pt x="13866" y="48836"/>
                  </a:lnTo>
                  <a:lnTo>
                    <a:pt x="35063" y="94111"/>
                  </a:lnTo>
                  <a:lnTo>
                    <a:pt x="62897" y="135126"/>
                  </a:lnTo>
                  <a:lnTo>
                    <a:pt x="96675" y="171188"/>
                  </a:lnTo>
                  <a:lnTo>
                    <a:pt x="135701" y="201599"/>
                  </a:lnTo>
                  <a:lnTo>
                    <a:pt x="179281" y="225664"/>
                  </a:lnTo>
                  <a:lnTo>
                    <a:pt x="226723" y="242687"/>
                  </a:lnTo>
                  <a:lnTo>
                    <a:pt x="277331" y="251971"/>
                  </a:lnTo>
                </a:path>
              </a:pathLst>
            </a:custGeom>
            <a:ln w="20941">
              <a:solidFill>
                <a:srgbClr val="1A0F5C"/>
              </a:solidFill>
              <a:prstDash val="dot"/>
            </a:ln>
          </p:spPr>
          <p:txBody>
            <a:bodyPr wrap="square" lIns="0" tIns="0" rIns="0" bIns="0" rtlCol="0"/>
            <a:lstStyle/>
            <a:p>
              <a:endParaRPr dirty="0"/>
            </a:p>
          </p:txBody>
        </p:sp>
        <p:sp>
          <p:nvSpPr>
            <p:cNvPr id="60" name="object 7"/>
            <p:cNvSpPr/>
            <p:nvPr/>
          </p:nvSpPr>
          <p:spPr>
            <a:xfrm>
              <a:off x="402212" y="5106567"/>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62" name="object 9"/>
            <p:cNvSpPr/>
            <p:nvPr/>
          </p:nvSpPr>
          <p:spPr>
            <a:xfrm>
              <a:off x="614337" y="5319799"/>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65" name="object 12"/>
            <p:cNvSpPr/>
            <p:nvPr/>
          </p:nvSpPr>
          <p:spPr>
            <a:xfrm>
              <a:off x="381000" y="3351205"/>
              <a:ext cx="56602" cy="56759"/>
            </a:xfrm>
            <a:custGeom>
              <a:avLst/>
              <a:gdLst/>
              <a:ahLst/>
              <a:cxnLst/>
              <a:rect l="l" t="t" r="r" b="b"/>
              <a:pathLst>
                <a:path w="83819" h="83820">
                  <a:moveTo>
                    <a:pt x="41883" y="0"/>
                  </a:moveTo>
                  <a:lnTo>
                    <a:pt x="25581" y="3291"/>
                  </a:lnTo>
                  <a:lnTo>
                    <a:pt x="12267" y="12267"/>
                  </a:lnTo>
                  <a:lnTo>
                    <a:pt x="3291" y="25581"/>
                  </a:lnTo>
                  <a:lnTo>
                    <a:pt x="0" y="41883"/>
                  </a:lnTo>
                  <a:lnTo>
                    <a:pt x="3291" y="58185"/>
                  </a:lnTo>
                  <a:lnTo>
                    <a:pt x="12267" y="71499"/>
                  </a:lnTo>
                  <a:lnTo>
                    <a:pt x="25581" y="80475"/>
                  </a:lnTo>
                  <a:lnTo>
                    <a:pt x="41883" y="83767"/>
                  </a:lnTo>
                  <a:lnTo>
                    <a:pt x="58185" y="80475"/>
                  </a:lnTo>
                  <a:lnTo>
                    <a:pt x="71499" y="71499"/>
                  </a:lnTo>
                  <a:lnTo>
                    <a:pt x="80475" y="58185"/>
                  </a:lnTo>
                  <a:lnTo>
                    <a:pt x="83767" y="41883"/>
                  </a:lnTo>
                  <a:lnTo>
                    <a:pt x="80475" y="25581"/>
                  </a:lnTo>
                  <a:lnTo>
                    <a:pt x="71499" y="12267"/>
                  </a:lnTo>
                  <a:lnTo>
                    <a:pt x="58185" y="3291"/>
                  </a:lnTo>
                  <a:lnTo>
                    <a:pt x="41883" y="0"/>
                  </a:lnTo>
                  <a:close/>
                </a:path>
              </a:pathLst>
            </a:custGeom>
            <a:solidFill>
              <a:srgbClr val="1A0F5C"/>
            </a:solidFill>
          </p:spPr>
          <p:txBody>
            <a:bodyPr wrap="square" lIns="0" tIns="0" rIns="0" bIns="0" rtlCol="0"/>
            <a:lstStyle/>
            <a:p>
              <a:endParaRPr dirty="0"/>
            </a:p>
          </p:txBody>
        </p:sp>
      </p:grpSp>
      <p:grpSp>
        <p:nvGrpSpPr>
          <p:cNvPr id="22" name="object 13"/>
          <p:cNvGrpSpPr/>
          <p:nvPr/>
        </p:nvGrpSpPr>
        <p:grpSpPr>
          <a:xfrm>
            <a:off x="3312435" y="1872371"/>
            <a:ext cx="226409" cy="3206049"/>
            <a:chOff x="5926521" y="3517515"/>
            <a:chExt cx="335280" cy="4734560"/>
          </a:xfrm>
        </p:grpSpPr>
        <p:sp>
          <p:nvSpPr>
            <p:cNvPr id="55" name="object 14"/>
            <p:cNvSpPr/>
            <p:nvPr/>
          </p:nvSpPr>
          <p:spPr>
            <a:xfrm>
              <a:off x="5936992"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56" name="object 15"/>
            <p:cNvSpPr/>
            <p:nvPr/>
          </p:nvSpPr>
          <p:spPr>
            <a:xfrm>
              <a:off x="5942968" y="3529483"/>
              <a:ext cx="277495" cy="251460"/>
            </a:xfrm>
            <a:custGeom>
              <a:avLst/>
              <a:gdLst/>
              <a:ahLst/>
              <a:cxnLst/>
              <a:rect l="l" t="t" r="r" b="b"/>
              <a:pathLst>
                <a:path w="277495"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57" name="object 16"/>
            <p:cNvSpPr/>
            <p:nvPr/>
          </p:nvSpPr>
          <p:spPr>
            <a:xfrm>
              <a:off x="5926518" y="3517524"/>
              <a:ext cx="335280" cy="335280"/>
            </a:xfrm>
            <a:custGeom>
              <a:avLst/>
              <a:gdLst/>
              <a:ahLst/>
              <a:cxnLst/>
              <a:rect l="l" t="t" r="r" b="b"/>
              <a:pathLst>
                <a:path w="335279" h="335279">
                  <a:moveTo>
                    <a:pt x="20942" y="324599"/>
                  </a:moveTo>
                  <a:lnTo>
                    <a:pt x="17881" y="317195"/>
                  </a:lnTo>
                  <a:lnTo>
                    <a:pt x="10477" y="314121"/>
                  </a:lnTo>
                  <a:lnTo>
                    <a:pt x="3073" y="317195"/>
                  </a:lnTo>
                  <a:lnTo>
                    <a:pt x="0" y="324599"/>
                  </a:lnTo>
                  <a:lnTo>
                    <a:pt x="3073" y="332003"/>
                  </a:lnTo>
                  <a:lnTo>
                    <a:pt x="10477" y="335064"/>
                  </a:lnTo>
                  <a:lnTo>
                    <a:pt x="17881" y="332003"/>
                  </a:lnTo>
                  <a:lnTo>
                    <a:pt x="20942" y="324599"/>
                  </a:lnTo>
                  <a:close/>
                </a:path>
                <a:path w="335279" h="335279">
                  <a:moveTo>
                    <a:pt x="335064" y="10464"/>
                  </a:moveTo>
                  <a:lnTo>
                    <a:pt x="332003" y="3060"/>
                  </a:lnTo>
                  <a:lnTo>
                    <a:pt x="324599" y="0"/>
                  </a:lnTo>
                  <a:lnTo>
                    <a:pt x="317195" y="3060"/>
                  </a:lnTo>
                  <a:lnTo>
                    <a:pt x="314134" y="10464"/>
                  </a:lnTo>
                  <a:lnTo>
                    <a:pt x="317195" y="17868"/>
                  </a:lnTo>
                  <a:lnTo>
                    <a:pt x="324599" y="20942"/>
                  </a:lnTo>
                  <a:lnTo>
                    <a:pt x="332003" y="17868"/>
                  </a:lnTo>
                  <a:lnTo>
                    <a:pt x="335064" y="10464"/>
                  </a:lnTo>
                  <a:close/>
                </a:path>
              </a:pathLst>
            </a:custGeom>
            <a:solidFill>
              <a:srgbClr val="1A0F5C"/>
            </a:solidFill>
          </p:spPr>
          <p:txBody>
            <a:bodyPr wrap="square" lIns="0" tIns="0" rIns="0" bIns="0" rtlCol="0"/>
            <a:lstStyle/>
            <a:p>
              <a:endParaRPr dirty="0"/>
            </a:p>
          </p:txBody>
        </p:sp>
      </p:grpSp>
      <p:grpSp>
        <p:nvGrpSpPr>
          <p:cNvPr id="23" name="object 17"/>
          <p:cNvGrpSpPr/>
          <p:nvPr/>
        </p:nvGrpSpPr>
        <p:grpSpPr>
          <a:xfrm>
            <a:off x="3574055" y="1872371"/>
            <a:ext cx="2552674" cy="227038"/>
            <a:chOff x="6313944" y="3517515"/>
            <a:chExt cx="3780154" cy="335280"/>
          </a:xfrm>
        </p:grpSpPr>
        <p:sp>
          <p:nvSpPr>
            <p:cNvPr id="52" name="object 18"/>
            <p:cNvSpPr/>
            <p:nvPr/>
          </p:nvSpPr>
          <p:spPr>
            <a:xfrm>
              <a:off x="6313944" y="3527986"/>
              <a:ext cx="3424554" cy="0"/>
            </a:xfrm>
            <a:custGeom>
              <a:avLst/>
              <a:gdLst/>
              <a:ahLst/>
              <a:cxnLst/>
              <a:rect l="l" t="t" r="r" b="b"/>
              <a:pathLst>
                <a:path w="3424554">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53" name="object 19"/>
            <p:cNvSpPr/>
            <p:nvPr/>
          </p:nvSpPr>
          <p:spPr>
            <a:xfrm>
              <a:off x="983063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54" name="object 20"/>
            <p:cNvSpPr/>
            <p:nvPr/>
          </p:nvSpPr>
          <p:spPr>
            <a:xfrm>
              <a:off x="9758870" y="3517524"/>
              <a:ext cx="335280" cy="335280"/>
            </a:xfrm>
            <a:custGeom>
              <a:avLst/>
              <a:gdLst/>
              <a:ahLst/>
              <a:cxnLst/>
              <a:rect l="l" t="t" r="r" b="b"/>
              <a:pathLst>
                <a:path w="335279" h="335279">
                  <a:moveTo>
                    <a:pt x="20929" y="10464"/>
                  </a:moveTo>
                  <a:lnTo>
                    <a:pt x="17868" y="3060"/>
                  </a:lnTo>
                  <a:lnTo>
                    <a:pt x="10464" y="0"/>
                  </a:lnTo>
                  <a:lnTo>
                    <a:pt x="3060" y="3060"/>
                  </a:lnTo>
                  <a:lnTo>
                    <a:pt x="0" y="10464"/>
                  </a:lnTo>
                  <a:lnTo>
                    <a:pt x="3060" y="17868"/>
                  </a:lnTo>
                  <a:lnTo>
                    <a:pt x="10464" y="20942"/>
                  </a:lnTo>
                  <a:lnTo>
                    <a:pt x="17868" y="17868"/>
                  </a:lnTo>
                  <a:lnTo>
                    <a:pt x="20929" y="10464"/>
                  </a:lnTo>
                  <a:close/>
                </a:path>
                <a:path w="335279" h="335279">
                  <a:moveTo>
                    <a:pt x="335064" y="324599"/>
                  </a:moveTo>
                  <a:lnTo>
                    <a:pt x="331990" y="317195"/>
                  </a:lnTo>
                  <a:lnTo>
                    <a:pt x="324586" y="314121"/>
                  </a:lnTo>
                  <a:lnTo>
                    <a:pt x="317182" y="317195"/>
                  </a:lnTo>
                  <a:lnTo>
                    <a:pt x="314121" y="324599"/>
                  </a:lnTo>
                  <a:lnTo>
                    <a:pt x="317182" y="332003"/>
                  </a:lnTo>
                  <a:lnTo>
                    <a:pt x="324586" y="335064"/>
                  </a:lnTo>
                  <a:lnTo>
                    <a:pt x="331990" y="332003"/>
                  </a:lnTo>
                  <a:lnTo>
                    <a:pt x="335064" y="324599"/>
                  </a:lnTo>
                  <a:close/>
                </a:path>
              </a:pathLst>
            </a:custGeom>
            <a:solidFill>
              <a:srgbClr val="1A0F5C"/>
            </a:solidFill>
          </p:spPr>
          <p:txBody>
            <a:bodyPr wrap="square" lIns="0" tIns="0" rIns="0" bIns="0" rtlCol="0"/>
            <a:lstStyle/>
            <a:p>
              <a:endParaRPr dirty="0"/>
            </a:p>
          </p:txBody>
        </p:sp>
      </p:grpSp>
      <p:grpSp>
        <p:nvGrpSpPr>
          <p:cNvPr id="24" name="object 21"/>
          <p:cNvGrpSpPr/>
          <p:nvPr/>
        </p:nvGrpSpPr>
        <p:grpSpPr>
          <a:xfrm>
            <a:off x="6112477" y="2134832"/>
            <a:ext cx="226409" cy="3206049"/>
            <a:chOff x="10072992" y="3905106"/>
            <a:chExt cx="335280" cy="4734560"/>
          </a:xfrm>
        </p:grpSpPr>
        <p:sp>
          <p:nvSpPr>
            <p:cNvPr id="49" name="object 22"/>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sp>
          <p:nvSpPr>
            <p:cNvPr id="50" name="object 23"/>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51" name="object 24"/>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grpSp>
      <p:grpSp>
        <p:nvGrpSpPr>
          <p:cNvPr id="25" name="object 25"/>
          <p:cNvGrpSpPr/>
          <p:nvPr/>
        </p:nvGrpSpPr>
        <p:grpSpPr>
          <a:xfrm>
            <a:off x="6374097" y="5113658"/>
            <a:ext cx="2552674" cy="227038"/>
            <a:chOff x="10460414" y="8304114"/>
            <a:chExt cx="3780154" cy="335280"/>
          </a:xfrm>
        </p:grpSpPr>
        <p:sp>
          <p:nvSpPr>
            <p:cNvPr id="46" name="object 26"/>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47" name="object 27"/>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dirty="0"/>
            </a:p>
          </p:txBody>
        </p:sp>
        <p:sp>
          <p:nvSpPr>
            <p:cNvPr id="48" name="object 28"/>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dirty="0"/>
            </a:p>
          </p:txBody>
        </p:sp>
      </p:grpSp>
      <p:grpSp>
        <p:nvGrpSpPr>
          <p:cNvPr id="26" name="object 29"/>
          <p:cNvGrpSpPr/>
          <p:nvPr/>
        </p:nvGrpSpPr>
        <p:grpSpPr>
          <a:xfrm>
            <a:off x="8912518" y="1872371"/>
            <a:ext cx="226409" cy="3206049"/>
            <a:chOff x="14219462" y="3517515"/>
            <a:chExt cx="335280" cy="4734560"/>
          </a:xfrm>
        </p:grpSpPr>
        <p:sp>
          <p:nvSpPr>
            <p:cNvPr id="43" name="object 30"/>
            <p:cNvSpPr/>
            <p:nvPr/>
          </p:nvSpPr>
          <p:spPr>
            <a:xfrm>
              <a:off x="14229933"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44" name="object 31"/>
            <p:cNvSpPr/>
            <p:nvPr/>
          </p:nvSpPr>
          <p:spPr>
            <a:xfrm>
              <a:off x="14235909" y="3529483"/>
              <a:ext cx="277495" cy="251460"/>
            </a:xfrm>
            <a:custGeom>
              <a:avLst/>
              <a:gdLst/>
              <a:ahLst/>
              <a:cxnLst/>
              <a:rect l="l" t="t" r="r" b="b"/>
              <a:pathLst>
                <a:path w="277494"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45" name="object 32"/>
            <p:cNvSpPr/>
            <p:nvPr/>
          </p:nvSpPr>
          <p:spPr>
            <a:xfrm>
              <a:off x="14219466" y="3517524"/>
              <a:ext cx="335280" cy="335280"/>
            </a:xfrm>
            <a:custGeom>
              <a:avLst/>
              <a:gdLst/>
              <a:ahLst/>
              <a:cxnLst/>
              <a:rect l="l" t="t" r="r" b="b"/>
              <a:pathLst>
                <a:path w="335280" h="335279">
                  <a:moveTo>
                    <a:pt x="20942" y="324599"/>
                  </a:moveTo>
                  <a:lnTo>
                    <a:pt x="17868" y="317195"/>
                  </a:lnTo>
                  <a:lnTo>
                    <a:pt x="10464" y="314121"/>
                  </a:lnTo>
                  <a:lnTo>
                    <a:pt x="3060" y="317195"/>
                  </a:lnTo>
                  <a:lnTo>
                    <a:pt x="0" y="324599"/>
                  </a:lnTo>
                  <a:lnTo>
                    <a:pt x="3060" y="332003"/>
                  </a:lnTo>
                  <a:lnTo>
                    <a:pt x="10464" y="335064"/>
                  </a:lnTo>
                  <a:lnTo>
                    <a:pt x="17868" y="332003"/>
                  </a:lnTo>
                  <a:lnTo>
                    <a:pt x="20942" y="324599"/>
                  </a:lnTo>
                  <a:close/>
                </a:path>
                <a:path w="335280" h="335279">
                  <a:moveTo>
                    <a:pt x="335064" y="10464"/>
                  </a:moveTo>
                  <a:lnTo>
                    <a:pt x="331990" y="3060"/>
                  </a:lnTo>
                  <a:lnTo>
                    <a:pt x="324586" y="0"/>
                  </a:lnTo>
                  <a:lnTo>
                    <a:pt x="317195" y="3060"/>
                  </a:lnTo>
                  <a:lnTo>
                    <a:pt x="314121" y="10464"/>
                  </a:lnTo>
                  <a:lnTo>
                    <a:pt x="317195" y="17868"/>
                  </a:lnTo>
                  <a:lnTo>
                    <a:pt x="324586" y="20942"/>
                  </a:lnTo>
                  <a:lnTo>
                    <a:pt x="331990" y="17868"/>
                  </a:lnTo>
                  <a:lnTo>
                    <a:pt x="335064" y="10464"/>
                  </a:lnTo>
                  <a:close/>
                </a:path>
              </a:pathLst>
            </a:custGeom>
            <a:solidFill>
              <a:srgbClr val="1A0F5C"/>
            </a:solidFill>
          </p:spPr>
          <p:txBody>
            <a:bodyPr wrap="square" lIns="0" tIns="0" rIns="0" bIns="0" rtlCol="0"/>
            <a:lstStyle/>
            <a:p>
              <a:endParaRPr dirty="0"/>
            </a:p>
          </p:txBody>
        </p:sp>
      </p:grpSp>
      <p:grpSp>
        <p:nvGrpSpPr>
          <p:cNvPr id="27" name="object 33"/>
          <p:cNvGrpSpPr/>
          <p:nvPr/>
        </p:nvGrpSpPr>
        <p:grpSpPr>
          <a:xfrm>
            <a:off x="9174512" y="1872371"/>
            <a:ext cx="2616138" cy="227038"/>
            <a:chOff x="14607437" y="3517515"/>
            <a:chExt cx="3874135" cy="335280"/>
          </a:xfrm>
        </p:grpSpPr>
        <p:sp>
          <p:nvSpPr>
            <p:cNvPr id="40" name="object 34"/>
            <p:cNvSpPr/>
            <p:nvPr/>
          </p:nvSpPr>
          <p:spPr>
            <a:xfrm>
              <a:off x="14607437" y="3527986"/>
              <a:ext cx="3517900"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dirty="0"/>
            </a:p>
          </p:txBody>
        </p:sp>
        <p:sp>
          <p:nvSpPr>
            <p:cNvPr id="41" name="object 35"/>
            <p:cNvSpPr/>
            <p:nvPr/>
          </p:nvSpPr>
          <p:spPr>
            <a:xfrm>
              <a:off x="1821781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42" name="object 36"/>
            <p:cNvSpPr/>
            <p:nvPr/>
          </p:nvSpPr>
          <p:spPr>
            <a:xfrm>
              <a:off x="18146040" y="3517524"/>
              <a:ext cx="335280"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dirty="0"/>
            </a:p>
          </p:txBody>
        </p:sp>
      </p:grpSp>
      <p:grpSp>
        <p:nvGrpSpPr>
          <p:cNvPr id="28" name="object 37"/>
          <p:cNvGrpSpPr/>
          <p:nvPr/>
        </p:nvGrpSpPr>
        <p:grpSpPr>
          <a:xfrm>
            <a:off x="11755685" y="2134641"/>
            <a:ext cx="55315" cy="1408236"/>
            <a:chOff x="18429794" y="3904825"/>
            <a:chExt cx="81915" cy="2079625"/>
          </a:xfrm>
        </p:grpSpPr>
        <p:sp>
          <p:nvSpPr>
            <p:cNvPr id="37" name="object 38"/>
            <p:cNvSpPr/>
            <p:nvPr/>
          </p:nvSpPr>
          <p:spPr>
            <a:xfrm>
              <a:off x="18470641" y="3904825"/>
              <a:ext cx="0" cy="1975485"/>
            </a:xfrm>
            <a:custGeom>
              <a:avLst/>
              <a:gdLst/>
              <a:ahLst/>
              <a:cxnLst/>
              <a:rect l="l" t="t" r="r" b="b"/>
              <a:pathLst>
                <a:path h="1975485">
                  <a:moveTo>
                    <a:pt x="0" y="0"/>
                  </a:moveTo>
                  <a:lnTo>
                    <a:pt x="0" y="1975426"/>
                  </a:lnTo>
                </a:path>
              </a:pathLst>
            </a:custGeom>
            <a:ln w="20941">
              <a:solidFill>
                <a:srgbClr val="1A0F5C"/>
              </a:solidFill>
              <a:prstDash val="dot"/>
            </a:ln>
          </p:spPr>
          <p:txBody>
            <a:bodyPr wrap="square" lIns="0" tIns="0" rIns="0" bIns="0" rtlCol="0"/>
            <a:lstStyle/>
            <a:p>
              <a:endParaRPr dirty="0"/>
            </a:p>
          </p:txBody>
        </p:sp>
        <p:sp>
          <p:nvSpPr>
            <p:cNvPr id="38" name="object 39"/>
            <p:cNvSpPr/>
            <p:nvPr/>
          </p:nvSpPr>
          <p:spPr>
            <a:xfrm>
              <a:off x="18460175" y="5901139"/>
              <a:ext cx="20955"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39" name="object 40"/>
            <p:cNvSpPr/>
            <p:nvPr/>
          </p:nvSpPr>
          <p:spPr>
            <a:xfrm>
              <a:off x="18429794" y="5871842"/>
              <a:ext cx="81915" cy="112395"/>
            </a:xfrm>
            <a:custGeom>
              <a:avLst/>
              <a:gdLst/>
              <a:ahLst/>
              <a:cxnLst/>
              <a:rect l="l" t="t" r="r" b="b"/>
              <a:pathLst>
                <a:path w="81915" h="112395">
                  <a:moveTo>
                    <a:pt x="81704" y="0"/>
                  </a:moveTo>
                  <a:lnTo>
                    <a:pt x="0" y="0"/>
                  </a:lnTo>
                  <a:lnTo>
                    <a:pt x="40846" y="112268"/>
                  </a:lnTo>
                  <a:lnTo>
                    <a:pt x="81704" y="0"/>
                  </a:lnTo>
                  <a:close/>
                </a:path>
              </a:pathLst>
            </a:custGeom>
            <a:solidFill>
              <a:srgbClr val="1A0F5C"/>
            </a:solidFill>
          </p:spPr>
          <p:txBody>
            <a:bodyPr wrap="square" lIns="0" tIns="0" rIns="0" bIns="0" rtlCol="0"/>
            <a:lstStyle/>
            <a:p>
              <a:endParaRPr dirty="0"/>
            </a:p>
          </p:txBody>
        </p:sp>
      </p:grpSp>
      <p:sp>
        <p:nvSpPr>
          <p:cNvPr id="68" name="Picture Placeholder 4"/>
          <p:cNvSpPr>
            <a:spLocks noGrp="1"/>
          </p:cNvSpPr>
          <p:nvPr>
            <p:ph type="pic" sz="quarter" idx="18" hasCustomPrompt="1"/>
          </p:nvPr>
        </p:nvSpPr>
        <p:spPr>
          <a:xfrm>
            <a:off x="7118360" y="2750635"/>
            <a:ext cx="823912" cy="823913"/>
          </a:xfrm>
        </p:spPr>
        <p:txBody>
          <a:bodyPr anchor="ctr">
            <a:normAutofit/>
          </a:bodyPr>
          <a:lstStyle>
            <a:lvl1pPr marL="0" indent="0" algn="ctr">
              <a:buNone/>
              <a:defRPr sz="1200"/>
            </a:lvl1pPr>
          </a:lstStyle>
          <a:p>
            <a:r>
              <a:rPr lang="en-US" dirty="0"/>
              <a:t>Icon</a:t>
            </a:r>
          </a:p>
        </p:txBody>
      </p:sp>
      <p:sp>
        <p:nvSpPr>
          <p:cNvPr id="69" name="Picture Placeholder 4"/>
          <p:cNvSpPr>
            <a:spLocks noGrp="1"/>
          </p:cNvSpPr>
          <p:nvPr>
            <p:ph type="pic" sz="quarter" idx="16" hasCustomPrompt="1"/>
          </p:nvPr>
        </p:nvSpPr>
        <p:spPr>
          <a:xfrm>
            <a:off x="1479088" y="2740569"/>
            <a:ext cx="823912" cy="823913"/>
          </a:xfrm>
        </p:spPr>
        <p:txBody>
          <a:bodyPr anchor="ctr">
            <a:normAutofit/>
          </a:bodyPr>
          <a:lstStyle>
            <a:lvl1pPr marL="0" indent="0" algn="ctr">
              <a:buNone/>
              <a:defRPr sz="1200"/>
            </a:lvl1pPr>
          </a:lstStyle>
          <a:p>
            <a:r>
              <a:rPr lang="en-US" dirty="0"/>
              <a:t>Icon</a:t>
            </a:r>
          </a:p>
        </p:txBody>
      </p:sp>
      <p:sp>
        <p:nvSpPr>
          <p:cNvPr id="70" name="Picture Placeholder 4"/>
          <p:cNvSpPr>
            <a:spLocks noGrp="1"/>
          </p:cNvSpPr>
          <p:nvPr>
            <p:ph type="pic" sz="quarter" idx="17" hasCustomPrompt="1"/>
          </p:nvPr>
        </p:nvSpPr>
        <p:spPr>
          <a:xfrm>
            <a:off x="4298728" y="2750635"/>
            <a:ext cx="823912" cy="823913"/>
          </a:xfrm>
        </p:spPr>
        <p:txBody>
          <a:bodyPr anchor="ctr">
            <a:normAutofit/>
          </a:bodyPr>
          <a:lstStyle>
            <a:lvl1pPr marL="0" indent="0" algn="ctr">
              <a:buNone/>
              <a:defRPr sz="1200"/>
            </a:lvl1pPr>
          </a:lstStyle>
          <a:p>
            <a:r>
              <a:rPr lang="en-US" dirty="0"/>
              <a:t>Icon</a:t>
            </a:r>
          </a:p>
        </p:txBody>
      </p:sp>
      <p:sp>
        <p:nvSpPr>
          <p:cNvPr id="72" name="Picture Placeholder 4"/>
          <p:cNvSpPr>
            <a:spLocks noGrp="1"/>
          </p:cNvSpPr>
          <p:nvPr>
            <p:ph type="pic" sz="quarter" idx="19" hasCustomPrompt="1"/>
          </p:nvPr>
        </p:nvSpPr>
        <p:spPr>
          <a:xfrm>
            <a:off x="9938000" y="2746418"/>
            <a:ext cx="823912" cy="823913"/>
          </a:xfrm>
        </p:spPr>
        <p:txBody>
          <a:bodyPr anchor="ctr">
            <a:normAutofit/>
          </a:bodyPr>
          <a:lstStyle>
            <a:lvl1pPr marL="0" indent="0" algn="ctr">
              <a:buNone/>
              <a:defRPr sz="1200"/>
            </a:lvl1pPr>
          </a:lstStyle>
          <a:p>
            <a:r>
              <a:rPr lang="en-US" dirty="0"/>
              <a:t>Icon</a:t>
            </a:r>
          </a:p>
        </p:txBody>
      </p:sp>
      <p:sp>
        <p:nvSpPr>
          <p:cNvPr id="73" name="Content Placeholder 2"/>
          <p:cNvSpPr>
            <a:spLocks noGrp="1"/>
          </p:cNvSpPr>
          <p:nvPr>
            <p:ph sz="half" idx="1" hasCustomPrompt="1"/>
          </p:nvPr>
        </p:nvSpPr>
        <p:spPr>
          <a:xfrm>
            <a:off x="1074196"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4" name="Content Placeholder 2"/>
          <p:cNvSpPr>
            <a:spLocks noGrp="1"/>
          </p:cNvSpPr>
          <p:nvPr>
            <p:ph sz="half" idx="20" hasCustomPrompt="1"/>
          </p:nvPr>
        </p:nvSpPr>
        <p:spPr>
          <a:xfrm>
            <a:off x="3893836"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5" name="Content Placeholder 2"/>
          <p:cNvSpPr>
            <a:spLocks noGrp="1"/>
          </p:cNvSpPr>
          <p:nvPr>
            <p:ph sz="half" idx="21" hasCustomPrompt="1"/>
          </p:nvPr>
        </p:nvSpPr>
        <p:spPr>
          <a:xfrm>
            <a:off x="6713468"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6" name="Content Placeholder 2"/>
          <p:cNvSpPr>
            <a:spLocks noGrp="1"/>
          </p:cNvSpPr>
          <p:nvPr>
            <p:ph sz="half" idx="22" hasCustomPrompt="1"/>
          </p:nvPr>
        </p:nvSpPr>
        <p:spPr>
          <a:xfrm>
            <a:off x="9533108"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6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_Five split - Icons">
    <p:spTree>
      <p:nvGrpSpPr>
        <p:cNvPr id="1" name=""/>
        <p:cNvGrpSpPr/>
        <p:nvPr/>
      </p:nvGrpSpPr>
      <p:grpSpPr>
        <a:xfrm>
          <a:off x="0" y="0"/>
          <a:ext cx="0" cy="0"/>
          <a:chOff x="0" y="0"/>
          <a:chExt cx="0" cy="0"/>
        </a:xfrm>
      </p:grpSpPr>
      <p:grpSp>
        <p:nvGrpSpPr>
          <p:cNvPr id="149" name="Group 148"/>
          <p:cNvGrpSpPr/>
          <p:nvPr userDrawn="1"/>
        </p:nvGrpSpPr>
        <p:grpSpPr>
          <a:xfrm>
            <a:off x="381000" y="1872371"/>
            <a:ext cx="11429999" cy="3468510"/>
            <a:chOff x="381000" y="1872371"/>
            <a:chExt cx="11429999" cy="3468510"/>
          </a:xfrm>
        </p:grpSpPr>
        <p:grpSp>
          <p:nvGrpSpPr>
            <p:cNvPr id="148" name="Group 147"/>
            <p:cNvGrpSpPr/>
            <p:nvPr userDrawn="1"/>
          </p:nvGrpSpPr>
          <p:grpSpPr>
            <a:xfrm>
              <a:off x="608957" y="5141587"/>
              <a:ext cx="2142079" cy="191424"/>
              <a:chOff x="608957" y="5141587"/>
              <a:chExt cx="2142079" cy="191424"/>
            </a:xfrm>
          </p:grpSpPr>
          <p:sp>
            <p:nvSpPr>
              <p:cNvPr id="61" name="object 8"/>
              <p:cNvSpPr/>
              <p:nvPr/>
            </p:nvSpPr>
            <p:spPr>
              <a:xfrm>
                <a:off x="608957" y="5326991"/>
                <a:ext cx="1955026" cy="6020"/>
              </a:xfrm>
              <a:custGeom>
                <a:avLst/>
                <a:gdLst/>
                <a:ahLst/>
                <a:cxnLst/>
                <a:rect l="l" t="t" r="r" b="b"/>
                <a:pathLst>
                  <a:path w="3588385" h="8890">
                    <a:moveTo>
                      <a:pt x="0" y="0"/>
                    </a:moveTo>
                    <a:lnTo>
                      <a:pt x="3587786" y="8711"/>
                    </a:lnTo>
                  </a:path>
                </a:pathLst>
              </a:custGeom>
              <a:ln w="20941">
                <a:solidFill>
                  <a:srgbClr val="1A0F5C"/>
                </a:solidFill>
                <a:prstDash val="dot"/>
              </a:ln>
            </p:spPr>
            <p:txBody>
              <a:bodyPr wrap="square" lIns="0" tIns="0" rIns="0" bIns="0" rtlCol="0"/>
              <a:lstStyle/>
              <a:p>
                <a:endParaRPr dirty="0"/>
              </a:p>
            </p:txBody>
          </p:sp>
          <p:sp>
            <p:nvSpPr>
              <p:cNvPr id="63" name="object 10"/>
              <p:cNvSpPr/>
              <p:nvPr/>
            </p:nvSpPr>
            <p:spPr>
              <a:xfrm>
                <a:off x="2614035" y="5141587"/>
                <a:ext cx="137001" cy="187478"/>
              </a:xfrm>
              <a:custGeom>
                <a:avLst/>
                <a:gdLst/>
                <a:ahLst/>
                <a:cxnLst/>
                <a:rect l="l" t="t" r="r" b="b"/>
                <a:pathLst>
                  <a:path w="251460" h="276859">
                    <a:moveTo>
                      <a:pt x="0" y="276766"/>
                    </a:moveTo>
                    <a:lnTo>
                      <a:pt x="48818" y="263026"/>
                    </a:lnTo>
                    <a:lnTo>
                      <a:pt x="94055" y="241941"/>
                    </a:lnTo>
                    <a:lnTo>
                      <a:pt x="135016" y="214203"/>
                    </a:lnTo>
                    <a:lnTo>
                      <a:pt x="171006" y="180507"/>
                    </a:lnTo>
                    <a:lnTo>
                      <a:pt x="201330" y="141545"/>
                    </a:lnTo>
                    <a:lnTo>
                      <a:pt x="225295" y="98011"/>
                    </a:lnTo>
                    <a:lnTo>
                      <a:pt x="242204" y="50598"/>
                    </a:lnTo>
                    <a:lnTo>
                      <a:pt x="251364" y="0"/>
                    </a:lnTo>
                  </a:path>
                </a:pathLst>
              </a:custGeom>
              <a:ln w="20941">
                <a:solidFill>
                  <a:srgbClr val="1A0F5C"/>
                </a:solidFill>
                <a:prstDash val="dot"/>
              </a:ln>
            </p:spPr>
            <p:txBody>
              <a:bodyPr wrap="square" lIns="0" tIns="0" rIns="0" bIns="0" rtlCol="0"/>
              <a:lstStyle/>
              <a:p>
                <a:endParaRPr dirty="0"/>
              </a:p>
            </p:txBody>
          </p:sp>
        </p:grpSp>
        <p:grpSp>
          <p:nvGrpSpPr>
            <p:cNvPr id="124" name="Group 123"/>
            <p:cNvGrpSpPr/>
            <p:nvPr/>
          </p:nvGrpSpPr>
          <p:grpSpPr>
            <a:xfrm>
              <a:off x="2746644" y="1872377"/>
              <a:ext cx="226409" cy="3205947"/>
              <a:chOff x="2746644" y="1872377"/>
              <a:chExt cx="226409" cy="3205947"/>
            </a:xfrm>
          </p:grpSpPr>
          <p:sp>
            <p:nvSpPr>
              <p:cNvPr id="55" name="object 14"/>
              <p:cNvSpPr/>
              <p:nvPr/>
            </p:nvSpPr>
            <p:spPr>
              <a:xfrm>
                <a:off x="2752740" y="2113503"/>
                <a:ext cx="0" cy="2964821"/>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56" name="object 15"/>
              <p:cNvSpPr/>
              <p:nvPr/>
            </p:nvSpPr>
            <p:spPr>
              <a:xfrm>
                <a:off x="2757752" y="1880475"/>
                <a:ext cx="187388" cy="170278"/>
              </a:xfrm>
              <a:custGeom>
                <a:avLst/>
                <a:gdLst/>
                <a:ahLst/>
                <a:cxnLst/>
                <a:rect l="l" t="t" r="r" b="b"/>
                <a:pathLst>
                  <a:path w="277495"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57" name="object 16"/>
              <p:cNvSpPr/>
              <p:nvPr/>
            </p:nvSpPr>
            <p:spPr>
              <a:xfrm>
                <a:off x="2746644" y="1872377"/>
                <a:ext cx="226409" cy="227038"/>
              </a:xfrm>
              <a:custGeom>
                <a:avLst/>
                <a:gdLst/>
                <a:ahLst/>
                <a:cxnLst/>
                <a:rect l="l" t="t" r="r" b="b"/>
                <a:pathLst>
                  <a:path w="335279" h="335279">
                    <a:moveTo>
                      <a:pt x="20942" y="324599"/>
                    </a:moveTo>
                    <a:lnTo>
                      <a:pt x="17881" y="317195"/>
                    </a:lnTo>
                    <a:lnTo>
                      <a:pt x="10477" y="314121"/>
                    </a:lnTo>
                    <a:lnTo>
                      <a:pt x="3073" y="317195"/>
                    </a:lnTo>
                    <a:lnTo>
                      <a:pt x="0" y="324599"/>
                    </a:lnTo>
                    <a:lnTo>
                      <a:pt x="3073" y="332003"/>
                    </a:lnTo>
                    <a:lnTo>
                      <a:pt x="10477" y="335064"/>
                    </a:lnTo>
                    <a:lnTo>
                      <a:pt x="17881" y="332003"/>
                    </a:lnTo>
                    <a:lnTo>
                      <a:pt x="20942" y="324599"/>
                    </a:lnTo>
                    <a:close/>
                  </a:path>
                  <a:path w="335279" h="335279">
                    <a:moveTo>
                      <a:pt x="335064" y="10464"/>
                    </a:moveTo>
                    <a:lnTo>
                      <a:pt x="332003" y="3060"/>
                    </a:lnTo>
                    <a:lnTo>
                      <a:pt x="324599" y="0"/>
                    </a:lnTo>
                    <a:lnTo>
                      <a:pt x="317195" y="3060"/>
                    </a:lnTo>
                    <a:lnTo>
                      <a:pt x="314134" y="10464"/>
                    </a:lnTo>
                    <a:lnTo>
                      <a:pt x="317195" y="17868"/>
                    </a:lnTo>
                    <a:lnTo>
                      <a:pt x="324599" y="20942"/>
                    </a:lnTo>
                    <a:lnTo>
                      <a:pt x="332003" y="17868"/>
                    </a:lnTo>
                    <a:lnTo>
                      <a:pt x="335064" y="10464"/>
                    </a:lnTo>
                    <a:close/>
                  </a:path>
                </a:pathLst>
              </a:custGeom>
              <a:solidFill>
                <a:srgbClr val="1A0F5C"/>
              </a:solidFill>
            </p:spPr>
            <p:txBody>
              <a:bodyPr wrap="square" lIns="0" tIns="0" rIns="0" bIns="0" rtlCol="0"/>
              <a:lstStyle/>
              <a:p>
                <a:endParaRPr dirty="0"/>
              </a:p>
            </p:txBody>
          </p:sp>
        </p:grpSp>
        <p:grpSp>
          <p:nvGrpSpPr>
            <p:cNvPr id="24" name="object 21"/>
            <p:cNvGrpSpPr/>
            <p:nvPr/>
          </p:nvGrpSpPr>
          <p:grpSpPr>
            <a:xfrm>
              <a:off x="4972552" y="2134832"/>
              <a:ext cx="226409" cy="3206049"/>
              <a:chOff x="10072992" y="3905106"/>
              <a:chExt cx="335280" cy="4734560"/>
            </a:xfrm>
          </p:grpSpPr>
          <p:sp>
            <p:nvSpPr>
              <p:cNvPr id="49" name="object 22"/>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sp>
            <p:nvSpPr>
              <p:cNvPr id="50" name="object 23"/>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51" name="object 24"/>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grpSp>
        <p:grpSp>
          <p:nvGrpSpPr>
            <p:cNvPr id="23" name="object 17"/>
            <p:cNvGrpSpPr/>
            <p:nvPr/>
          </p:nvGrpSpPr>
          <p:grpSpPr>
            <a:xfrm>
              <a:off x="2972870" y="1872371"/>
              <a:ext cx="2017087" cy="227038"/>
              <a:chOff x="6313944" y="3517515"/>
              <a:chExt cx="3780154" cy="335280"/>
            </a:xfrm>
          </p:grpSpPr>
          <p:sp>
            <p:nvSpPr>
              <p:cNvPr id="52" name="object 18"/>
              <p:cNvSpPr/>
              <p:nvPr/>
            </p:nvSpPr>
            <p:spPr>
              <a:xfrm>
                <a:off x="6313944" y="3527986"/>
                <a:ext cx="3424554" cy="0"/>
              </a:xfrm>
              <a:custGeom>
                <a:avLst/>
                <a:gdLst/>
                <a:ahLst/>
                <a:cxnLst/>
                <a:rect l="l" t="t" r="r" b="b"/>
                <a:pathLst>
                  <a:path w="3424554">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53" name="object 19"/>
              <p:cNvSpPr/>
              <p:nvPr/>
            </p:nvSpPr>
            <p:spPr>
              <a:xfrm>
                <a:off x="983063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54" name="object 20"/>
              <p:cNvSpPr/>
              <p:nvPr/>
            </p:nvSpPr>
            <p:spPr>
              <a:xfrm>
                <a:off x="9758870" y="3517524"/>
                <a:ext cx="335280" cy="335280"/>
              </a:xfrm>
              <a:custGeom>
                <a:avLst/>
                <a:gdLst/>
                <a:ahLst/>
                <a:cxnLst/>
                <a:rect l="l" t="t" r="r" b="b"/>
                <a:pathLst>
                  <a:path w="335279" h="335279">
                    <a:moveTo>
                      <a:pt x="20929" y="10464"/>
                    </a:moveTo>
                    <a:lnTo>
                      <a:pt x="17868" y="3060"/>
                    </a:lnTo>
                    <a:lnTo>
                      <a:pt x="10464" y="0"/>
                    </a:lnTo>
                    <a:lnTo>
                      <a:pt x="3060" y="3060"/>
                    </a:lnTo>
                    <a:lnTo>
                      <a:pt x="0" y="10464"/>
                    </a:lnTo>
                    <a:lnTo>
                      <a:pt x="3060" y="17868"/>
                    </a:lnTo>
                    <a:lnTo>
                      <a:pt x="10464" y="20942"/>
                    </a:lnTo>
                    <a:lnTo>
                      <a:pt x="17868" y="17868"/>
                    </a:lnTo>
                    <a:lnTo>
                      <a:pt x="20929" y="10464"/>
                    </a:lnTo>
                    <a:close/>
                  </a:path>
                  <a:path w="335279" h="335279">
                    <a:moveTo>
                      <a:pt x="335064" y="324599"/>
                    </a:moveTo>
                    <a:lnTo>
                      <a:pt x="331990" y="317195"/>
                    </a:lnTo>
                    <a:lnTo>
                      <a:pt x="324586" y="314121"/>
                    </a:lnTo>
                    <a:lnTo>
                      <a:pt x="317182" y="317195"/>
                    </a:lnTo>
                    <a:lnTo>
                      <a:pt x="314121" y="324599"/>
                    </a:lnTo>
                    <a:lnTo>
                      <a:pt x="317182" y="332003"/>
                    </a:lnTo>
                    <a:lnTo>
                      <a:pt x="324586" y="335064"/>
                    </a:lnTo>
                    <a:lnTo>
                      <a:pt x="331990" y="332003"/>
                    </a:lnTo>
                    <a:lnTo>
                      <a:pt x="335064" y="324599"/>
                    </a:lnTo>
                    <a:close/>
                  </a:path>
                </a:pathLst>
              </a:custGeom>
              <a:solidFill>
                <a:srgbClr val="1A0F5C"/>
              </a:solidFill>
            </p:spPr>
            <p:txBody>
              <a:bodyPr wrap="square" lIns="0" tIns="0" rIns="0" bIns="0" rtlCol="0"/>
              <a:lstStyle/>
              <a:p>
                <a:endParaRPr dirty="0"/>
              </a:p>
            </p:txBody>
          </p:sp>
        </p:grpSp>
        <p:grpSp>
          <p:nvGrpSpPr>
            <p:cNvPr id="26" name="object 29"/>
            <p:cNvGrpSpPr/>
            <p:nvPr/>
          </p:nvGrpSpPr>
          <p:grpSpPr>
            <a:xfrm>
              <a:off x="7202653" y="1872371"/>
              <a:ext cx="226409" cy="3206049"/>
              <a:chOff x="14219462" y="3517515"/>
              <a:chExt cx="335280" cy="4734560"/>
            </a:xfrm>
          </p:grpSpPr>
          <p:sp>
            <p:nvSpPr>
              <p:cNvPr id="43" name="object 30"/>
              <p:cNvSpPr/>
              <p:nvPr/>
            </p:nvSpPr>
            <p:spPr>
              <a:xfrm>
                <a:off x="14229933"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44" name="object 31"/>
              <p:cNvSpPr/>
              <p:nvPr/>
            </p:nvSpPr>
            <p:spPr>
              <a:xfrm>
                <a:off x="14235909" y="3529483"/>
                <a:ext cx="277495" cy="251460"/>
              </a:xfrm>
              <a:custGeom>
                <a:avLst/>
                <a:gdLst/>
                <a:ahLst/>
                <a:cxnLst/>
                <a:rect l="l" t="t" r="r" b="b"/>
                <a:pathLst>
                  <a:path w="277494"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45" name="object 32"/>
              <p:cNvSpPr/>
              <p:nvPr/>
            </p:nvSpPr>
            <p:spPr>
              <a:xfrm>
                <a:off x="14219466" y="3517524"/>
                <a:ext cx="335280" cy="335280"/>
              </a:xfrm>
              <a:custGeom>
                <a:avLst/>
                <a:gdLst/>
                <a:ahLst/>
                <a:cxnLst/>
                <a:rect l="l" t="t" r="r" b="b"/>
                <a:pathLst>
                  <a:path w="335280" h="335279">
                    <a:moveTo>
                      <a:pt x="20942" y="324599"/>
                    </a:moveTo>
                    <a:lnTo>
                      <a:pt x="17868" y="317195"/>
                    </a:lnTo>
                    <a:lnTo>
                      <a:pt x="10464" y="314121"/>
                    </a:lnTo>
                    <a:lnTo>
                      <a:pt x="3060" y="317195"/>
                    </a:lnTo>
                    <a:lnTo>
                      <a:pt x="0" y="324599"/>
                    </a:lnTo>
                    <a:lnTo>
                      <a:pt x="3060" y="332003"/>
                    </a:lnTo>
                    <a:lnTo>
                      <a:pt x="10464" y="335064"/>
                    </a:lnTo>
                    <a:lnTo>
                      <a:pt x="17868" y="332003"/>
                    </a:lnTo>
                    <a:lnTo>
                      <a:pt x="20942" y="324599"/>
                    </a:lnTo>
                    <a:close/>
                  </a:path>
                  <a:path w="335280" h="335279">
                    <a:moveTo>
                      <a:pt x="335064" y="10464"/>
                    </a:moveTo>
                    <a:lnTo>
                      <a:pt x="331990" y="3060"/>
                    </a:lnTo>
                    <a:lnTo>
                      <a:pt x="324586" y="0"/>
                    </a:lnTo>
                    <a:lnTo>
                      <a:pt x="317195" y="3060"/>
                    </a:lnTo>
                    <a:lnTo>
                      <a:pt x="314121" y="10464"/>
                    </a:lnTo>
                    <a:lnTo>
                      <a:pt x="317195" y="17868"/>
                    </a:lnTo>
                    <a:lnTo>
                      <a:pt x="324586" y="20942"/>
                    </a:lnTo>
                    <a:lnTo>
                      <a:pt x="331990" y="17868"/>
                    </a:lnTo>
                    <a:lnTo>
                      <a:pt x="335064" y="10464"/>
                    </a:lnTo>
                    <a:close/>
                  </a:path>
                </a:pathLst>
              </a:custGeom>
              <a:solidFill>
                <a:srgbClr val="1A0F5C"/>
              </a:solidFill>
            </p:spPr>
            <p:txBody>
              <a:bodyPr wrap="square" lIns="0" tIns="0" rIns="0" bIns="0" rtlCol="0"/>
              <a:lstStyle/>
              <a:p>
                <a:endParaRPr dirty="0"/>
              </a:p>
            </p:txBody>
          </p:sp>
        </p:grpSp>
        <p:grpSp>
          <p:nvGrpSpPr>
            <p:cNvPr id="25" name="object 25"/>
            <p:cNvGrpSpPr/>
            <p:nvPr/>
          </p:nvGrpSpPr>
          <p:grpSpPr>
            <a:xfrm>
              <a:off x="5207664" y="5113658"/>
              <a:ext cx="2011175" cy="227038"/>
              <a:chOff x="10460414" y="8304114"/>
              <a:chExt cx="3780154" cy="335280"/>
            </a:xfrm>
          </p:grpSpPr>
          <p:sp>
            <p:nvSpPr>
              <p:cNvPr id="46" name="object 26"/>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47" name="object 27"/>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dirty="0"/>
              </a:p>
            </p:txBody>
          </p:sp>
          <p:sp>
            <p:nvSpPr>
              <p:cNvPr id="48" name="object 28"/>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dirty="0"/>
              </a:p>
            </p:txBody>
          </p:sp>
        </p:grpSp>
        <p:grpSp>
          <p:nvGrpSpPr>
            <p:cNvPr id="125" name="object 21"/>
            <p:cNvGrpSpPr/>
            <p:nvPr/>
          </p:nvGrpSpPr>
          <p:grpSpPr>
            <a:xfrm>
              <a:off x="9431558" y="2134832"/>
              <a:ext cx="226409" cy="3206049"/>
              <a:chOff x="10072992" y="3905106"/>
              <a:chExt cx="335280" cy="4734560"/>
            </a:xfrm>
          </p:grpSpPr>
          <p:sp>
            <p:nvSpPr>
              <p:cNvPr id="126" name="object 22"/>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sp>
            <p:nvSpPr>
              <p:cNvPr id="127" name="object 23"/>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128" name="object 24"/>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grpSp>
        <p:grpSp>
          <p:nvGrpSpPr>
            <p:cNvPr id="27" name="object 33"/>
            <p:cNvGrpSpPr/>
            <p:nvPr/>
          </p:nvGrpSpPr>
          <p:grpSpPr>
            <a:xfrm>
              <a:off x="7437156" y="1872371"/>
              <a:ext cx="2008198" cy="227038"/>
              <a:chOff x="14607437" y="3517515"/>
              <a:chExt cx="3874135" cy="335280"/>
            </a:xfrm>
          </p:grpSpPr>
          <p:sp>
            <p:nvSpPr>
              <p:cNvPr id="40" name="object 34"/>
              <p:cNvSpPr/>
              <p:nvPr/>
            </p:nvSpPr>
            <p:spPr>
              <a:xfrm>
                <a:off x="14607437" y="3527986"/>
                <a:ext cx="3517900"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dirty="0"/>
              </a:p>
            </p:txBody>
          </p:sp>
          <p:sp>
            <p:nvSpPr>
              <p:cNvPr id="41" name="object 35"/>
              <p:cNvSpPr/>
              <p:nvPr/>
            </p:nvSpPr>
            <p:spPr>
              <a:xfrm>
                <a:off x="1821781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42" name="object 36"/>
              <p:cNvSpPr/>
              <p:nvPr/>
            </p:nvSpPr>
            <p:spPr>
              <a:xfrm>
                <a:off x="18146040" y="3517524"/>
                <a:ext cx="335280"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dirty="0"/>
              </a:p>
            </p:txBody>
          </p:sp>
        </p:grpSp>
        <p:grpSp>
          <p:nvGrpSpPr>
            <p:cNvPr id="133" name="object 25"/>
            <p:cNvGrpSpPr/>
            <p:nvPr/>
          </p:nvGrpSpPr>
          <p:grpSpPr>
            <a:xfrm>
              <a:off x="9673169" y="5113660"/>
              <a:ext cx="2117180" cy="227038"/>
              <a:chOff x="10460414" y="8304114"/>
              <a:chExt cx="3780154" cy="335280"/>
            </a:xfrm>
          </p:grpSpPr>
          <p:sp>
            <p:nvSpPr>
              <p:cNvPr id="134" name="object 26"/>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135" name="object 27"/>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dirty="0"/>
              </a:p>
            </p:txBody>
          </p:sp>
          <p:sp>
            <p:nvSpPr>
              <p:cNvPr id="136" name="object 28"/>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dirty="0"/>
              </a:p>
            </p:txBody>
          </p:sp>
        </p:grpSp>
        <p:grpSp>
          <p:nvGrpSpPr>
            <p:cNvPr id="137" name="object 37"/>
            <p:cNvGrpSpPr/>
            <p:nvPr/>
          </p:nvGrpSpPr>
          <p:grpSpPr>
            <a:xfrm flipV="1">
              <a:off x="11748577" y="3666851"/>
              <a:ext cx="62422" cy="1408236"/>
              <a:chOff x="18429794" y="3904827"/>
              <a:chExt cx="81915" cy="2079411"/>
            </a:xfrm>
          </p:grpSpPr>
          <p:sp>
            <p:nvSpPr>
              <p:cNvPr id="138" name="object 38"/>
              <p:cNvSpPr/>
              <p:nvPr/>
            </p:nvSpPr>
            <p:spPr>
              <a:xfrm>
                <a:off x="18470641" y="3904827"/>
                <a:ext cx="0" cy="1975487"/>
              </a:xfrm>
              <a:custGeom>
                <a:avLst/>
                <a:gdLst/>
                <a:ahLst/>
                <a:cxnLst/>
                <a:rect l="l" t="t" r="r" b="b"/>
                <a:pathLst>
                  <a:path h="1975485">
                    <a:moveTo>
                      <a:pt x="0" y="0"/>
                    </a:moveTo>
                    <a:lnTo>
                      <a:pt x="0" y="1975426"/>
                    </a:lnTo>
                  </a:path>
                </a:pathLst>
              </a:custGeom>
              <a:ln w="20941">
                <a:solidFill>
                  <a:srgbClr val="1A0F5C"/>
                </a:solidFill>
                <a:prstDash val="dot"/>
              </a:ln>
            </p:spPr>
            <p:txBody>
              <a:bodyPr wrap="square" lIns="0" tIns="0" rIns="0" bIns="0" rtlCol="0"/>
              <a:lstStyle/>
              <a:p>
                <a:endParaRPr dirty="0"/>
              </a:p>
            </p:txBody>
          </p:sp>
          <p:sp>
            <p:nvSpPr>
              <p:cNvPr id="139" name="object 39"/>
              <p:cNvSpPr/>
              <p:nvPr/>
            </p:nvSpPr>
            <p:spPr>
              <a:xfrm>
                <a:off x="18460174" y="5901143"/>
                <a:ext cx="20954" cy="20954"/>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40" name="object 40"/>
              <p:cNvSpPr/>
              <p:nvPr/>
            </p:nvSpPr>
            <p:spPr>
              <a:xfrm>
                <a:off x="18429794" y="5871844"/>
                <a:ext cx="81915" cy="112394"/>
              </a:xfrm>
              <a:custGeom>
                <a:avLst/>
                <a:gdLst/>
                <a:ahLst/>
                <a:cxnLst/>
                <a:rect l="l" t="t" r="r" b="b"/>
                <a:pathLst>
                  <a:path w="81915" h="112395">
                    <a:moveTo>
                      <a:pt x="81704" y="0"/>
                    </a:moveTo>
                    <a:lnTo>
                      <a:pt x="0" y="0"/>
                    </a:lnTo>
                    <a:lnTo>
                      <a:pt x="40846" y="112268"/>
                    </a:lnTo>
                    <a:lnTo>
                      <a:pt x="81704" y="0"/>
                    </a:lnTo>
                    <a:close/>
                  </a:path>
                </a:pathLst>
              </a:custGeom>
              <a:solidFill>
                <a:srgbClr val="1A0F5C"/>
              </a:solidFill>
            </p:spPr>
            <p:txBody>
              <a:bodyPr wrap="square" lIns="0" tIns="0" rIns="0" bIns="0" rtlCol="0"/>
              <a:lstStyle/>
              <a:p>
                <a:endParaRPr dirty="0"/>
              </a:p>
            </p:txBody>
          </p:sp>
        </p:grpSp>
        <p:grpSp>
          <p:nvGrpSpPr>
            <p:cNvPr id="142" name="Group 141"/>
            <p:cNvGrpSpPr/>
            <p:nvPr userDrawn="1"/>
          </p:nvGrpSpPr>
          <p:grpSpPr>
            <a:xfrm>
              <a:off x="381000" y="3351205"/>
              <a:ext cx="247488" cy="1982784"/>
              <a:chOff x="381000" y="3351205"/>
              <a:chExt cx="247488" cy="1982784"/>
            </a:xfrm>
          </p:grpSpPr>
          <p:sp>
            <p:nvSpPr>
              <p:cNvPr id="143" name="object 5"/>
              <p:cNvSpPr/>
              <p:nvPr/>
            </p:nvSpPr>
            <p:spPr>
              <a:xfrm>
                <a:off x="409283" y="3421862"/>
                <a:ext cx="0" cy="1670964"/>
              </a:xfrm>
              <a:custGeom>
                <a:avLst/>
                <a:gdLst/>
                <a:ahLst/>
                <a:cxnLst/>
                <a:rect l="l" t="t" r="r" b="b"/>
                <a:pathLst>
                  <a:path h="2467609">
                    <a:moveTo>
                      <a:pt x="0" y="0"/>
                    </a:moveTo>
                    <a:lnTo>
                      <a:pt x="0" y="2467139"/>
                    </a:lnTo>
                  </a:path>
                </a:pathLst>
              </a:custGeom>
              <a:ln w="20941">
                <a:solidFill>
                  <a:srgbClr val="1A0F5C"/>
                </a:solidFill>
                <a:prstDash val="dot"/>
              </a:ln>
            </p:spPr>
            <p:txBody>
              <a:bodyPr wrap="square" lIns="0" tIns="0" rIns="0" bIns="0" rtlCol="0"/>
              <a:lstStyle/>
              <a:p>
                <a:endParaRPr dirty="0"/>
              </a:p>
            </p:txBody>
          </p:sp>
          <p:sp>
            <p:nvSpPr>
              <p:cNvPr id="144" name="object 6"/>
              <p:cNvSpPr/>
              <p:nvPr/>
            </p:nvSpPr>
            <p:spPr>
              <a:xfrm>
                <a:off x="413322" y="5155199"/>
                <a:ext cx="187388" cy="170708"/>
              </a:xfrm>
              <a:custGeom>
                <a:avLst/>
                <a:gdLst/>
                <a:ahLst/>
                <a:cxnLst/>
                <a:rect l="l" t="t" r="r" b="b"/>
                <a:pathLst>
                  <a:path w="277494" h="252095">
                    <a:moveTo>
                      <a:pt x="0" y="0"/>
                    </a:moveTo>
                    <a:lnTo>
                      <a:pt x="13866" y="48836"/>
                    </a:lnTo>
                    <a:lnTo>
                      <a:pt x="35063" y="94111"/>
                    </a:lnTo>
                    <a:lnTo>
                      <a:pt x="62897" y="135126"/>
                    </a:lnTo>
                    <a:lnTo>
                      <a:pt x="96675" y="171188"/>
                    </a:lnTo>
                    <a:lnTo>
                      <a:pt x="135701" y="201599"/>
                    </a:lnTo>
                    <a:lnTo>
                      <a:pt x="179281" y="225664"/>
                    </a:lnTo>
                    <a:lnTo>
                      <a:pt x="226723" y="242687"/>
                    </a:lnTo>
                    <a:lnTo>
                      <a:pt x="277331" y="251971"/>
                    </a:lnTo>
                  </a:path>
                </a:pathLst>
              </a:custGeom>
              <a:ln w="20941">
                <a:solidFill>
                  <a:srgbClr val="1A0F5C"/>
                </a:solidFill>
                <a:prstDash val="dot"/>
              </a:ln>
            </p:spPr>
            <p:txBody>
              <a:bodyPr wrap="square" lIns="0" tIns="0" rIns="0" bIns="0" rtlCol="0"/>
              <a:lstStyle/>
              <a:p>
                <a:endParaRPr dirty="0"/>
              </a:p>
            </p:txBody>
          </p:sp>
          <p:sp>
            <p:nvSpPr>
              <p:cNvPr id="145" name="object 7"/>
              <p:cNvSpPr/>
              <p:nvPr/>
            </p:nvSpPr>
            <p:spPr>
              <a:xfrm>
                <a:off x="402212" y="5106567"/>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46" name="object 9"/>
              <p:cNvSpPr/>
              <p:nvPr/>
            </p:nvSpPr>
            <p:spPr>
              <a:xfrm>
                <a:off x="614337" y="5319799"/>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47" name="object 12"/>
              <p:cNvSpPr/>
              <p:nvPr/>
            </p:nvSpPr>
            <p:spPr>
              <a:xfrm>
                <a:off x="381000" y="3351205"/>
                <a:ext cx="56602" cy="56759"/>
              </a:xfrm>
              <a:custGeom>
                <a:avLst/>
                <a:gdLst/>
                <a:ahLst/>
                <a:cxnLst/>
                <a:rect l="l" t="t" r="r" b="b"/>
                <a:pathLst>
                  <a:path w="83819" h="83820">
                    <a:moveTo>
                      <a:pt x="41883" y="0"/>
                    </a:moveTo>
                    <a:lnTo>
                      <a:pt x="25581" y="3291"/>
                    </a:lnTo>
                    <a:lnTo>
                      <a:pt x="12267" y="12267"/>
                    </a:lnTo>
                    <a:lnTo>
                      <a:pt x="3291" y="25581"/>
                    </a:lnTo>
                    <a:lnTo>
                      <a:pt x="0" y="41883"/>
                    </a:lnTo>
                    <a:lnTo>
                      <a:pt x="3291" y="58185"/>
                    </a:lnTo>
                    <a:lnTo>
                      <a:pt x="12267" y="71499"/>
                    </a:lnTo>
                    <a:lnTo>
                      <a:pt x="25581" y="80475"/>
                    </a:lnTo>
                    <a:lnTo>
                      <a:pt x="41883" y="83767"/>
                    </a:lnTo>
                    <a:lnTo>
                      <a:pt x="58185" y="80475"/>
                    </a:lnTo>
                    <a:lnTo>
                      <a:pt x="71499" y="71499"/>
                    </a:lnTo>
                    <a:lnTo>
                      <a:pt x="80475" y="58185"/>
                    </a:lnTo>
                    <a:lnTo>
                      <a:pt x="83767" y="41883"/>
                    </a:lnTo>
                    <a:lnTo>
                      <a:pt x="80475" y="25581"/>
                    </a:lnTo>
                    <a:lnTo>
                      <a:pt x="71499" y="12267"/>
                    </a:lnTo>
                    <a:lnTo>
                      <a:pt x="58185" y="3291"/>
                    </a:lnTo>
                    <a:lnTo>
                      <a:pt x="41883" y="0"/>
                    </a:lnTo>
                    <a:close/>
                  </a:path>
                </a:pathLst>
              </a:custGeom>
              <a:solidFill>
                <a:srgbClr val="1A0F5C"/>
              </a:solidFill>
            </p:spPr>
            <p:txBody>
              <a:bodyPr wrap="square" lIns="0" tIns="0" rIns="0" bIns="0" rtlCol="0"/>
              <a:lstStyle/>
              <a:p>
                <a:endParaRPr dirty="0"/>
              </a:p>
            </p:txBody>
          </p:sp>
        </p:grpSp>
      </p:grpSp>
      <p:sp>
        <p:nvSpPr>
          <p:cNvPr id="12" name="Text Placeholder 15"/>
          <p:cNvSpPr>
            <a:spLocks noGrp="1"/>
          </p:cNvSpPr>
          <p:nvPr>
            <p:ph type="body" sz="quarter" idx="24"/>
          </p:nvPr>
        </p:nvSpPr>
        <p:spPr>
          <a:xfrm>
            <a:off x="7443677" y="2362087"/>
            <a:ext cx="1763633"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5" name="Text Placeholder 15"/>
          <p:cNvSpPr>
            <a:spLocks noGrp="1"/>
          </p:cNvSpPr>
          <p:nvPr>
            <p:ph type="body" sz="quarter" idx="25"/>
          </p:nvPr>
        </p:nvSpPr>
        <p:spPr>
          <a:xfrm>
            <a:off x="9673169" y="2362087"/>
            <a:ext cx="1763633"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0" name="Text Placeholder 15"/>
          <p:cNvSpPr>
            <a:spLocks noGrp="1"/>
          </p:cNvSpPr>
          <p:nvPr>
            <p:ph type="body" sz="quarter" idx="23"/>
          </p:nvPr>
        </p:nvSpPr>
        <p:spPr>
          <a:xfrm>
            <a:off x="2984693" y="2362087"/>
            <a:ext cx="1763633"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5" name="Text Placeholder 15"/>
          <p:cNvSpPr>
            <a:spLocks noGrp="1"/>
          </p:cNvSpPr>
          <p:nvPr>
            <p:ph type="body" sz="quarter" idx="13"/>
          </p:nvPr>
        </p:nvSpPr>
        <p:spPr>
          <a:xfrm>
            <a:off x="755201" y="2362087"/>
            <a:ext cx="1763633"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64" name="object 11"/>
          <p:cNvSpPr/>
          <p:nvPr/>
        </p:nvSpPr>
        <p:spPr>
          <a:xfrm>
            <a:off x="398115" y="3372478"/>
            <a:ext cx="2359454" cy="1967661"/>
          </a:xfrm>
          <a:custGeom>
            <a:avLst/>
            <a:gdLst/>
            <a:ahLst/>
            <a:cxnLst/>
            <a:rect l="l" t="t" r="r" b="b"/>
            <a:pathLst>
              <a:path w="4330700" h="2905759">
                <a:moveTo>
                  <a:pt x="20929" y="10477"/>
                </a:moveTo>
                <a:lnTo>
                  <a:pt x="17868" y="3073"/>
                </a:lnTo>
                <a:lnTo>
                  <a:pt x="10464" y="0"/>
                </a:lnTo>
                <a:lnTo>
                  <a:pt x="3060" y="3073"/>
                </a:lnTo>
                <a:lnTo>
                  <a:pt x="0" y="10477"/>
                </a:lnTo>
                <a:lnTo>
                  <a:pt x="3060" y="17881"/>
                </a:lnTo>
                <a:lnTo>
                  <a:pt x="10464" y="20942"/>
                </a:lnTo>
                <a:lnTo>
                  <a:pt x="17868" y="17881"/>
                </a:lnTo>
                <a:lnTo>
                  <a:pt x="20929" y="10477"/>
                </a:lnTo>
                <a:close/>
              </a:path>
              <a:path w="4330700" h="2905759">
                <a:moveTo>
                  <a:pt x="4016451" y="2895142"/>
                </a:moveTo>
                <a:lnTo>
                  <a:pt x="4013377" y="2887738"/>
                </a:lnTo>
                <a:lnTo>
                  <a:pt x="4005973" y="2884665"/>
                </a:lnTo>
                <a:lnTo>
                  <a:pt x="3998569" y="2887738"/>
                </a:lnTo>
                <a:lnTo>
                  <a:pt x="3995509" y="2895142"/>
                </a:lnTo>
                <a:lnTo>
                  <a:pt x="3998569" y="2902547"/>
                </a:lnTo>
                <a:lnTo>
                  <a:pt x="4005973" y="2905607"/>
                </a:lnTo>
                <a:lnTo>
                  <a:pt x="4013377" y="2902547"/>
                </a:lnTo>
                <a:lnTo>
                  <a:pt x="4016451" y="2895142"/>
                </a:lnTo>
                <a:close/>
              </a:path>
              <a:path w="4330700" h="2905759">
                <a:moveTo>
                  <a:pt x="4330573" y="2581783"/>
                </a:moveTo>
                <a:lnTo>
                  <a:pt x="4327512" y="2574379"/>
                </a:lnTo>
                <a:lnTo>
                  <a:pt x="4320108" y="2571305"/>
                </a:lnTo>
                <a:lnTo>
                  <a:pt x="4312704" y="2574379"/>
                </a:lnTo>
                <a:lnTo>
                  <a:pt x="4309630" y="2581783"/>
                </a:lnTo>
                <a:lnTo>
                  <a:pt x="4312704" y="2589187"/>
                </a:lnTo>
                <a:lnTo>
                  <a:pt x="4320108" y="2592247"/>
                </a:lnTo>
                <a:lnTo>
                  <a:pt x="4327512" y="2589187"/>
                </a:lnTo>
                <a:lnTo>
                  <a:pt x="4330573" y="2581783"/>
                </a:lnTo>
                <a:close/>
              </a:path>
            </a:pathLst>
          </a:custGeom>
          <a:solidFill>
            <a:srgbClr val="1A0F5C"/>
          </a:solidFill>
        </p:spPr>
        <p:txBody>
          <a:bodyPr wrap="square" lIns="0" tIns="0" rIns="0" bIns="0" rtlCol="0"/>
          <a:lstStyle/>
          <a:p>
            <a:endParaRPr dirty="0"/>
          </a:p>
        </p:txBody>
      </p:sp>
      <p:sp>
        <p:nvSpPr>
          <p:cNvPr id="68" name="Picture Placeholder 4"/>
          <p:cNvSpPr>
            <a:spLocks noGrp="1"/>
          </p:cNvSpPr>
          <p:nvPr>
            <p:ph type="pic" sz="quarter" idx="18" hasCustomPrompt="1"/>
          </p:nvPr>
        </p:nvSpPr>
        <p:spPr>
          <a:xfrm>
            <a:off x="7943221" y="2750635"/>
            <a:ext cx="764544" cy="823913"/>
          </a:xfrm>
        </p:spPr>
        <p:txBody>
          <a:bodyPr anchor="ctr">
            <a:normAutofit/>
          </a:bodyPr>
          <a:lstStyle>
            <a:lvl1pPr marL="0" indent="0" algn="ctr">
              <a:buNone/>
              <a:defRPr sz="1200"/>
            </a:lvl1pPr>
          </a:lstStyle>
          <a:p>
            <a:r>
              <a:rPr lang="en-US" dirty="0"/>
              <a:t>Icon</a:t>
            </a:r>
          </a:p>
        </p:txBody>
      </p:sp>
      <p:sp>
        <p:nvSpPr>
          <p:cNvPr id="69" name="Picture Placeholder 4"/>
          <p:cNvSpPr>
            <a:spLocks noGrp="1"/>
          </p:cNvSpPr>
          <p:nvPr>
            <p:ph type="pic" sz="quarter" idx="16" hasCustomPrompt="1"/>
          </p:nvPr>
        </p:nvSpPr>
        <p:spPr>
          <a:xfrm>
            <a:off x="1254745" y="2740569"/>
            <a:ext cx="764544" cy="823913"/>
          </a:xfrm>
        </p:spPr>
        <p:txBody>
          <a:bodyPr anchor="ctr">
            <a:normAutofit/>
          </a:bodyPr>
          <a:lstStyle>
            <a:lvl1pPr marL="0" indent="0" algn="ctr">
              <a:buNone/>
              <a:defRPr sz="1200"/>
            </a:lvl1pPr>
          </a:lstStyle>
          <a:p>
            <a:r>
              <a:rPr lang="en-US" dirty="0"/>
              <a:t>Icon</a:t>
            </a:r>
          </a:p>
        </p:txBody>
      </p:sp>
      <p:sp>
        <p:nvSpPr>
          <p:cNvPr id="70" name="Picture Placeholder 4"/>
          <p:cNvSpPr>
            <a:spLocks noGrp="1"/>
          </p:cNvSpPr>
          <p:nvPr>
            <p:ph type="pic" sz="quarter" idx="17" hasCustomPrompt="1"/>
          </p:nvPr>
        </p:nvSpPr>
        <p:spPr>
          <a:xfrm>
            <a:off x="3484237" y="2750635"/>
            <a:ext cx="764544" cy="823913"/>
          </a:xfrm>
        </p:spPr>
        <p:txBody>
          <a:bodyPr anchor="ctr">
            <a:normAutofit/>
          </a:bodyPr>
          <a:lstStyle>
            <a:lvl1pPr marL="0" indent="0" algn="ctr">
              <a:buNone/>
              <a:defRPr sz="1200"/>
            </a:lvl1pPr>
          </a:lstStyle>
          <a:p>
            <a:r>
              <a:rPr lang="en-US" dirty="0"/>
              <a:t>Icon</a:t>
            </a:r>
          </a:p>
        </p:txBody>
      </p:sp>
      <p:sp>
        <p:nvSpPr>
          <p:cNvPr id="72" name="Picture Placeholder 4"/>
          <p:cNvSpPr>
            <a:spLocks noGrp="1"/>
          </p:cNvSpPr>
          <p:nvPr>
            <p:ph type="pic" sz="quarter" idx="19" hasCustomPrompt="1"/>
          </p:nvPr>
        </p:nvSpPr>
        <p:spPr>
          <a:xfrm>
            <a:off x="10172713" y="2746418"/>
            <a:ext cx="764544" cy="823913"/>
          </a:xfrm>
        </p:spPr>
        <p:txBody>
          <a:bodyPr anchor="ctr">
            <a:normAutofit/>
          </a:bodyPr>
          <a:lstStyle>
            <a:lvl1pPr marL="0" indent="0" algn="ctr">
              <a:buNone/>
              <a:defRPr sz="1200"/>
            </a:lvl1pPr>
          </a:lstStyle>
          <a:p>
            <a:r>
              <a:rPr lang="en-US" dirty="0"/>
              <a:t>Icon</a:t>
            </a:r>
          </a:p>
        </p:txBody>
      </p:sp>
      <p:sp>
        <p:nvSpPr>
          <p:cNvPr id="73" name="Content Placeholder 2"/>
          <p:cNvSpPr>
            <a:spLocks noGrp="1"/>
          </p:cNvSpPr>
          <p:nvPr>
            <p:ph sz="half" idx="1" hasCustomPrompt="1"/>
          </p:nvPr>
        </p:nvSpPr>
        <p:spPr>
          <a:xfrm>
            <a:off x="879028" y="3860379"/>
            <a:ext cx="1515979"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4" name="Content Placeholder 2"/>
          <p:cNvSpPr>
            <a:spLocks noGrp="1"/>
          </p:cNvSpPr>
          <p:nvPr>
            <p:ph sz="half" idx="20" hasCustomPrompt="1"/>
          </p:nvPr>
        </p:nvSpPr>
        <p:spPr>
          <a:xfrm>
            <a:off x="3108520" y="3860379"/>
            <a:ext cx="1515979"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5" name="Content Placeholder 2"/>
          <p:cNvSpPr>
            <a:spLocks noGrp="1"/>
          </p:cNvSpPr>
          <p:nvPr>
            <p:ph sz="half" idx="21" hasCustomPrompt="1"/>
          </p:nvPr>
        </p:nvSpPr>
        <p:spPr>
          <a:xfrm>
            <a:off x="7567504" y="3860379"/>
            <a:ext cx="1515979"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6" name="Content Placeholder 2"/>
          <p:cNvSpPr>
            <a:spLocks noGrp="1"/>
          </p:cNvSpPr>
          <p:nvPr>
            <p:ph sz="half" idx="22" hasCustomPrompt="1"/>
          </p:nvPr>
        </p:nvSpPr>
        <p:spPr>
          <a:xfrm>
            <a:off x="9796996" y="3860379"/>
            <a:ext cx="1515979"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6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19" name="Text Placeholder 15"/>
          <p:cNvSpPr>
            <a:spLocks noGrp="1"/>
          </p:cNvSpPr>
          <p:nvPr>
            <p:ph type="body" sz="quarter" idx="27"/>
          </p:nvPr>
        </p:nvSpPr>
        <p:spPr>
          <a:xfrm>
            <a:off x="5214185" y="2362087"/>
            <a:ext cx="1763633"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20" name="Picture Placeholder 4"/>
          <p:cNvSpPr>
            <a:spLocks noGrp="1"/>
          </p:cNvSpPr>
          <p:nvPr>
            <p:ph type="pic" sz="quarter" idx="28" hasCustomPrompt="1"/>
          </p:nvPr>
        </p:nvSpPr>
        <p:spPr>
          <a:xfrm>
            <a:off x="5713729" y="2750635"/>
            <a:ext cx="764544" cy="823913"/>
          </a:xfrm>
        </p:spPr>
        <p:txBody>
          <a:bodyPr anchor="ctr">
            <a:normAutofit/>
          </a:bodyPr>
          <a:lstStyle>
            <a:lvl1pPr marL="0" indent="0" algn="ctr">
              <a:buNone/>
              <a:defRPr sz="1200"/>
            </a:lvl1pPr>
          </a:lstStyle>
          <a:p>
            <a:r>
              <a:rPr lang="en-US" dirty="0"/>
              <a:t>Icon</a:t>
            </a:r>
          </a:p>
        </p:txBody>
      </p:sp>
      <p:sp>
        <p:nvSpPr>
          <p:cNvPr id="29" name="Content Placeholder 2"/>
          <p:cNvSpPr>
            <a:spLocks noGrp="1"/>
          </p:cNvSpPr>
          <p:nvPr>
            <p:ph sz="half" idx="29" hasCustomPrompt="1"/>
          </p:nvPr>
        </p:nvSpPr>
        <p:spPr>
          <a:xfrm>
            <a:off x="5338012" y="3860379"/>
            <a:ext cx="1515979"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_Six split - Icons">
    <p:spTree>
      <p:nvGrpSpPr>
        <p:cNvPr id="1" name=""/>
        <p:cNvGrpSpPr/>
        <p:nvPr/>
      </p:nvGrpSpPr>
      <p:grpSpPr>
        <a:xfrm>
          <a:off x="0" y="0"/>
          <a:ext cx="0" cy="0"/>
          <a:chOff x="0" y="0"/>
          <a:chExt cx="0" cy="0"/>
        </a:xfrm>
      </p:grpSpPr>
      <p:grpSp>
        <p:nvGrpSpPr>
          <p:cNvPr id="133" name="object 25"/>
          <p:cNvGrpSpPr/>
          <p:nvPr/>
        </p:nvGrpSpPr>
        <p:grpSpPr>
          <a:xfrm>
            <a:off x="8170488" y="5113660"/>
            <a:ext cx="1625445" cy="227038"/>
            <a:chOff x="10460414" y="8304114"/>
            <a:chExt cx="3780154" cy="335280"/>
          </a:xfrm>
        </p:grpSpPr>
        <p:sp>
          <p:nvSpPr>
            <p:cNvPr id="134" name="object 26"/>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135" name="object 27"/>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dirty="0"/>
            </a:p>
          </p:txBody>
        </p:sp>
        <p:sp>
          <p:nvSpPr>
            <p:cNvPr id="136" name="object 28"/>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dirty="0"/>
            </a:p>
          </p:txBody>
        </p:sp>
      </p:grpSp>
      <p:sp>
        <p:nvSpPr>
          <p:cNvPr id="12" name="Text Placeholder 15"/>
          <p:cNvSpPr>
            <a:spLocks noGrp="1"/>
          </p:cNvSpPr>
          <p:nvPr userDrawn="1">
            <p:ph type="body" sz="quarter" idx="24"/>
          </p:nvPr>
        </p:nvSpPr>
        <p:spPr>
          <a:xfrm>
            <a:off x="6278643"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5" name="Text Placeholder 15"/>
          <p:cNvSpPr>
            <a:spLocks noGrp="1"/>
          </p:cNvSpPr>
          <p:nvPr userDrawn="1">
            <p:ph type="body" sz="quarter" idx="25"/>
          </p:nvPr>
        </p:nvSpPr>
        <p:spPr>
          <a:xfrm>
            <a:off x="9974799"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0" name="Text Placeholder 15"/>
          <p:cNvSpPr>
            <a:spLocks noGrp="1"/>
          </p:cNvSpPr>
          <p:nvPr userDrawn="1">
            <p:ph type="body" sz="quarter" idx="23"/>
          </p:nvPr>
        </p:nvSpPr>
        <p:spPr>
          <a:xfrm>
            <a:off x="2582487"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5" name="Text Placeholder 15"/>
          <p:cNvSpPr>
            <a:spLocks noGrp="1"/>
          </p:cNvSpPr>
          <p:nvPr userDrawn="1">
            <p:ph type="body" sz="quarter" idx="13"/>
          </p:nvPr>
        </p:nvSpPr>
        <p:spPr>
          <a:xfrm>
            <a:off x="734409"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64" name="object 11"/>
          <p:cNvSpPr/>
          <p:nvPr userDrawn="1"/>
        </p:nvSpPr>
        <p:spPr>
          <a:xfrm>
            <a:off x="398115" y="3372478"/>
            <a:ext cx="2009229" cy="1967661"/>
          </a:xfrm>
          <a:custGeom>
            <a:avLst/>
            <a:gdLst/>
            <a:ahLst/>
            <a:cxnLst/>
            <a:rect l="l" t="t" r="r" b="b"/>
            <a:pathLst>
              <a:path w="4330700" h="2905759">
                <a:moveTo>
                  <a:pt x="20929" y="10477"/>
                </a:moveTo>
                <a:lnTo>
                  <a:pt x="17868" y="3073"/>
                </a:lnTo>
                <a:lnTo>
                  <a:pt x="10464" y="0"/>
                </a:lnTo>
                <a:lnTo>
                  <a:pt x="3060" y="3073"/>
                </a:lnTo>
                <a:lnTo>
                  <a:pt x="0" y="10477"/>
                </a:lnTo>
                <a:lnTo>
                  <a:pt x="3060" y="17881"/>
                </a:lnTo>
                <a:lnTo>
                  <a:pt x="10464" y="20942"/>
                </a:lnTo>
                <a:lnTo>
                  <a:pt x="17868" y="17881"/>
                </a:lnTo>
                <a:lnTo>
                  <a:pt x="20929" y="10477"/>
                </a:lnTo>
                <a:close/>
              </a:path>
              <a:path w="4330700" h="2905759">
                <a:moveTo>
                  <a:pt x="4016451" y="2895142"/>
                </a:moveTo>
                <a:lnTo>
                  <a:pt x="4013377" y="2887738"/>
                </a:lnTo>
                <a:lnTo>
                  <a:pt x="4005973" y="2884665"/>
                </a:lnTo>
                <a:lnTo>
                  <a:pt x="3998569" y="2887738"/>
                </a:lnTo>
                <a:lnTo>
                  <a:pt x="3995509" y="2895142"/>
                </a:lnTo>
                <a:lnTo>
                  <a:pt x="3998569" y="2902547"/>
                </a:lnTo>
                <a:lnTo>
                  <a:pt x="4005973" y="2905607"/>
                </a:lnTo>
                <a:lnTo>
                  <a:pt x="4013377" y="2902547"/>
                </a:lnTo>
                <a:lnTo>
                  <a:pt x="4016451" y="2895142"/>
                </a:lnTo>
                <a:close/>
              </a:path>
              <a:path w="4330700" h="2905759">
                <a:moveTo>
                  <a:pt x="4330573" y="2581783"/>
                </a:moveTo>
                <a:lnTo>
                  <a:pt x="4327512" y="2574379"/>
                </a:lnTo>
                <a:lnTo>
                  <a:pt x="4320108" y="2571305"/>
                </a:lnTo>
                <a:lnTo>
                  <a:pt x="4312704" y="2574379"/>
                </a:lnTo>
                <a:lnTo>
                  <a:pt x="4309630" y="2581783"/>
                </a:lnTo>
                <a:lnTo>
                  <a:pt x="4312704" y="2589187"/>
                </a:lnTo>
                <a:lnTo>
                  <a:pt x="4320108" y="2592247"/>
                </a:lnTo>
                <a:lnTo>
                  <a:pt x="4327512" y="2589187"/>
                </a:lnTo>
                <a:lnTo>
                  <a:pt x="4330573" y="2581783"/>
                </a:lnTo>
                <a:close/>
              </a:path>
            </a:pathLst>
          </a:custGeom>
          <a:solidFill>
            <a:srgbClr val="1A0F5C"/>
          </a:solidFill>
        </p:spPr>
        <p:txBody>
          <a:bodyPr wrap="square" lIns="0" tIns="0" rIns="0" bIns="0" rtlCol="0"/>
          <a:lstStyle/>
          <a:p>
            <a:endParaRPr dirty="0"/>
          </a:p>
        </p:txBody>
      </p:sp>
      <p:sp>
        <p:nvSpPr>
          <p:cNvPr id="68" name="Picture Placeholder 4"/>
          <p:cNvSpPr>
            <a:spLocks noGrp="1"/>
          </p:cNvSpPr>
          <p:nvPr userDrawn="1">
            <p:ph type="pic" sz="quarter" idx="18" hasCustomPrompt="1"/>
          </p:nvPr>
        </p:nvSpPr>
        <p:spPr>
          <a:xfrm>
            <a:off x="6698641" y="2750635"/>
            <a:ext cx="642799" cy="823913"/>
          </a:xfrm>
        </p:spPr>
        <p:txBody>
          <a:bodyPr anchor="ctr">
            <a:normAutofit/>
          </a:bodyPr>
          <a:lstStyle>
            <a:lvl1pPr marL="0" indent="0" algn="ctr">
              <a:buNone/>
              <a:defRPr sz="1200"/>
            </a:lvl1pPr>
          </a:lstStyle>
          <a:p>
            <a:r>
              <a:rPr lang="en-US" dirty="0"/>
              <a:t>Icon</a:t>
            </a:r>
          </a:p>
        </p:txBody>
      </p:sp>
      <p:sp>
        <p:nvSpPr>
          <p:cNvPr id="69" name="Picture Placeholder 4"/>
          <p:cNvSpPr>
            <a:spLocks noGrp="1"/>
          </p:cNvSpPr>
          <p:nvPr userDrawn="1">
            <p:ph type="pic" sz="quarter" idx="16" hasCustomPrompt="1"/>
          </p:nvPr>
        </p:nvSpPr>
        <p:spPr>
          <a:xfrm>
            <a:off x="1154407" y="2740569"/>
            <a:ext cx="642799" cy="823913"/>
          </a:xfrm>
        </p:spPr>
        <p:txBody>
          <a:bodyPr anchor="ctr">
            <a:normAutofit/>
          </a:bodyPr>
          <a:lstStyle>
            <a:lvl1pPr marL="0" indent="0" algn="ctr">
              <a:buNone/>
              <a:defRPr sz="1200"/>
            </a:lvl1pPr>
          </a:lstStyle>
          <a:p>
            <a:r>
              <a:rPr lang="en-US" dirty="0"/>
              <a:t>Icon</a:t>
            </a:r>
          </a:p>
        </p:txBody>
      </p:sp>
      <p:sp>
        <p:nvSpPr>
          <p:cNvPr id="70" name="Picture Placeholder 4"/>
          <p:cNvSpPr>
            <a:spLocks noGrp="1"/>
          </p:cNvSpPr>
          <p:nvPr userDrawn="1">
            <p:ph type="pic" sz="quarter" idx="17" hasCustomPrompt="1"/>
          </p:nvPr>
        </p:nvSpPr>
        <p:spPr>
          <a:xfrm>
            <a:off x="3002485" y="2750635"/>
            <a:ext cx="642799" cy="823913"/>
          </a:xfrm>
        </p:spPr>
        <p:txBody>
          <a:bodyPr anchor="ctr">
            <a:normAutofit/>
          </a:bodyPr>
          <a:lstStyle>
            <a:lvl1pPr marL="0" indent="0" algn="ctr">
              <a:buNone/>
              <a:defRPr sz="1200"/>
            </a:lvl1pPr>
          </a:lstStyle>
          <a:p>
            <a:r>
              <a:rPr lang="en-US" dirty="0"/>
              <a:t>Icon</a:t>
            </a:r>
          </a:p>
        </p:txBody>
      </p:sp>
      <p:sp>
        <p:nvSpPr>
          <p:cNvPr id="72" name="Picture Placeholder 4"/>
          <p:cNvSpPr>
            <a:spLocks noGrp="1"/>
          </p:cNvSpPr>
          <p:nvPr userDrawn="1">
            <p:ph type="pic" sz="quarter" idx="19" hasCustomPrompt="1"/>
          </p:nvPr>
        </p:nvSpPr>
        <p:spPr>
          <a:xfrm>
            <a:off x="10394797" y="2746418"/>
            <a:ext cx="642799" cy="823913"/>
          </a:xfrm>
        </p:spPr>
        <p:txBody>
          <a:bodyPr anchor="ctr">
            <a:normAutofit/>
          </a:bodyPr>
          <a:lstStyle>
            <a:lvl1pPr marL="0" indent="0" algn="ctr">
              <a:buNone/>
              <a:defRPr sz="1200"/>
            </a:lvl1pPr>
          </a:lstStyle>
          <a:p>
            <a:r>
              <a:rPr lang="en-US" dirty="0"/>
              <a:t>Icon</a:t>
            </a:r>
          </a:p>
        </p:txBody>
      </p:sp>
      <p:sp>
        <p:nvSpPr>
          <p:cNvPr id="73" name="Content Placeholder 2"/>
          <p:cNvSpPr>
            <a:spLocks noGrp="1"/>
          </p:cNvSpPr>
          <p:nvPr userDrawn="1">
            <p:ph sz="half" idx="1" hasCustomPrompt="1"/>
          </p:nvPr>
        </p:nvSpPr>
        <p:spPr>
          <a:xfrm>
            <a:off x="838518"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4" name="Content Placeholder 2"/>
          <p:cNvSpPr>
            <a:spLocks noGrp="1"/>
          </p:cNvSpPr>
          <p:nvPr userDrawn="1">
            <p:ph sz="half" idx="20" hasCustomPrompt="1"/>
          </p:nvPr>
        </p:nvSpPr>
        <p:spPr>
          <a:xfrm>
            <a:off x="2686596"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5" name="Content Placeholder 2"/>
          <p:cNvSpPr>
            <a:spLocks noGrp="1"/>
          </p:cNvSpPr>
          <p:nvPr userDrawn="1">
            <p:ph sz="half" idx="21" hasCustomPrompt="1"/>
          </p:nvPr>
        </p:nvSpPr>
        <p:spPr>
          <a:xfrm>
            <a:off x="6382752"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6" name="Content Placeholder 2"/>
          <p:cNvSpPr>
            <a:spLocks noGrp="1"/>
          </p:cNvSpPr>
          <p:nvPr userDrawn="1">
            <p:ph sz="half" idx="22" hasCustomPrompt="1"/>
          </p:nvPr>
        </p:nvSpPr>
        <p:spPr>
          <a:xfrm>
            <a:off x="10078908"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67" name="Text Placeholder 4"/>
          <p:cNvSpPr>
            <a:spLocks noGrp="1"/>
          </p:cNvSpPr>
          <p:nvPr userDrawn="1">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userDrawn="1">
            <p:ph type="title"/>
          </p:nvPr>
        </p:nvSpPr>
        <p:spPr>
          <a:xfrm>
            <a:off x="381000" y="180520"/>
            <a:ext cx="11430000" cy="958265"/>
          </a:xfrm>
        </p:spPr>
        <p:txBody>
          <a:bodyPr/>
          <a:lstStyle/>
          <a:p>
            <a:r>
              <a:rPr lang="en-US"/>
              <a:t>Click to edit Master title style</a:t>
            </a:r>
            <a:endParaRPr lang="en-IN"/>
          </a:p>
        </p:txBody>
      </p:sp>
      <p:sp>
        <p:nvSpPr>
          <p:cNvPr id="19" name="Text Placeholder 15"/>
          <p:cNvSpPr>
            <a:spLocks noGrp="1"/>
          </p:cNvSpPr>
          <p:nvPr userDrawn="1">
            <p:ph type="body" sz="quarter" idx="27"/>
          </p:nvPr>
        </p:nvSpPr>
        <p:spPr>
          <a:xfrm>
            <a:off x="4430565"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20" name="Picture Placeholder 4"/>
          <p:cNvSpPr>
            <a:spLocks noGrp="1"/>
          </p:cNvSpPr>
          <p:nvPr userDrawn="1">
            <p:ph type="pic" sz="quarter" idx="28" hasCustomPrompt="1"/>
          </p:nvPr>
        </p:nvSpPr>
        <p:spPr>
          <a:xfrm>
            <a:off x="4850563" y="2750635"/>
            <a:ext cx="642799" cy="823913"/>
          </a:xfrm>
        </p:spPr>
        <p:txBody>
          <a:bodyPr anchor="ctr">
            <a:normAutofit/>
          </a:bodyPr>
          <a:lstStyle>
            <a:lvl1pPr marL="0" indent="0" algn="ctr">
              <a:buNone/>
              <a:defRPr sz="1200"/>
            </a:lvl1pPr>
          </a:lstStyle>
          <a:p>
            <a:r>
              <a:rPr lang="en-US" dirty="0"/>
              <a:t>Icon</a:t>
            </a:r>
          </a:p>
        </p:txBody>
      </p:sp>
      <p:sp>
        <p:nvSpPr>
          <p:cNvPr id="29" name="Content Placeholder 2"/>
          <p:cNvSpPr>
            <a:spLocks noGrp="1"/>
          </p:cNvSpPr>
          <p:nvPr userDrawn="1">
            <p:ph sz="half" idx="29" hasCustomPrompt="1"/>
          </p:nvPr>
        </p:nvSpPr>
        <p:spPr>
          <a:xfrm>
            <a:off x="4534674"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8" name="Text Placeholder 15"/>
          <p:cNvSpPr>
            <a:spLocks noGrp="1"/>
          </p:cNvSpPr>
          <p:nvPr userDrawn="1">
            <p:ph type="body" sz="quarter" idx="31"/>
          </p:nvPr>
        </p:nvSpPr>
        <p:spPr>
          <a:xfrm>
            <a:off x="8126721"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9" name="Picture Placeholder 4"/>
          <p:cNvSpPr>
            <a:spLocks noGrp="1"/>
          </p:cNvSpPr>
          <p:nvPr userDrawn="1">
            <p:ph type="pic" sz="quarter" idx="32" hasCustomPrompt="1"/>
          </p:nvPr>
        </p:nvSpPr>
        <p:spPr>
          <a:xfrm>
            <a:off x="8546719" y="2746418"/>
            <a:ext cx="642799" cy="823913"/>
          </a:xfrm>
        </p:spPr>
        <p:txBody>
          <a:bodyPr anchor="ctr">
            <a:normAutofit/>
          </a:bodyPr>
          <a:lstStyle>
            <a:lvl1pPr marL="0" indent="0" algn="ctr">
              <a:buNone/>
              <a:defRPr sz="1200"/>
            </a:lvl1pPr>
          </a:lstStyle>
          <a:p>
            <a:r>
              <a:rPr lang="en-US" dirty="0"/>
              <a:t>Icon</a:t>
            </a:r>
          </a:p>
        </p:txBody>
      </p:sp>
      <p:sp>
        <p:nvSpPr>
          <p:cNvPr id="11" name="Content Placeholder 2"/>
          <p:cNvSpPr>
            <a:spLocks noGrp="1"/>
          </p:cNvSpPr>
          <p:nvPr userDrawn="1">
            <p:ph sz="half" idx="33" hasCustomPrompt="1"/>
          </p:nvPr>
        </p:nvSpPr>
        <p:spPr>
          <a:xfrm>
            <a:off x="8230830"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grpSp>
        <p:nvGrpSpPr>
          <p:cNvPr id="124" name="Group 123"/>
          <p:cNvGrpSpPr/>
          <p:nvPr userDrawn="1"/>
        </p:nvGrpSpPr>
        <p:grpSpPr>
          <a:xfrm>
            <a:off x="2394618" y="1872377"/>
            <a:ext cx="226409" cy="3205947"/>
            <a:chOff x="2746644" y="1872377"/>
            <a:chExt cx="226409" cy="3205947"/>
          </a:xfrm>
        </p:grpSpPr>
        <p:sp>
          <p:nvSpPr>
            <p:cNvPr id="55" name="object 14"/>
            <p:cNvSpPr/>
            <p:nvPr/>
          </p:nvSpPr>
          <p:spPr>
            <a:xfrm>
              <a:off x="2752740" y="2113503"/>
              <a:ext cx="0" cy="2964821"/>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56" name="object 15"/>
            <p:cNvSpPr/>
            <p:nvPr/>
          </p:nvSpPr>
          <p:spPr>
            <a:xfrm>
              <a:off x="2757752" y="1880475"/>
              <a:ext cx="187388" cy="170278"/>
            </a:xfrm>
            <a:custGeom>
              <a:avLst/>
              <a:gdLst/>
              <a:ahLst/>
              <a:cxnLst/>
              <a:rect l="l" t="t" r="r" b="b"/>
              <a:pathLst>
                <a:path w="277495"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57" name="object 16"/>
            <p:cNvSpPr/>
            <p:nvPr/>
          </p:nvSpPr>
          <p:spPr>
            <a:xfrm>
              <a:off x="2746644" y="1872377"/>
              <a:ext cx="226409" cy="227038"/>
            </a:xfrm>
            <a:custGeom>
              <a:avLst/>
              <a:gdLst/>
              <a:ahLst/>
              <a:cxnLst/>
              <a:rect l="l" t="t" r="r" b="b"/>
              <a:pathLst>
                <a:path w="335279" h="335279">
                  <a:moveTo>
                    <a:pt x="20942" y="324599"/>
                  </a:moveTo>
                  <a:lnTo>
                    <a:pt x="17881" y="317195"/>
                  </a:lnTo>
                  <a:lnTo>
                    <a:pt x="10477" y="314121"/>
                  </a:lnTo>
                  <a:lnTo>
                    <a:pt x="3073" y="317195"/>
                  </a:lnTo>
                  <a:lnTo>
                    <a:pt x="0" y="324599"/>
                  </a:lnTo>
                  <a:lnTo>
                    <a:pt x="3073" y="332003"/>
                  </a:lnTo>
                  <a:lnTo>
                    <a:pt x="10477" y="335064"/>
                  </a:lnTo>
                  <a:lnTo>
                    <a:pt x="17881" y="332003"/>
                  </a:lnTo>
                  <a:lnTo>
                    <a:pt x="20942" y="324599"/>
                  </a:lnTo>
                  <a:close/>
                </a:path>
                <a:path w="335279" h="335279">
                  <a:moveTo>
                    <a:pt x="335064" y="10464"/>
                  </a:moveTo>
                  <a:lnTo>
                    <a:pt x="332003" y="3060"/>
                  </a:lnTo>
                  <a:lnTo>
                    <a:pt x="324599" y="0"/>
                  </a:lnTo>
                  <a:lnTo>
                    <a:pt x="317195" y="3060"/>
                  </a:lnTo>
                  <a:lnTo>
                    <a:pt x="314134" y="10464"/>
                  </a:lnTo>
                  <a:lnTo>
                    <a:pt x="317195" y="17868"/>
                  </a:lnTo>
                  <a:lnTo>
                    <a:pt x="324599" y="20942"/>
                  </a:lnTo>
                  <a:lnTo>
                    <a:pt x="332003" y="17868"/>
                  </a:lnTo>
                  <a:lnTo>
                    <a:pt x="335064" y="10464"/>
                  </a:lnTo>
                  <a:close/>
                </a:path>
              </a:pathLst>
            </a:custGeom>
            <a:solidFill>
              <a:srgbClr val="1A0F5C"/>
            </a:solidFill>
          </p:spPr>
          <p:txBody>
            <a:bodyPr wrap="square" lIns="0" tIns="0" rIns="0" bIns="0" rtlCol="0"/>
            <a:lstStyle/>
            <a:p>
              <a:endParaRPr dirty="0"/>
            </a:p>
          </p:txBody>
        </p:sp>
      </p:grpSp>
      <p:grpSp>
        <p:nvGrpSpPr>
          <p:cNvPr id="142" name="Group 141"/>
          <p:cNvGrpSpPr/>
          <p:nvPr userDrawn="1"/>
        </p:nvGrpSpPr>
        <p:grpSpPr>
          <a:xfrm>
            <a:off x="381000" y="3351205"/>
            <a:ext cx="247488" cy="1982784"/>
            <a:chOff x="381000" y="3351205"/>
            <a:chExt cx="247488" cy="1982784"/>
          </a:xfrm>
        </p:grpSpPr>
        <p:sp>
          <p:nvSpPr>
            <p:cNvPr id="143" name="object 5"/>
            <p:cNvSpPr/>
            <p:nvPr/>
          </p:nvSpPr>
          <p:spPr>
            <a:xfrm>
              <a:off x="409283" y="3421862"/>
              <a:ext cx="0" cy="1670964"/>
            </a:xfrm>
            <a:custGeom>
              <a:avLst/>
              <a:gdLst/>
              <a:ahLst/>
              <a:cxnLst/>
              <a:rect l="l" t="t" r="r" b="b"/>
              <a:pathLst>
                <a:path h="2467609">
                  <a:moveTo>
                    <a:pt x="0" y="0"/>
                  </a:moveTo>
                  <a:lnTo>
                    <a:pt x="0" y="2467139"/>
                  </a:lnTo>
                </a:path>
              </a:pathLst>
            </a:custGeom>
            <a:ln w="20941">
              <a:solidFill>
                <a:srgbClr val="1A0F5C"/>
              </a:solidFill>
              <a:prstDash val="dot"/>
            </a:ln>
          </p:spPr>
          <p:txBody>
            <a:bodyPr wrap="square" lIns="0" tIns="0" rIns="0" bIns="0" rtlCol="0"/>
            <a:lstStyle/>
            <a:p>
              <a:endParaRPr dirty="0"/>
            </a:p>
          </p:txBody>
        </p:sp>
        <p:sp>
          <p:nvSpPr>
            <p:cNvPr id="144" name="object 6"/>
            <p:cNvSpPr/>
            <p:nvPr/>
          </p:nvSpPr>
          <p:spPr>
            <a:xfrm>
              <a:off x="413322" y="5155199"/>
              <a:ext cx="187388" cy="170708"/>
            </a:xfrm>
            <a:custGeom>
              <a:avLst/>
              <a:gdLst/>
              <a:ahLst/>
              <a:cxnLst/>
              <a:rect l="l" t="t" r="r" b="b"/>
              <a:pathLst>
                <a:path w="277494" h="252095">
                  <a:moveTo>
                    <a:pt x="0" y="0"/>
                  </a:moveTo>
                  <a:lnTo>
                    <a:pt x="13866" y="48836"/>
                  </a:lnTo>
                  <a:lnTo>
                    <a:pt x="35063" y="94111"/>
                  </a:lnTo>
                  <a:lnTo>
                    <a:pt x="62897" y="135126"/>
                  </a:lnTo>
                  <a:lnTo>
                    <a:pt x="96675" y="171188"/>
                  </a:lnTo>
                  <a:lnTo>
                    <a:pt x="135701" y="201599"/>
                  </a:lnTo>
                  <a:lnTo>
                    <a:pt x="179281" y="225664"/>
                  </a:lnTo>
                  <a:lnTo>
                    <a:pt x="226723" y="242687"/>
                  </a:lnTo>
                  <a:lnTo>
                    <a:pt x="277331" y="251971"/>
                  </a:lnTo>
                </a:path>
              </a:pathLst>
            </a:custGeom>
            <a:ln w="20941">
              <a:solidFill>
                <a:srgbClr val="1A0F5C"/>
              </a:solidFill>
              <a:prstDash val="dot"/>
            </a:ln>
          </p:spPr>
          <p:txBody>
            <a:bodyPr wrap="square" lIns="0" tIns="0" rIns="0" bIns="0" rtlCol="0"/>
            <a:lstStyle/>
            <a:p>
              <a:endParaRPr dirty="0"/>
            </a:p>
          </p:txBody>
        </p:sp>
        <p:sp>
          <p:nvSpPr>
            <p:cNvPr id="145" name="object 7"/>
            <p:cNvSpPr/>
            <p:nvPr/>
          </p:nvSpPr>
          <p:spPr>
            <a:xfrm>
              <a:off x="402212" y="5106567"/>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46" name="object 9"/>
            <p:cNvSpPr/>
            <p:nvPr/>
          </p:nvSpPr>
          <p:spPr>
            <a:xfrm>
              <a:off x="614337" y="5319799"/>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47" name="object 12"/>
            <p:cNvSpPr/>
            <p:nvPr/>
          </p:nvSpPr>
          <p:spPr>
            <a:xfrm>
              <a:off x="381000" y="3351205"/>
              <a:ext cx="56602" cy="56759"/>
            </a:xfrm>
            <a:custGeom>
              <a:avLst/>
              <a:gdLst/>
              <a:ahLst/>
              <a:cxnLst/>
              <a:rect l="l" t="t" r="r" b="b"/>
              <a:pathLst>
                <a:path w="83819" h="83820">
                  <a:moveTo>
                    <a:pt x="41883" y="0"/>
                  </a:moveTo>
                  <a:lnTo>
                    <a:pt x="25581" y="3291"/>
                  </a:lnTo>
                  <a:lnTo>
                    <a:pt x="12267" y="12267"/>
                  </a:lnTo>
                  <a:lnTo>
                    <a:pt x="3291" y="25581"/>
                  </a:lnTo>
                  <a:lnTo>
                    <a:pt x="0" y="41883"/>
                  </a:lnTo>
                  <a:lnTo>
                    <a:pt x="3291" y="58185"/>
                  </a:lnTo>
                  <a:lnTo>
                    <a:pt x="12267" y="71499"/>
                  </a:lnTo>
                  <a:lnTo>
                    <a:pt x="25581" y="80475"/>
                  </a:lnTo>
                  <a:lnTo>
                    <a:pt x="41883" y="83767"/>
                  </a:lnTo>
                  <a:lnTo>
                    <a:pt x="58185" y="80475"/>
                  </a:lnTo>
                  <a:lnTo>
                    <a:pt x="71499" y="71499"/>
                  </a:lnTo>
                  <a:lnTo>
                    <a:pt x="80475" y="58185"/>
                  </a:lnTo>
                  <a:lnTo>
                    <a:pt x="83767" y="41883"/>
                  </a:lnTo>
                  <a:lnTo>
                    <a:pt x="80475" y="25581"/>
                  </a:lnTo>
                  <a:lnTo>
                    <a:pt x="71499" y="12267"/>
                  </a:lnTo>
                  <a:lnTo>
                    <a:pt x="58185" y="3291"/>
                  </a:lnTo>
                  <a:lnTo>
                    <a:pt x="41883" y="0"/>
                  </a:lnTo>
                  <a:close/>
                </a:path>
              </a:pathLst>
            </a:custGeom>
            <a:solidFill>
              <a:srgbClr val="1A0F5C"/>
            </a:solidFill>
          </p:spPr>
          <p:txBody>
            <a:bodyPr wrap="square" lIns="0" tIns="0" rIns="0" bIns="0" rtlCol="0"/>
            <a:lstStyle/>
            <a:p>
              <a:endParaRPr dirty="0"/>
            </a:p>
          </p:txBody>
        </p:sp>
      </p:grpSp>
      <p:grpSp>
        <p:nvGrpSpPr>
          <p:cNvPr id="113" name="Group 112"/>
          <p:cNvGrpSpPr/>
          <p:nvPr userDrawn="1"/>
        </p:nvGrpSpPr>
        <p:grpSpPr>
          <a:xfrm>
            <a:off x="608958" y="5141587"/>
            <a:ext cx="1796116" cy="191424"/>
            <a:chOff x="608957" y="5141587"/>
            <a:chExt cx="2142079" cy="191424"/>
          </a:xfrm>
        </p:grpSpPr>
        <p:sp>
          <p:nvSpPr>
            <p:cNvPr id="61" name="object 8"/>
            <p:cNvSpPr/>
            <p:nvPr/>
          </p:nvSpPr>
          <p:spPr>
            <a:xfrm>
              <a:off x="608957" y="5326991"/>
              <a:ext cx="1955026" cy="6020"/>
            </a:xfrm>
            <a:custGeom>
              <a:avLst/>
              <a:gdLst/>
              <a:ahLst/>
              <a:cxnLst/>
              <a:rect l="l" t="t" r="r" b="b"/>
              <a:pathLst>
                <a:path w="3588385" h="8890">
                  <a:moveTo>
                    <a:pt x="0" y="0"/>
                  </a:moveTo>
                  <a:lnTo>
                    <a:pt x="3587786" y="8711"/>
                  </a:lnTo>
                </a:path>
              </a:pathLst>
            </a:custGeom>
            <a:ln w="20941">
              <a:solidFill>
                <a:srgbClr val="1A0F5C"/>
              </a:solidFill>
              <a:prstDash val="dot"/>
            </a:ln>
          </p:spPr>
          <p:txBody>
            <a:bodyPr wrap="square" lIns="0" tIns="0" rIns="0" bIns="0" rtlCol="0"/>
            <a:lstStyle/>
            <a:p>
              <a:endParaRPr dirty="0"/>
            </a:p>
          </p:txBody>
        </p:sp>
        <p:sp>
          <p:nvSpPr>
            <p:cNvPr id="63" name="object 10"/>
            <p:cNvSpPr/>
            <p:nvPr/>
          </p:nvSpPr>
          <p:spPr>
            <a:xfrm>
              <a:off x="2614035" y="5141587"/>
              <a:ext cx="137001" cy="187478"/>
            </a:xfrm>
            <a:custGeom>
              <a:avLst/>
              <a:gdLst/>
              <a:ahLst/>
              <a:cxnLst/>
              <a:rect l="l" t="t" r="r" b="b"/>
              <a:pathLst>
                <a:path w="251460" h="276859">
                  <a:moveTo>
                    <a:pt x="0" y="276766"/>
                  </a:moveTo>
                  <a:lnTo>
                    <a:pt x="48818" y="263026"/>
                  </a:lnTo>
                  <a:lnTo>
                    <a:pt x="94055" y="241941"/>
                  </a:lnTo>
                  <a:lnTo>
                    <a:pt x="135016" y="214203"/>
                  </a:lnTo>
                  <a:lnTo>
                    <a:pt x="171006" y="180507"/>
                  </a:lnTo>
                  <a:lnTo>
                    <a:pt x="201330" y="141545"/>
                  </a:lnTo>
                  <a:lnTo>
                    <a:pt x="225295" y="98011"/>
                  </a:lnTo>
                  <a:lnTo>
                    <a:pt x="242204" y="50598"/>
                  </a:lnTo>
                  <a:lnTo>
                    <a:pt x="251364" y="0"/>
                  </a:lnTo>
                </a:path>
              </a:pathLst>
            </a:custGeom>
            <a:ln w="20941">
              <a:solidFill>
                <a:srgbClr val="1A0F5C"/>
              </a:solidFill>
              <a:prstDash val="dot"/>
            </a:ln>
          </p:spPr>
          <p:txBody>
            <a:bodyPr wrap="square" lIns="0" tIns="0" rIns="0" bIns="0" rtlCol="0"/>
            <a:lstStyle/>
            <a:p>
              <a:endParaRPr dirty="0"/>
            </a:p>
          </p:txBody>
        </p:sp>
      </p:grpSp>
      <p:grpSp>
        <p:nvGrpSpPr>
          <p:cNvPr id="24" name="object 21"/>
          <p:cNvGrpSpPr/>
          <p:nvPr/>
        </p:nvGrpSpPr>
        <p:grpSpPr>
          <a:xfrm>
            <a:off x="4240298" y="2134832"/>
            <a:ext cx="226409" cy="3206049"/>
            <a:chOff x="10072992" y="3905106"/>
            <a:chExt cx="335280" cy="4734560"/>
          </a:xfrm>
        </p:grpSpPr>
        <p:sp>
          <p:nvSpPr>
            <p:cNvPr id="49" name="object 22"/>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sp>
          <p:nvSpPr>
            <p:cNvPr id="50" name="object 23"/>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51" name="object 24"/>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grpSp>
      <p:grpSp>
        <p:nvGrpSpPr>
          <p:cNvPr id="23" name="object 17"/>
          <p:cNvGrpSpPr/>
          <p:nvPr/>
        </p:nvGrpSpPr>
        <p:grpSpPr>
          <a:xfrm>
            <a:off x="2629119" y="1872371"/>
            <a:ext cx="1626896" cy="227038"/>
            <a:chOff x="6313944" y="3517515"/>
            <a:chExt cx="3780154" cy="335280"/>
          </a:xfrm>
        </p:grpSpPr>
        <p:sp>
          <p:nvSpPr>
            <p:cNvPr id="52" name="object 18"/>
            <p:cNvSpPr/>
            <p:nvPr/>
          </p:nvSpPr>
          <p:spPr>
            <a:xfrm>
              <a:off x="6313944" y="3527986"/>
              <a:ext cx="3424554" cy="0"/>
            </a:xfrm>
            <a:custGeom>
              <a:avLst/>
              <a:gdLst/>
              <a:ahLst/>
              <a:cxnLst/>
              <a:rect l="l" t="t" r="r" b="b"/>
              <a:pathLst>
                <a:path w="3424554">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53" name="object 19"/>
            <p:cNvSpPr/>
            <p:nvPr/>
          </p:nvSpPr>
          <p:spPr>
            <a:xfrm>
              <a:off x="983063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54" name="object 20"/>
            <p:cNvSpPr/>
            <p:nvPr/>
          </p:nvSpPr>
          <p:spPr>
            <a:xfrm>
              <a:off x="9758870" y="3517524"/>
              <a:ext cx="335280" cy="335280"/>
            </a:xfrm>
            <a:custGeom>
              <a:avLst/>
              <a:gdLst/>
              <a:ahLst/>
              <a:cxnLst/>
              <a:rect l="l" t="t" r="r" b="b"/>
              <a:pathLst>
                <a:path w="335279" h="335279">
                  <a:moveTo>
                    <a:pt x="20929" y="10464"/>
                  </a:moveTo>
                  <a:lnTo>
                    <a:pt x="17868" y="3060"/>
                  </a:lnTo>
                  <a:lnTo>
                    <a:pt x="10464" y="0"/>
                  </a:lnTo>
                  <a:lnTo>
                    <a:pt x="3060" y="3060"/>
                  </a:lnTo>
                  <a:lnTo>
                    <a:pt x="0" y="10464"/>
                  </a:lnTo>
                  <a:lnTo>
                    <a:pt x="3060" y="17868"/>
                  </a:lnTo>
                  <a:lnTo>
                    <a:pt x="10464" y="20942"/>
                  </a:lnTo>
                  <a:lnTo>
                    <a:pt x="17868" y="17868"/>
                  </a:lnTo>
                  <a:lnTo>
                    <a:pt x="20929" y="10464"/>
                  </a:lnTo>
                  <a:close/>
                </a:path>
                <a:path w="335279" h="335279">
                  <a:moveTo>
                    <a:pt x="335064" y="324599"/>
                  </a:moveTo>
                  <a:lnTo>
                    <a:pt x="331990" y="317195"/>
                  </a:lnTo>
                  <a:lnTo>
                    <a:pt x="324586" y="314121"/>
                  </a:lnTo>
                  <a:lnTo>
                    <a:pt x="317182" y="317195"/>
                  </a:lnTo>
                  <a:lnTo>
                    <a:pt x="314121" y="324599"/>
                  </a:lnTo>
                  <a:lnTo>
                    <a:pt x="317182" y="332003"/>
                  </a:lnTo>
                  <a:lnTo>
                    <a:pt x="324586" y="335064"/>
                  </a:lnTo>
                  <a:lnTo>
                    <a:pt x="331990" y="332003"/>
                  </a:lnTo>
                  <a:lnTo>
                    <a:pt x="335064" y="324599"/>
                  </a:lnTo>
                  <a:close/>
                </a:path>
              </a:pathLst>
            </a:custGeom>
            <a:solidFill>
              <a:srgbClr val="1A0F5C"/>
            </a:solidFill>
          </p:spPr>
          <p:txBody>
            <a:bodyPr wrap="square" lIns="0" tIns="0" rIns="0" bIns="0" rtlCol="0"/>
            <a:lstStyle/>
            <a:p>
              <a:endParaRPr dirty="0"/>
            </a:p>
          </p:txBody>
        </p:sp>
      </p:grpSp>
      <p:grpSp>
        <p:nvGrpSpPr>
          <p:cNvPr id="26" name="object 29"/>
          <p:cNvGrpSpPr/>
          <p:nvPr/>
        </p:nvGrpSpPr>
        <p:grpSpPr>
          <a:xfrm>
            <a:off x="6086644" y="1872371"/>
            <a:ext cx="226409" cy="3206049"/>
            <a:chOff x="14219462" y="3517515"/>
            <a:chExt cx="335280" cy="4734560"/>
          </a:xfrm>
        </p:grpSpPr>
        <p:sp>
          <p:nvSpPr>
            <p:cNvPr id="43" name="object 30"/>
            <p:cNvSpPr/>
            <p:nvPr/>
          </p:nvSpPr>
          <p:spPr>
            <a:xfrm>
              <a:off x="14229933"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44" name="object 31"/>
            <p:cNvSpPr/>
            <p:nvPr/>
          </p:nvSpPr>
          <p:spPr>
            <a:xfrm>
              <a:off x="14235909" y="3529483"/>
              <a:ext cx="277495" cy="251460"/>
            </a:xfrm>
            <a:custGeom>
              <a:avLst/>
              <a:gdLst/>
              <a:ahLst/>
              <a:cxnLst/>
              <a:rect l="l" t="t" r="r" b="b"/>
              <a:pathLst>
                <a:path w="277494"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45" name="object 32"/>
            <p:cNvSpPr/>
            <p:nvPr/>
          </p:nvSpPr>
          <p:spPr>
            <a:xfrm>
              <a:off x="14219466" y="3517524"/>
              <a:ext cx="335280" cy="335280"/>
            </a:xfrm>
            <a:custGeom>
              <a:avLst/>
              <a:gdLst/>
              <a:ahLst/>
              <a:cxnLst/>
              <a:rect l="l" t="t" r="r" b="b"/>
              <a:pathLst>
                <a:path w="335280" h="335279">
                  <a:moveTo>
                    <a:pt x="20942" y="324599"/>
                  </a:moveTo>
                  <a:lnTo>
                    <a:pt x="17868" y="317195"/>
                  </a:lnTo>
                  <a:lnTo>
                    <a:pt x="10464" y="314121"/>
                  </a:lnTo>
                  <a:lnTo>
                    <a:pt x="3060" y="317195"/>
                  </a:lnTo>
                  <a:lnTo>
                    <a:pt x="0" y="324599"/>
                  </a:lnTo>
                  <a:lnTo>
                    <a:pt x="3060" y="332003"/>
                  </a:lnTo>
                  <a:lnTo>
                    <a:pt x="10464" y="335064"/>
                  </a:lnTo>
                  <a:lnTo>
                    <a:pt x="17868" y="332003"/>
                  </a:lnTo>
                  <a:lnTo>
                    <a:pt x="20942" y="324599"/>
                  </a:lnTo>
                  <a:close/>
                </a:path>
                <a:path w="335280" h="335279">
                  <a:moveTo>
                    <a:pt x="335064" y="10464"/>
                  </a:moveTo>
                  <a:lnTo>
                    <a:pt x="331990" y="3060"/>
                  </a:lnTo>
                  <a:lnTo>
                    <a:pt x="324586" y="0"/>
                  </a:lnTo>
                  <a:lnTo>
                    <a:pt x="317195" y="3060"/>
                  </a:lnTo>
                  <a:lnTo>
                    <a:pt x="314121" y="10464"/>
                  </a:lnTo>
                  <a:lnTo>
                    <a:pt x="317195" y="17868"/>
                  </a:lnTo>
                  <a:lnTo>
                    <a:pt x="324586" y="20942"/>
                  </a:lnTo>
                  <a:lnTo>
                    <a:pt x="331990" y="17868"/>
                  </a:lnTo>
                  <a:lnTo>
                    <a:pt x="335064" y="10464"/>
                  </a:lnTo>
                  <a:close/>
                </a:path>
              </a:pathLst>
            </a:custGeom>
            <a:solidFill>
              <a:srgbClr val="1A0F5C"/>
            </a:solidFill>
          </p:spPr>
          <p:txBody>
            <a:bodyPr wrap="square" lIns="0" tIns="0" rIns="0" bIns="0" rtlCol="0"/>
            <a:lstStyle/>
            <a:p>
              <a:endParaRPr dirty="0"/>
            </a:p>
          </p:txBody>
        </p:sp>
      </p:grpSp>
      <p:grpSp>
        <p:nvGrpSpPr>
          <p:cNvPr id="25" name="object 25"/>
          <p:cNvGrpSpPr/>
          <p:nvPr/>
        </p:nvGrpSpPr>
        <p:grpSpPr>
          <a:xfrm>
            <a:off x="4474333" y="5113658"/>
            <a:ext cx="1623784" cy="227038"/>
            <a:chOff x="10460414" y="8304114"/>
            <a:chExt cx="3780154" cy="335280"/>
          </a:xfrm>
        </p:grpSpPr>
        <p:sp>
          <p:nvSpPr>
            <p:cNvPr id="46" name="object 26"/>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47" name="object 27"/>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dirty="0"/>
            </a:p>
          </p:txBody>
        </p:sp>
        <p:sp>
          <p:nvSpPr>
            <p:cNvPr id="48" name="object 28"/>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dirty="0"/>
            </a:p>
          </p:txBody>
        </p:sp>
      </p:grpSp>
      <p:grpSp>
        <p:nvGrpSpPr>
          <p:cNvPr id="27" name="object 33"/>
          <p:cNvGrpSpPr/>
          <p:nvPr/>
        </p:nvGrpSpPr>
        <p:grpSpPr>
          <a:xfrm>
            <a:off x="10037234" y="1872371"/>
            <a:ext cx="1753116" cy="227038"/>
            <a:chOff x="14607437" y="3517515"/>
            <a:chExt cx="3874135" cy="335280"/>
          </a:xfrm>
        </p:grpSpPr>
        <p:sp>
          <p:nvSpPr>
            <p:cNvPr id="40" name="object 34"/>
            <p:cNvSpPr/>
            <p:nvPr/>
          </p:nvSpPr>
          <p:spPr>
            <a:xfrm>
              <a:off x="14607437" y="3527986"/>
              <a:ext cx="3517900"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dirty="0"/>
            </a:p>
          </p:txBody>
        </p:sp>
        <p:sp>
          <p:nvSpPr>
            <p:cNvPr id="41" name="object 35"/>
            <p:cNvSpPr/>
            <p:nvPr/>
          </p:nvSpPr>
          <p:spPr>
            <a:xfrm>
              <a:off x="1821781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42" name="object 36"/>
            <p:cNvSpPr/>
            <p:nvPr/>
          </p:nvSpPr>
          <p:spPr>
            <a:xfrm>
              <a:off x="18146040" y="3517524"/>
              <a:ext cx="335280"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dirty="0"/>
            </a:p>
          </p:txBody>
        </p:sp>
      </p:grpSp>
      <p:grpSp>
        <p:nvGrpSpPr>
          <p:cNvPr id="125" name="object 21"/>
          <p:cNvGrpSpPr/>
          <p:nvPr/>
        </p:nvGrpSpPr>
        <p:grpSpPr>
          <a:xfrm>
            <a:off x="7937117" y="2134832"/>
            <a:ext cx="226409" cy="3206049"/>
            <a:chOff x="10072992" y="3905106"/>
            <a:chExt cx="335280" cy="4734560"/>
          </a:xfrm>
        </p:grpSpPr>
        <p:sp>
          <p:nvSpPr>
            <p:cNvPr id="126" name="object 22"/>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sp>
          <p:nvSpPr>
            <p:cNvPr id="127" name="object 23"/>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128" name="object 24"/>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grpSp>
      <p:grpSp>
        <p:nvGrpSpPr>
          <p:cNvPr id="114" name="object 29"/>
          <p:cNvGrpSpPr/>
          <p:nvPr userDrawn="1"/>
        </p:nvGrpSpPr>
        <p:grpSpPr>
          <a:xfrm>
            <a:off x="9782172" y="1872371"/>
            <a:ext cx="226409" cy="3206049"/>
            <a:chOff x="14219462" y="3517515"/>
            <a:chExt cx="335280" cy="4734560"/>
          </a:xfrm>
        </p:grpSpPr>
        <p:sp>
          <p:nvSpPr>
            <p:cNvPr id="115" name="object 30"/>
            <p:cNvSpPr/>
            <p:nvPr/>
          </p:nvSpPr>
          <p:spPr>
            <a:xfrm>
              <a:off x="14229933"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116" name="object 31"/>
            <p:cNvSpPr/>
            <p:nvPr/>
          </p:nvSpPr>
          <p:spPr>
            <a:xfrm>
              <a:off x="14235909" y="3529483"/>
              <a:ext cx="277495" cy="251460"/>
            </a:xfrm>
            <a:custGeom>
              <a:avLst/>
              <a:gdLst/>
              <a:ahLst/>
              <a:cxnLst/>
              <a:rect l="l" t="t" r="r" b="b"/>
              <a:pathLst>
                <a:path w="277494"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117" name="object 32"/>
            <p:cNvSpPr/>
            <p:nvPr/>
          </p:nvSpPr>
          <p:spPr>
            <a:xfrm>
              <a:off x="14219466" y="3517524"/>
              <a:ext cx="335280" cy="335280"/>
            </a:xfrm>
            <a:custGeom>
              <a:avLst/>
              <a:gdLst/>
              <a:ahLst/>
              <a:cxnLst/>
              <a:rect l="l" t="t" r="r" b="b"/>
              <a:pathLst>
                <a:path w="335280" h="335279">
                  <a:moveTo>
                    <a:pt x="20942" y="324599"/>
                  </a:moveTo>
                  <a:lnTo>
                    <a:pt x="17868" y="317195"/>
                  </a:lnTo>
                  <a:lnTo>
                    <a:pt x="10464" y="314121"/>
                  </a:lnTo>
                  <a:lnTo>
                    <a:pt x="3060" y="317195"/>
                  </a:lnTo>
                  <a:lnTo>
                    <a:pt x="0" y="324599"/>
                  </a:lnTo>
                  <a:lnTo>
                    <a:pt x="3060" y="332003"/>
                  </a:lnTo>
                  <a:lnTo>
                    <a:pt x="10464" y="335064"/>
                  </a:lnTo>
                  <a:lnTo>
                    <a:pt x="17868" y="332003"/>
                  </a:lnTo>
                  <a:lnTo>
                    <a:pt x="20942" y="324599"/>
                  </a:lnTo>
                  <a:close/>
                </a:path>
                <a:path w="335280" h="335279">
                  <a:moveTo>
                    <a:pt x="335064" y="10464"/>
                  </a:moveTo>
                  <a:lnTo>
                    <a:pt x="331990" y="3060"/>
                  </a:lnTo>
                  <a:lnTo>
                    <a:pt x="324586" y="0"/>
                  </a:lnTo>
                  <a:lnTo>
                    <a:pt x="317195" y="3060"/>
                  </a:lnTo>
                  <a:lnTo>
                    <a:pt x="314121" y="10464"/>
                  </a:lnTo>
                  <a:lnTo>
                    <a:pt x="317195" y="17868"/>
                  </a:lnTo>
                  <a:lnTo>
                    <a:pt x="324586" y="20942"/>
                  </a:lnTo>
                  <a:lnTo>
                    <a:pt x="331990" y="17868"/>
                  </a:lnTo>
                  <a:lnTo>
                    <a:pt x="335064" y="10464"/>
                  </a:lnTo>
                  <a:close/>
                </a:path>
              </a:pathLst>
            </a:custGeom>
            <a:solidFill>
              <a:srgbClr val="1A0F5C"/>
            </a:solidFill>
          </p:spPr>
          <p:txBody>
            <a:bodyPr wrap="square" lIns="0" tIns="0" rIns="0" bIns="0" rtlCol="0"/>
            <a:lstStyle/>
            <a:p>
              <a:endParaRPr dirty="0"/>
            </a:p>
          </p:txBody>
        </p:sp>
      </p:grpSp>
      <p:grpSp>
        <p:nvGrpSpPr>
          <p:cNvPr id="118" name="object 37"/>
          <p:cNvGrpSpPr/>
          <p:nvPr userDrawn="1"/>
        </p:nvGrpSpPr>
        <p:grpSpPr>
          <a:xfrm>
            <a:off x="11755685" y="2134641"/>
            <a:ext cx="55315" cy="1408236"/>
            <a:chOff x="18429794" y="3904825"/>
            <a:chExt cx="81915" cy="2079625"/>
          </a:xfrm>
        </p:grpSpPr>
        <p:sp>
          <p:nvSpPr>
            <p:cNvPr id="119" name="object 38"/>
            <p:cNvSpPr/>
            <p:nvPr/>
          </p:nvSpPr>
          <p:spPr>
            <a:xfrm>
              <a:off x="18470641" y="3904825"/>
              <a:ext cx="0" cy="1975485"/>
            </a:xfrm>
            <a:custGeom>
              <a:avLst/>
              <a:gdLst/>
              <a:ahLst/>
              <a:cxnLst/>
              <a:rect l="l" t="t" r="r" b="b"/>
              <a:pathLst>
                <a:path h="1975485">
                  <a:moveTo>
                    <a:pt x="0" y="0"/>
                  </a:moveTo>
                  <a:lnTo>
                    <a:pt x="0" y="1975426"/>
                  </a:lnTo>
                </a:path>
              </a:pathLst>
            </a:custGeom>
            <a:ln w="20941">
              <a:solidFill>
                <a:srgbClr val="1A0F5C"/>
              </a:solidFill>
              <a:prstDash val="dot"/>
            </a:ln>
          </p:spPr>
          <p:txBody>
            <a:bodyPr wrap="square" lIns="0" tIns="0" rIns="0" bIns="0" rtlCol="0"/>
            <a:lstStyle/>
            <a:p>
              <a:endParaRPr dirty="0"/>
            </a:p>
          </p:txBody>
        </p:sp>
        <p:sp>
          <p:nvSpPr>
            <p:cNvPr id="120" name="object 39"/>
            <p:cNvSpPr/>
            <p:nvPr/>
          </p:nvSpPr>
          <p:spPr>
            <a:xfrm>
              <a:off x="18460175" y="5901139"/>
              <a:ext cx="20955"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21" name="object 40"/>
            <p:cNvSpPr/>
            <p:nvPr/>
          </p:nvSpPr>
          <p:spPr>
            <a:xfrm>
              <a:off x="18429794" y="5871842"/>
              <a:ext cx="81915" cy="112395"/>
            </a:xfrm>
            <a:custGeom>
              <a:avLst/>
              <a:gdLst/>
              <a:ahLst/>
              <a:cxnLst/>
              <a:rect l="l" t="t" r="r" b="b"/>
              <a:pathLst>
                <a:path w="81915" h="112395">
                  <a:moveTo>
                    <a:pt x="81704" y="0"/>
                  </a:moveTo>
                  <a:lnTo>
                    <a:pt x="0" y="0"/>
                  </a:lnTo>
                  <a:lnTo>
                    <a:pt x="40846" y="112268"/>
                  </a:lnTo>
                  <a:lnTo>
                    <a:pt x="81704" y="0"/>
                  </a:lnTo>
                  <a:close/>
                </a:path>
              </a:pathLst>
            </a:custGeom>
            <a:solidFill>
              <a:srgbClr val="1A0F5C"/>
            </a:solidFill>
          </p:spPr>
          <p:txBody>
            <a:bodyPr wrap="square" lIns="0" tIns="0" rIns="0" bIns="0" rtlCol="0"/>
            <a:lstStyle/>
            <a:p>
              <a:endParaRPr dirty="0"/>
            </a:p>
          </p:txBody>
        </p:sp>
      </p:grpSp>
      <p:grpSp>
        <p:nvGrpSpPr>
          <p:cNvPr id="122" name="object 33"/>
          <p:cNvGrpSpPr/>
          <p:nvPr userDrawn="1"/>
        </p:nvGrpSpPr>
        <p:grpSpPr>
          <a:xfrm>
            <a:off x="6354143" y="1872371"/>
            <a:ext cx="1588843" cy="227038"/>
            <a:chOff x="14607437" y="3517515"/>
            <a:chExt cx="3874135" cy="335280"/>
          </a:xfrm>
        </p:grpSpPr>
        <p:sp>
          <p:nvSpPr>
            <p:cNvPr id="123" name="object 34"/>
            <p:cNvSpPr/>
            <p:nvPr/>
          </p:nvSpPr>
          <p:spPr>
            <a:xfrm>
              <a:off x="14607437" y="3527986"/>
              <a:ext cx="3517900"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dirty="0"/>
            </a:p>
          </p:txBody>
        </p:sp>
        <p:sp>
          <p:nvSpPr>
            <p:cNvPr id="129" name="object 35"/>
            <p:cNvSpPr/>
            <p:nvPr/>
          </p:nvSpPr>
          <p:spPr>
            <a:xfrm>
              <a:off x="1821781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130" name="object 36"/>
            <p:cNvSpPr/>
            <p:nvPr/>
          </p:nvSpPr>
          <p:spPr>
            <a:xfrm>
              <a:off x="18146040" y="3517524"/>
              <a:ext cx="335280"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dirty="0"/>
            </a:p>
          </p:txBody>
        </p:sp>
      </p:gr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hape - 1">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4"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Shape - 2">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4"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Shape - 3">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4"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Shape - 4">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4"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tent with Image">
    <p:spTree>
      <p:nvGrpSpPr>
        <p:cNvPr id="1" name=""/>
        <p:cNvGrpSpPr/>
        <p:nvPr/>
      </p:nvGrpSpPr>
      <p:grpSpPr>
        <a:xfrm>
          <a:off x="0" y="0"/>
          <a:ext cx="0" cy="0"/>
          <a:chOff x="0" y="0"/>
          <a:chExt cx="0" cy="0"/>
        </a:xfrm>
      </p:grpSpPr>
      <p:sp>
        <p:nvSpPr>
          <p:cNvPr id="11" name="Text Placeholder 4"/>
          <p:cNvSpPr>
            <a:spLocks noGrp="1"/>
          </p:cNvSpPr>
          <p:nvPr>
            <p:ph type="body" sz="quarter" idx="10" hasCustomPrompt="1"/>
          </p:nvPr>
        </p:nvSpPr>
        <p:spPr>
          <a:xfrm>
            <a:off x="384175" y="1170535"/>
            <a:ext cx="7301457"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13" name="Text Placeholder 12"/>
          <p:cNvSpPr>
            <a:spLocks noGrp="1"/>
          </p:cNvSpPr>
          <p:nvPr>
            <p:ph type="body" sz="quarter" idx="12" hasCustomPrompt="1"/>
          </p:nvPr>
        </p:nvSpPr>
        <p:spPr>
          <a:xfrm>
            <a:off x="384175" y="1740535"/>
            <a:ext cx="5403308" cy="369332"/>
          </a:xfrm>
        </p:spPr>
        <p:txBody>
          <a:bodyPr anchor="ctr">
            <a:noAutofit/>
          </a:bodyPr>
          <a:lstStyle>
            <a:lvl1pPr marL="0" indent="0">
              <a:buNone/>
              <a:defRPr sz="1400" b="1"/>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Subject Header</a:t>
            </a:r>
            <a:endParaRPr lang="en-US"/>
          </a:p>
        </p:txBody>
      </p:sp>
      <p:sp>
        <p:nvSpPr>
          <p:cNvPr id="14" name="Text Placeholder 12"/>
          <p:cNvSpPr>
            <a:spLocks noGrp="1"/>
          </p:cNvSpPr>
          <p:nvPr>
            <p:ph type="body" sz="quarter" idx="13" hasCustomPrompt="1"/>
          </p:nvPr>
        </p:nvSpPr>
        <p:spPr>
          <a:xfrm>
            <a:off x="384175" y="2164087"/>
            <a:ext cx="5403308" cy="1645913"/>
          </a:xfrm>
        </p:spPr>
        <p:txBody>
          <a:bodyPr anchor="t">
            <a:noAutofit/>
          </a:bodyPr>
          <a:lstStyle>
            <a:lvl1pPr marL="0" indent="0">
              <a:buNone/>
              <a:defRPr sz="1400" b="0"/>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Copy</a:t>
            </a:r>
            <a:endParaRPr lang="en-US"/>
          </a:p>
        </p:txBody>
      </p:sp>
      <p:sp>
        <p:nvSpPr>
          <p:cNvPr id="15" name="Text Placeholder 12"/>
          <p:cNvSpPr>
            <a:spLocks noGrp="1"/>
          </p:cNvSpPr>
          <p:nvPr>
            <p:ph type="body" sz="quarter" idx="14" hasCustomPrompt="1"/>
          </p:nvPr>
        </p:nvSpPr>
        <p:spPr>
          <a:xfrm>
            <a:off x="384175" y="4085081"/>
            <a:ext cx="5403308" cy="369332"/>
          </a:xfrm>
        </p:spPr>
        <p:txBody>
          <a:bodyPr anchor="ctr">
            <a:noAutofit/>
          </a:bodyPr>
          <a:lstStyle>
            <a:lvl1pPr marL="0" indent="0">
              <a:buNone/>
              <a:defRPr sz="1400" b="1"/>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Subject Header</a:t>
            </a:r>
            <a:endParaRPr lang="en-US"/>
          </a:p>
        </p:txBody>
      </p:sp>
      <p:sp>
        <p:nvSpPr>
          <p:cNvPr id="16" name="Text Placeholder 12"/>
          <p:cNvSpPr>
            <a:spLocks noGrp="1"/>
          </p:cNvSpPr>
          <p:nvPr>
            <p:ph type="body" sz="quarter" idx="15" hasCustomPrompt="1"/>
          </p:nvPr>
        </p:nvSpPr>
        <p:spPr>
          <a:xfrm>
            <a:off x="384175" y="4508633"/>
            <a:ext cx="5403308" cy="1645913"/>
          </a:xfrm>
        </p:spPr>
        <p:txBody>
          <a:bodyPr anchor="t">
            <a:noAutofit/>
          </a:bodyPr>
          <a:lstStyle>
            <a:lvl1pPr marL="0" indent="0">
              <a:buNone/>
              <a:defRPr sz="1400" b="0"/>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Copy</a:t>
            </a:r>
            <a:endParaRPr lang="en-US"/>
          </a:p>
        </p:txBody>
      </p:sp>
      <p:sp>
        <p:nvSpPr>
          <p:cNvPr id="9" name="Picture Placeholder 8"/>
          <p:cNvSpPr>
            <a:spLocks noGrp="1"/>
          </p:cNvSpPr>
          <p:nvPr>
            <p:ph type="pic" sz="quarter" idx="11"/>
          </p:nvPr>
        </p:nvSpPr>
        <p:spPr>
          <a:xfrm>
            <a:off x="6070600" y="0"/>
            <a:ext cx="6118800" cy="6858000"/>
          </a:xfrm>
          <a:custGeom>
            <a:avLst/>
            <a:gdLst>
              <a:gd name="connsiteX0" fmla="*/ 3049853 w 6118800"/>
              <a:gd name="connsiteY0" fmla="*/ 0 h 6858000"/>
              <a:gd name="connsiteX1" fmla="*/ 6118800 w 6118800"/>
              <a:gd name="connsiteY1" fmla="*/ 0 h 6858000"/>
              <a:gd name="connsiteX2" fmla="*/ 6118800 w 6118800"/>
              <a:gd name="connsiteY2" fmla="*/ 6858000 h 6858000"/>
              <a:gd name="connsiteX3" fmla="*/ 0 w 61188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118800" h="6858000">
                <a:moveTo>
                  <a:pt x="3049853" y="0"/>
                </a:moveTo>
                <a:lnTo>
                  <a:pt x="6118800" y="0"/>
                </a:lnTo>
                <a:lnTo>
                  <a:pt x="6118800" y="6858000"/>
                </a:lnTo>
                <a:lnTo>
                  <a:pt x="0" y="6858000"/>
                </a:lnTo>
                <a:close/>
              </a:path>
            </a:pathLst>
          </a:custGeom>
        </p:spPr>
        <p:txBody>
          <a:bodyPr wrap="square" anchor="ctr">
            <a:noAutofit/>
          </a:bodyPr>
          <a:lstStyle>
            <a:lvl1pPr marL="0" indent="0" algn="ctr">
              <a:buNone/>
              <a:defRPr sz="1400"/>
            </a:lvl1pPr>
          </a:lstStyle>
          <a:p>
            <a:endParaRPr lang="en-US" dirty="0"/>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lour slide - 1">
    <p:bg>
      <p:bgPr>
        <a:solidFill>
          <a:schemeClr val="accent2"/>
        </a:solid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olour slide - 2">
    <p:bg>
      <p:bgPr>
        <a:solidFill>
          <a:schemeClr val="accent4"/>
        </a:solid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solidFill>
                  <a:schemeClr val="bg1"/>
                </a:solidFill>
              </a:defRPr>
            </a:lvl1pPr>
          </a:lstStyle>
          <a:p>
            <a:pPr marL="0" lvl="0" indent="0">
              <a:buNone/>
            </a:pPr>
            <a:r>
              <a:rPr lang="en-GB"/>
              <a:t>Optional sub-head</a:t>
            </a:r>
            <a:endParaRPr lang="en-US"/>
          </a:p>
        </p:txBody>
      </p:sp>
      <p:sp>
        <p:nvSpPr>
          <p:cNvPr id="7" name="TextBox 6"/>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rPr>
              <a:t>Circulation</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Limited</a:t>
            </a:r>
            <a:r>
              <a:rPr lang="en-GB" sz="800" spc="125" dirty="0">
                <a:solidFill>
                  <a:schemeClr val="bg1"/>
                </a:solidFill>
                <a:latin typeface="Arial" panose="020B0604020202020204" pitchFamily="34" charset="0"/>
                <a:cs typeface="Arial" panose="020B0604020202020204" pitchFamily="34" charset="0"/>
              </a:rPr>
              <a:t> </a:t>
            </a:r>
            <a:r>
              <a:rPr lang="en-GB" sz="800" dirty="0">
                <a:solidFill>
                  <a:schemeClr val="bg1"/>
                </a:solidFill>
                <a:latin typeface="Arial" panose="020B0604020202020204" pitchFamily="34" charset="0"/>
                <a:cs typeface="Arial" panose="020B0604020202020204" pitchFamily="34" charset="0"/>
              </a:rPr>
              <a:t>–</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Commercial</a:t>
            </a:r>
          </a:p>
        </p:txBody>
      </p:sp>
      <p:pic>
        <p:nvPicPr>
          <p:cNvPr id="8" name="Graphic 7"/>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6321119"/>
            <a:ext cx="739897" cy="245411"/>
          </a:xfrm>
          <a:prstGeom prst="rect">
            <a:avLst/>
          </a:prstGeom>
        </p:spPr>
      </p:pic>
      <p:sp>
        <p:nvSpPr>
          <p:cNvPr id="9" name="bg object 18"/>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dirty="0"/>
          </a:p>
        </p:txBody>
      </p:sp>
      <p:sp>
        <p:nvSpPr>
          <p:cNvPr id="10" name="TextBox 9"/>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dirty="0">
              <a:solidFill>
                <a:schemeClr val="tx1"/>
              </a:solidFill>
              <a:latin typeface="Arial" panose="020B0604020202020204" pitchFamily="34" charset="0"/>
              <a:cs typeface="Arial" panose="020B0604020202020204" pitchFamily="34" charset="0"/>
            </a:endParaRPr>
          </a:p>
        </p:txBody>
      </p:sp>
      <p:sp>
        <p:nvSpPr>
          <p:cNvPr id="3" name="Title 2"/>
          <p:cNvSpPr>
            <a:spLocks noGrp="1"/>
          </p:cNvSpPr>
          <p:nvPr>
            <p:ph type="title"/>
          </p:nvPr>
        </p:nvSpPr>
        <p:spPr/>
        <p:txBody>
          <a:bodyPr/>
          <a:lstStyle>
            <a:lvl1pPr>
              <a:defRPr>
                <a:solidFill>
                  <a:schemeClr val="bg1"/>
                </a:solidFill>
              </a:defRPr>
            </a:lvl1pPr>
          </a:lstStyle>
          <a:p>
            <a:r>
              <a:rPr lang="en-US"/>
              <a:t>Click to edit Master title style</a:t>
            </a:r>
            <a:endParaRPr lang="en-IN"/>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Colour slide - 3">
    <p:bg>
      <p:bgPr>
        <a:solidFill>
          <a:schemeClr val="accent1"/>
        </a:solid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solidFill>
                  <a:schemeClr val="bg1"/>
                </a:solidFill>
              </a:defRPr>
            </a:lvl1pPr>
          </a:lstStyle>
          <a:p>
            <a:pPr marL="0" lvl="0" indent="0">
              <a:buNone/>
            </a:pPr>
            <a:r>
              <a:rPr lang="en-GB"/>
              <a:t>Optional sub-head</a:t>
            </a:r>
            <a:endParaRPr lang="en-US"/>
          </a:p>
        </p:txBody>
      </p:sp>
      <p:sp>
        <p:nvSpPr>
          <p:cNvPr id="7" name="TextBox 6"/>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rPr>
              <a:t>Circulation</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Limited</a:t>
            </a:r>
            <a:r>
              <a:rPr lang="en-GB" sz="800" spc="125" dirty="0">
                <a:solidFill>
                  <a:schemeClr val="bg1"/>
                </a:solidFill>
                <a:latin typeface="Arial" panose="020B0604020202020204" pitchFamily="34" charset="0"/>
                <a:cs typeface="Arial" panose="020B0604020202020204" pitchFamily="34" charset="0"/>
              </a:rPr>
              <a:t> </a:t>
            </a:r>
            <a:r>
              <a:rPr lang="en-GB" sz="800" dirty="0">
                <a:solidFill>
                  <a:schemeClr val="bg1"/>
                </a:solidFill>
                <a:latin typeface="Arial" panose="020B0604020202020204" pitchFamily="34" charset="0"/>
                <a:cs typeface="Arial" panose="020B0604020202020204" pitchFamily="34" charset="0"/>
              </a:rPr>
              <a:t>–</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Commercial</a:t>
            </a:r>
          </a:p>
        </p:txBody>
      </p:sp>
      <p:pic>
        <p:nvPicPr>
          <p:cNvPr id="8" name="Graphic 7"/>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6321119"/>
            <a:ext cx="739897" cy="245411"/>
          </a:xfrm>
          <a:prstGeom prst="rect">
            <a:avLst/>
          </a:prstGeom>
        </p:spPr>
      </p:pic>
      <p:sp>
        <p:nvSpPr>
          <p:cNvPr id="9" name="bg object 18"/>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dirty="0"/>
          </a:p>
        </p:txBody>
      </p:sp>
      <p:sp>
        <p:nvSpPr>
          <p:cNvPr id="10" name="TextBox 9"/>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dirty="0">
              <a:solidFill>
                <a:schemeClr val="tx1"/>
              </a:solidFill>
              <a:latin typeface="Arial" panose="020B0604020202020204" pitchFamily="34" charset="0"/>
              <a:cs typeface="Arial" panose="020B0604020202020204" pitchFamily="34" charset="0"/>
            </a:endParaRPr>
          </a:p>
        </p:txBody>
      </p:sp>
      <p:sp>
        <p:nvSpPr>
          <p:cNvPr id="2" name="Title 1"/>
          <p:cNvSpPr>
            <a:spLocks noGrp="1"/>
          </p:cNvSpPr>
          <p:nvPr>
            <p:ph type="title"/>
          </p:nvPr>
        </p:nvSpPr>
        <p:spPr/>
        <p:txBody>
          <a:bodyPr/>
          <a:lstStyle>
            <a:lvl1pPr>
              <a:defRPr>
                <a:solidFill>
                  <a:schemeClr val="bg1"/>
                </a:solidFill>
              </a:defRPr>
            </a:lvl1pPr>
          </a:lstStyle>
          <a:p>
            <a:r>
              <a:rPr lang="en-US"/>
              <a:t>Click to edit Master title style</a:t>
            </a:r>
            <a:endParaRPr lang="en-IN"/>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pSp>
        <p:nvGrpSpPr>
          <p:cNvPr id="9" name="Group 8"/>
          <p:cNvGrpSpPr/>
          <p:nvPr userDrawn="1"/>
        </p:nvGrpSpPr>
        <p:grpSpPr>
          <a:xfrm>
            <a:off x="4664822" y="1853965"/>
            <a:ext cx="7527178" cy="3172826"/>
            <a:chOff x="6843171" y="2880169"/>
            <a:chExt cx="13261527" cy="5589946"/>
          </a:xfrm>
        </p:grpSpPr>
        <p:sp>
          <p:nvSpPr>
            <p:cNvPr id="10" name="object 3"/>
            <p:cNvSpPr/>
            <p:nvPr/>
          </p:nvSpPr>
          <p:spPr>
            <a:xfrm>
              <a:off x="11915702" y="5512356"/>
              <a:ext cx="1968500" cy="2938780"/>
            </a:xfrm>
            <a:custGeom>
              <a:avLst/>
              <a:gdLst/>
              <a:ahLst/>
              <a:cxnLst/>
              <a:rect l="l" t="t" r="r" b="b"/>
              <a:pathLst>
                <a:path w="1968500" h="2938779">
                  <a:moveTo>
                    <a:pt x="1968128" y="1983897"/>
                  </a:moveTo>
                  <a:lnTo>
                    <a:pt x="1403213" y="2938350"/>
                  </a:lnTo>
                  <a:lnTo>
                    <a:pt x="0" y="954358"/>
                  </a:lnTo>
                  <a:lnTo>
                    <a:pt x="564872" y="0"/>
                  </a:lnTo>
                  <a:lnTo>
                    <a:pt x="1968128" y="1983897"/>
                  </a:lnTo>
                  <a:close/>
                </a:path>
              </a:pathLst>
            </a:custGeom>
            <a:ln w="18962">
              <a:solidFill>
                <a:srgbClr val="FF6196"/>
              </a:solidFill>
            </a:ln>
          </p:spPr>
          <p:txBody>
            <a:bodyPr wrap="square" lIns="0" tIns="0" rIns="0" bIns="0" rtlCol="0"/>
            <a:lstStyle/>
            <a:p>
              <a:endParaRPr dirty="0"/>
            </a:p>
          </p:txBody>
        </p:sp>
        <p:sp>
          <p:nvSpPr>
            <p:cNvPr id="11" name="object 4"/>
            <p:cNvSpPr/>
            <p:nvPr/>
          </p:nvSpPr>
          <p:spPr>
            <a:xfrm>
              <a:off x="15772093" y="3874620"/>
              <a:ext cx="4332605" cy="4595495"/>
            </a:xfrm>
            <a:custGeom>
              <a:avLst/>
              <a:gdLst/>
              <a:ahLst/>
              <a:cxnLst/>
              <a:rect l="l" t="t" r="r" b="b"/>
              <a:pathLst>
                <a:path w="4332605" h="4595495">
                  <a:moveTo>
                    <a:pt x="0" y="2343101"/>
                  </a:moveTo>
                  <a:lnTo>
                    <a:pt x="4332006" y="4595492"/>
                  </a:lnTo>
                </a:path>
                <a:path w="4332605" h="4595495">
                  <a:moveTo>
                    <a:pt x="4332006" y="2197142"/>
                  </a:moveTo>
                  <a:lnTo>
                    <a:pt x="149073" y="0"/>
                  </a:lnTo>
                  <a:lnTo>
                    <a:pt x="0" y="2343101"/>
                  </a:lnTo>
                </a:path>
              </a:pathLst>
            </a:custGeom>
            <a:ln w="18962">
              <a:solidFill>
                <a:srgbClr val="FF6196"/>
              </a:solidFill>
            </a:ln>
          </p:spPr>
          <p:txBody>
            <a:bodyPr wrap="square" lIns="0" tIns="0" rIns="0" bIns="0" rtlCol="0"/>
            <a:lstStyle/>
            <a:p>
              <a:endParaRPr dirty="0"/>
            </a:p>
          </p:txBody>
        </p:sp>
        <p:sp>
          <p:nvSpPr>
            <p:cNvPr id="12" name="object 5"/>
            <p:cNvSpPr/>
            <p:nvPr/>
          </p:nvSpPr>
          <p:spPr>
            <a:xfrm>
              <a:off x="6843171" y="2880169"/>
              <a:ext cx="3718560" cy="3296285"/>
            </a:xfrm>
            <a:custGeom>
              <a:avLst/>
              <a:gdLst/>
              <a:ahLst/>
              <a:cxnLst/>
              <a:rect l="l" t="t" r="r" b="b"/>
              <a:pathLst>
                <a:path w="3718559" h="3296285">
                  <a:moveTo>
                    <a:pt x="2086596" y="0"/>
                  </a:moveTo>
                  <a:lnTo>
                    <a:pt x="0" y="2983008"/>
                  </a:lnTo>
                  <a:lnTo>
                    <a:pt x="1631699" y="3296161"/>
                  </a:lnTo>
                  <a:lnTo>
                    <a:pt x="3718200" y="313194"/>
                  </a:lnTo>
                  <a:lnTo>
                    <a:pt x="2086596" y="0"/>
                  </a:lnTo>
                  <a:close/>
                </a:path>
              </a:pathLst>
            </a:custGeom>
            <a:ln w="18962">
              <a:solidFill>
                <a:srgbClr val="FF6196"/>
              </a:solidFill>
            </a:ln>
          </p:spPr>
          <p:txBody>
            <a:bodyPr wrap="square" lIns="0" tIns="0" rIns="0" bIns="0" rtlCol="0"/>
            <a:lstStyle/>
            <a:p>
              <a:endParaRPr dirty="0"/>
            </a:p>
          </p:txBody>
        </p:sp>
      </p:grpSp>
      <p:sp>
        <p:nvSpPr>
          <p:cNvPr id="4" name="object 12"/>
          <p:cNvSpPr txBox="1"/>
          <p:nvPr userDrawn="1"/>
        </p:nvSpPr>
        <p:spPr>
          <a:xfrm>
            <a:off x="288132" y="1642095"/>
            <a:ext cx="654025" cy="1538883"/>
          </a:xfrm>
          <a:prstGeom prst="rect">
            <a:avLst/>
          </a:prstGeom>
        </p:spPr>
        <p:txBody>
          <a:bodyPr vert="horz" wrap="none" lIns="0" tIns="0" rIns="0" bIns="0" rtlCol="0" anchor="t">
            <a:spAutoFit/>
          </a:bodyPr>
          <a:lstStyle>
            <a:lvl1pPr algn="l" defTabSz="914400" rtl="0" eaLnBrk="1" latinLnBrk="0" hangingPunct="1">
              <a:lnSpc>
                <a:spcPct val="90000"/>
              </a:lnSpc>
              <a:spcBef>
                <a:spcPct val="0"/>
              </a:spcBef>
              <a:buNone/>
              <a:defRPr sz="2600" b="1" kern="1200">
                <a:solidFill>
                  <a:schemeClr val="bg1"/>
                </a:solidFill>
                <a:latin typeface="Arial" panose="020B0604020202020204" pitchFamily="34" charset="0"/>
                <a:ea typeface="+mj-ea"/>
                <a:cs typeface="Arial" panose="020B0604020202020204" pitchFamily="34" charset="0"/>
              </a:defRPr>
            </a:lvl1pPr>
          </a:lstStyle>
          <a:p>
            <a:pPr marL="12700">
              <a:lnSpc>
                <a:spcPct val="100000"/>
              </a:lnSpc>
              <a:spcBef>
                <a:spcPts val="140"/>
              </a:spcBef>
              <a:tabLst>
                <a:tab pos="9925685" algn="l"/>
              </a:tabLst>
            </a:pPr>
            <a:r>
              <a:rPr lang="en-GB" sz="10000" dirty="0"/>
              <a:t>“</a:t>
            </a:r>
          </a:p>
        </p:txBody>
      </p:sp>
      <p:sp>
        <p:nvSpPr>
          <p:cNvPr id="6" name="Text Placeholder 5"/>
          <p:cNvSpPr>
            <a:spLocks noGrp="1"/>
          </p:cNvSpPr>
          <p:nvPr>
            <p:ph type="body" sz="quarter" idx="11" hasCustomPrompt="1"/>
          </p:nvPr>
        </p:nvSpPr>
        <p:spPr>
          <a:xfrm>
            <a:off x="857723" y="2609504"/>
            <a:ext cx="7426326" cy="2598117"/>
          </a:xfrm>
        </p:spPr>
        <p:txBody>
          <a:bodyPr>
            <a:normAutofit/>
          </a:bodyPr>
          <a:lstStyle>
            <a:lvl1pPr marL="0" indent="0">
              <a:buNone/>
              <a:defRPr sz="3600"/>
            </a:lvl1pPr>
          </a:lstStyle>
          <a:p>
            <a:pPr lvl="0"/>
            <a:r>
              <a:rPr lang="en-GB"/>
              <a:t>Delivering a streamlined reporting service that gives a direct and transparent view of the quality of our work, and creates value for customers and World Courier.</a:t>
            </a:r>
            <a:endParaRPr lang="en-US"/>
          </a:p>
        </p:txBody>
      </p:sp>
      <p:sp>
        <p:nvSpPr>
          <p:cNvPr id="13" name="Title 1"/>
          <p:cNvSpPr>
            <a:spLocks noGrp="1"/>
          </p:cNvSpPr>
          <p:nvPr>
            <p:ph type="title"/>
          </p:nvPr>
        </p:nvSpPr>
        <p:spPr>
          <a:xfrm>
            <a:off x="381000" y="365125"/>
            <a:ext cx="11430000" cy="814521"/>
          </a:xfrm>
        </p:spPr>
        <p:txBody>
          <a:bodyPr/>
          <a:lstStyle/>
          <a:p>
            <a:r>
              <a:rPr lang="en-GB"/>
              <a:t>Click to edit Master title style</a:t>
            </a:r>
            <a:endParaRPr lang="en-US"/>
          </a:p>
        </p:txBody>
      </p:sp>
      <p:sp>
        <p:nvSpPr>
          <p:cNvPr id="14" name="Text Placeholder 4"/>
          <p:cNvSpPr>
            <a:spLocks noGrp="1"/>
          </p:cNvSpPr>
          <p:nvPr>
            <p:ph type="body" sz="quarter" idx="10" hasCustomPrompt="1"/>
          </p:nvPr>
        </p:nvSpPr>
        <p:spPr>
          <a:xfrm>
            <a:off x="381000" y="1179646"/>
            <a:ext cx="11430000" cy="446088"/>
          </a:xfrm>
        </p:spPr>
        <p:txBody>
          <a:bodyPr vert="horz" lIns="91440" tIns="45720" rIns="91440" bIns="45720" rtlCol="0" anchor="ctr">
            <a:noAutofit/>
          </a:bodyPr>
          <a:lstStyle>
            <a:lvl1pPr>
              <a:defRPr lang="en-US" sz="1600" baseline="0" dirty="0">
                <a:solidFill>
                  <a:schemeClr val="bg1"/>
                </a:solidFill>
              </a:defRPr>
            </a:lvl1pPr>
          </a:lstStyle>
          <a:p>
            <a:pPr marL="0" lvl="0" indent="0">
              <a:spcBef>
                <a:spcPts val="1200"/>
              </a:spcBef>
              <a:buNone/>
            </a:pPr>
            <a:r>
              <a:rPr lang="en-GB"/>
              <a:t>Optional sub-head</a:t>
            </a:r>
            <a:endParaRPr lang="en-US"/>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_Blank">
    <p:bg>
      <p:bgPr>
        <a:solidFill>
          <a:schemeClr val="tx2"/>
        </a:solidFill>
        <a:effectLst/>
      </p:bgPr>
    </p:bg>
    <p:spTree>
      <p:nvGrpSpPr>
        <p:cNvPr id="1" name=""/>
        <p:cNvGrpSpPr/>
        <p:nvPr/>
      </p:nvGrpSpPr>
      <p:grpSpPr>
        <a:xfrm>
          <a:off x="0" y="0"/>
          <a:ext cx="0" cy="0"/>
          <a:chOff x="0" y="0"/>
          <a:chExt cx="0" cy="0"/>
        </a:xfrm>
      </p:grpSpPr>
      <p:sp>
        <p:nvSpPr>
          <p:cNvPr id="4" name="Title 1"/>
          <p:cNvSpPr>
            <a:spLocks noGrp="1"/>
          </p:cNvSpPr>
          <p:nvPr>
            <p:ph type="title"/>
          </p:nvPr>
        </p:nvSpPr>
        <p:spPr>
          <a:xfrm>
            <a:off x="381000" y="365125"/>
            <a:ext cx="11430000" cy="814521"/>
          </a:xfrm>
        </p:spPr>
        <p:txBody>
          <a:bodyPr/>
          <a:lstStyle/>
          <a:p>
            <a:r>
              <a:rPr lang="en-GB"/>
              <a:t>Click to edit Master title style</a:t>
            </a:r>
            <a:endParaRPr lang="en-US"/>
          </a:p>
        </p:txBody>
      </p:sp>
      <p:sp>
        <p:nvSpPr>
          <p:cNvPr id="5" name="Text Placeholder 4"/>
          <p:cNvSpPr>
            <a:spLocks noGrp="1"/>
          </p:cNvSpPr>
          <p:nvPr>
            <p:ph type="body" sz="quarter" idx="10" hasCustomPrompt="1"/>
          </p:nvPr>
        </p:nvSpPr>
        <p:spPr>
          <a:xfrm>
            <a:off x="381000" y="1179646"/>
            <a:ext cx="11430000" cy="446088"/>
          </a:xfrm>
        </p:spPr>
        <p:txBody>
          <a:bodyPr vert="horz" lIns="91440" tIns="45720" rIns="91440" bIns="45720" rtlCol="0" anchor="ctr">
            <a:noAutofit/>
          </a:bodyPr>
          <a:lstStyle>
            <a:lvl1pPr>
              <a:defRPr lang="en-US" sz="1600" baseline="0" dirty="0">
                <a:solidFill>
                  <a:schemeClr val="bg1"/>
                </a:solidFill>
              </a:defRPr>
            </a:lvl1pPr>
          </a:lstStyle>
          <a:p>
            <a:pPr marL="0" lvl="0" indent="0">
              <a:spcBef>
                <a:spcPts val="1200"/>
              </a:spcBef>
              <a:buNone/>
            </a:pPr>
            <a:r>
              <a:rPr lang="en-GB"/>
              <a:t>Optional sub-head</a:t>
            </a: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image" Target="../media/image2.svg"/><Relationship Id="rId5" Type="http://schemas.openxmlformats.org/officeDocument/2006/relationships/slideLayout" Target="../slideLayouts/slideLayout15.xml"/><Relationship Id="rId10" Type="http://schemas.openxmlformats.org/officeDocument/2006/relationships/tags" Target="../tags/tag3.xml"/><Relationship Id="rId4" Type="http://schemas.openxmlformats.org/officeDocument/2006/relationships/slideLayout" Target="../slideLayouts/slideLayout14.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31.xml"/><Relationship Id="rId18" Type="http://schemas.openxmlformats.org/officeDocument/2006/relationships/slideLayout" Target="../slideLayouts/slideLayout36.xml"/><Relationship Id="rId26" Type="http://schemas.openxmlformats.org/officeDocument/2006/relationships/slideLayout" Target="../slideLayouts/slideLayout44.xml"/><Relationship Id="rId39" Type="http://schemas.openxmlformats.org/officeDocument/2006/relationships/slideLayout" Target="../slideLayouts/slideLayout57.xml"/><Relationship Id="rId21" Type="http://schemas.openxmlformats.org/officeDocument/2006/relationships/slideLayout" Target="../slideLayouts/slideLayout39.xml"/><Relationship Id="rId34" Type="http://schemas.openxmlformats.org/officeDocument/2006/relationships/slideLayout" Target="../slideLayouts/slideLayout52.xml"/><Relationship Id="rId7" Type="http://schemas.openxmlformats.org/officeDocument/2006/relationships/slideLayout" Target="../slideLayouts/slideLayout2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slideLayout" Target="../slideLayouts/slideLayout38.xml"/><Relationship Id="rId29" Type="http://schemas.openxmlformats.org/officeDocument/2006/relationships/slideLayout" Target="../slideLayouts/slideLayout47.xml"/><Relationship Id="rId41" Type="http://schemas.openxmlformats.org/officeDocument/2006/relationships/image" Target="../media/image1.sv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24" Type="http://schemas.openxmlformats.org/officeDocument/2006/relationships/slideLayout" Target="../slideLayouts/slideLayout42.xml"/><Relationship Id="rId32" Type="http://schemas.openxmlformats.org/officeDocument/2006/relationships/slideLayout" Target="../slideLayouts/slideLayout50.xml"/><Relationship Id="rId37" Type="http://schemas.openxmlformats.org/officeDocument/2006/relationships/slideLayout" Target="../slideLayouts/slideLayout55.xml"/><Relationship Id="rId40" Type="http://schemas.openxmlformats.org/officeDocument/2006/relationships/theme" Target="../theme/theme3.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23" Type="http://schemas.openxmlformats.org/officeDocument/2006/relationships/slideLayout" Target="../slideLayouts/slideLayout41.xml"/><Relationship Id="rId28" Type="http://schemas.openxmlformats.org/officeDocument/2006/relationships/slideLayout" Target="../slideLayouts/slideLayout46.xml"/><Relationship Id="rId36" Type="http://schemas.openxmlformats.org/officeDocument/2006/relationships/slideLayout" Target="../slideLayouts/slideLayout54.xml"/><Relationship Id="rId10" Type="http://schemas.openxmlformats.org/officeDocument/2006/relationships/slideLayout" Target="../slideLayouts/slideLayout28.xml"/><Relationship Id="rId19" Type="http://schemas.openxmlformats.org/officeDocument/2006/relationships/slideLayout" Target="../slideLayouts/slideLayout37.xml"/><Relationship Id="rId31" Type="http://schemas.openxmlformats.org/officeDocument/2006/relationships/slideLayout" Target="../slideLayouts/slideLayout49.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 Id="rId22" Type="http://schemas.openxmlformats.org/officeDocument/2006/relationships/slideLayout" Target="../slideLayouts/slideLayout40.xml"/><Relationship Id="rId27" Type="http://schemas.openxmlformats.org/officeDocument/2006/relationships/slideLayout" Target="../slideLayouts/slideLayout45.xml"/><Relationship Id="rId30" Type="http://schemas.openxmlformats.org/officeDocument/2006/relationships/slideLayout" Target="../slideLayouts/slideLayout48.xml"/><Relationship Id="rId35" Type="http://schemas.openxmlformats.org/officeDocument/2006/relationships/slideLayout" Target="../slideLayouts/slideLayout53.xml"/><Relationship Id="rId8" Type="http://schemas.openxmlformats.org/officeDocument/2006/relationships/slideLayout" Target="../slideLayouts/slideLayout26.xml"/><Relationship Id="rId3" Type="http://schemas.openxmlformats.org/officeDocument/2006/relationships/slideLayout" Target="../slideLayouts/slideLayout21.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5" Type="http://schemas.openxmlformats.org/officeDocument/2006/relationships/slideLayout" Target="../slideLayouts/slideLayout43.xml"/><Relationship Id="rId33" Type="http://schemas.openxmlformats.org/officeDocument/2006/relationships/slideLayout" Target="../slideLayouts/slideLayout51.xml"/><Relationship Id="rId38" Type="http://schemas.openxmlformats.org/officeDocument/2006/relationships/slideLayout" Target="../slideLayouts/slideLayout56.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59.xml"/><Relationship Id="rId1" Type="http://schemas.openxmlformats.org/officeDocument/2006/relationships/slideLayout" Target="../slideLayouts/slideLayout58.xml"/><Relationship Id="rId4"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180520"/>
            <a:ext cx="11430000" cy="1325563"/>
          </a:xfrm>
          <a:prstGeom prst="rect">
            <a:avLst/>
          </a:prstGeom>
        </p:spPr>
        <p:txBody>
          <a:bodyPr vert="horz" lIns="91440" tIns="45720" rIns="91440" bIns="45720" rtlCol="0" anchor="ctr">
            <a:noAutofit/>
          </a:bodyPr>
          <a:lstStyle/>
          <a:p>
            <a:r>
              <a:rPr lang="en-US"/>
              <a:t>Click to edit Master title style</a:t>
            </a:r>
          </a:p>
        </p:txBody>
      </p:sp>
      <p:sp>
        <p:nvSpPr>
          <p:cNvPr id="3" name="Text Placeholder 2"/>
          <p:cNvSpPr>
            <a:spLocks noGrp="1"/>
          </p:cNvSpPr>
          <p:nvPr>
            <p:ph type="body" idx="1"/>
          </p:nvPr>
        </p:nvSpPr>
        <p:spPr>
          <a:xfrm>
            <a:off x="381000" y="1749425"/>
            <a:ext cx="11430000" cy="4410075"/>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3AADDC-A1DD-46B3-89BE-C6244EF0A8E6}" type="datetime4">
              <a:rPr lang="en-GB" smtClean="0"/>
              <a:t>12 May 2026</a:t>
            </a:fld>
            <a:endParaRPr lang="en-GB" dirty="0"/>
          </a:p>
        </p:txBody>
      </p:sp>
    </p:spTree>
    <p:custDataLst>
      <p:tags r:id="rId12"/>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p:txStyles>
    <p:titleStyle>
      <a:lvl1pPr algn="l" defTabSz="914400" rtl="0" eaLnBrk="1" latinLnBrk="0" hangingPunct="1">
        <a:lnSpc>
          <a:spcPct val="90000"/>
        </a:lnSpc>
        <a:spcBef>
          <a:spcPct val="0"/>
        </a:spcBef>
        <a:buNone/>
        <a:defRPr sz="4000" b="1" kern="1200">
          <a:solidFill>
            <a:schemeClr val="bg2"/>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2"/>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2"/>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2"/>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2"/>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180520"/>
            <a:ext cx="11430000" cy="1325563"/>
          </a:xfrm>
          <a:prstGeom prst="rect">
            <a:avLst/>
          </a:prstGeom>
        </p:spPr>
        <p:txBody>
          <a:bodyPr vert="horz" lIns="91440" tIns="45720" rIns="91440" bIns="45720" rtlCol="0" anchor="ctr">
            <a:noAutofit/>
          </a:bodyPr>
          <a:lstStyle/>
          <a:p>
            <a:r>
              <a:rPr lang="en-GB"/>
              <a:t>Click to edit Master title style</a:t>
            </a:r>
            <a:endParaRPr lang="en-US"/>
          </a:p>
        </p:txBody>
      </p:sp>
      <p:sp>
        <p:nvSpPr>
          <p:cNvPr id="3" name="Text Placeholder 2"/>
          <p:cNvSpPr>
            <a:spLocks noGrp="1"/>
          </p:cNvSpPr>
          <p:nvPr>
            <p:ph type="body" idx="1"/>
          </p:nvPr>
        </p:nvSpPr>
        <p:spPr>
          <a:xfrm>
            <a:off x="381000" y="1749425"/>
            <a:ext cx="11430000" cy="4410075"/>
          </a:xfrm>
          <a:prstGeom prst="rect">
            <a:avLst/>
          </a:prstGeom>
        </p:spPr>
        <p:txBody>
          <a:bodyPr vert="horz" lIns="91440" tIns="45720" rIns="91440" bIns="4572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bg object 18"/>
          <p:cNvSpPr/>
          <p:nvPr userDrawn="1"/>
        </p:nvSpPr>
        <p:spPr>
          <a:xfrm>
            <a:off x="11307847" y="6413630"/>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dirty="0"/>
          </a:p>
        </p:txBody>
      </p:sp>
      <p:sp>
        <p:nvSpPr>
          <p:cNvPr id="14" name="TextBox 13"/>
          <p:cNvSpPr txBox="1"/>
          <p:nvPr userDrawn="1"/>
        </p:nvSpPr>
        <p:spPr>
          <a:xfrm>
            <a:off x="1610591" y="6413631"/>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rPr>
              <a:t>Circulation</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Limited</a:t>
            </a:r>
            <a:r>
              <a:rPr lang="en-GB" sz="800" spc="125" dirty="0">
                <a:solidFill>
                  <a:schemeClr val="bg1"/>
                </a:solidFill>
                <a:latin typeface="Arial" panose="020B0604020202020204" pitchFamily="34" charset="0"/>
                <a:cs typeface="Arial" panose="020B0604020202020204" pitchFamily="34" charset="0"/>
              </a:rPr>
              <a:t> </a:t>
            </a:r>
            <a:r>
              <a:rPr lang="en-GB" sz="800" dirty="0">
                <a:solidFill>
                  <a:schemeClr val="bg1"/>
                </a:solidFill>
                <a:latin typeface="Arial" panose="020B0604020202020204" pitchFamily="34" charset="0"/>
                <a:cs typeface="Arial" panose="020B0604020202020204" pitchFamily="34" charset="0"/>
              </a:rPr>
              <a:t>–</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Commercial</a:t>
            </a:r>
          </a:p>
        </p:txBody>
      </p:sp>
      <p:sp>
        <p:nvSpPr>
          <p:cNvPr id="15" name="TextBox 14"/>
          <p:cNvSpPr txBox="1"/>
          <p:nvPr userDrawn="1"/>
        </p:nvSpPr>
        <p:spPr>
          <a:xfrm>
            <a:off x="11464173" y="6413630"/>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dirty="0">
              <a:solidFill>
                <a:schemeClr val="tx1"/>
              </a:solidFill>
              <a:latin typeface="Arial" panose="020B0604020202020204" pitchFamily="34" charset="0"/>
              <a:cs typeface="Arial" panose="020B0604020202020204" pitchFamily="34" charset="0"/>
            </a:endParaRPr>
          </a:p>
        </p:txBody>
      </p:sp>
      <p:pic>
        <p:nvPicPr>
          <p:cNvPr id="16" name="Graphic 15"/>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383908" y="6383663"/>
            <a:ext cx="739897" cy="245411"/>
          </a:xfrm>
          <a:prstGeom prst="rect">
            <a:avLst/>
          </a:prstGeom>
        </p:spPr>
      </p:pic>
    </p:spTree>
    <p:custDataLst>
      <p:tags r:id="rId10"/>
    </p:custDataLst>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Lst>
  <p:hf sldNum="0" hdr="0" ftr="0"/>
  <p:txStyles>
    <p:titleStyle>
      <a:lvl1pPr algn="l" defTabSz="914400" rtl="0" eaLnBrk="1" latinLnBrk="0" hangingPunct="1">
        <a:lnSpc>
          <a:spcPct val="90000"/>
        </a:lnSpc>
        <a:spcBef>
          <a:spcPct val="0"/>
        </a:spcBef>
        <a:buNone/>
        <a:defRPr sz="4000" b="1" kern="1200">
          <a:solidFill>
            <a:schemeClr val="bg1"/>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180520"/>
            <a:ext cx="11430000" cy="958265"/>
          </a:xfrm>
          <a:prstGeom prst="rect">
            <a:avLst/>
          </a:prstGeom>
        </p:spPr>
        <p:txBody>
          <a:bodyPr vert="horz" lIns="91440" tIns="45720" rIns="91440" bIns="45720" rtlCol="0" anchor="ctr">
            <a:noAutofit/>
          </a:bodyPr>
          <a:lstStyle/>
          <a:p>
            <a:r>
              <a:rPr lang="en-GB"/>
              <a:t>Click to edit Master title style</a:t>
            </a:r>
            <a:endParaRPr lang="en-US"/>
          </a:p>
        </p:txBody>
      </p:sp>
      <p:sp>
        <p:nvSpPr>
          <p:cNvPr id="3" name="Text Placeholder 2"/>
          <p:cNvSpPr>
            <a:spLocks noGrp="1"/>
          </p:cNvSpPr>
          <p:nvPr>
            <p:ph type="body"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bg object 18"/>
          <p:cNvSpPr/>
          <p:nvPr userDrawn="1"/>
        </p:nvSpPr>
        <p:spPr>
          <a:xfrm>
            <a:off x="11307847" y="6413631"/>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rgbClr val="1A0F5C"/>
          </a:solidFill>
        </p:spPr>
        <p:txBody>
          <a:bodyPr wrap="square" lIns="0" tIns="0" rIns="0" bIns="0" rtlCol="0"/>
          <a:lstStyle/>
          <a:p>
            <a:endParaRPr dirty="0"/>
          </a:p>
        </p:txBody>
      </p:sp>
      <p:sp>
        <p:nvSpPr>
          <p:cNvPr id="15" name="TextBox 14"/>
          <p:cNvSpPr txBox="1"/>
          <p:nvPr userDrawn="1"/>
        </p:nvSpPr>
        <p:spPr>
          <a:xfrm>
            <a:off x="1610591" y="6413631"/>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2"/>
                </a:solidFill>
                <a:latin typeface="+mn-lt"/>
                <a:cs typeface="Arial" panose="020B0604020202020204" pitchFamily="34" charset="0"/>
              </a:rPr>
              <a:t>Circulation</a:t>
            </a:r>
            <a:r>
              <a:rPr lang="en-GB" sz="800" spc="120" dirty="0">
                <a:solidFill>
                  <a:schemeClr val="bg2"/>
                </a:solidFill>
                <a:latin typeface="+mn-lt"/>
                <a:cs typeface="Arial" panose="020B0604020202020204" pitchFamily="34" charset="0"/>
              </a:rPr>
              <a:t> </a:t>
            </a:r>
            <a:r>
              <a:rPr lang="en-GB" sz="800" spc="55" dirty="0">
                <a:solidFill>
                  <a:schemeClr val="bg2"/>
                </a:solidFill>
                <a:latin typeface="+mn-lt"/>
                <a:cs typeface="Arial" panose="020B0604020202020204" pitchFamily="34" charset="0"/>
              </a:rPr>
              <a:t>Limited</a:t>
            </a:r>
            <a:r>
              <a:rPr lang="en-GB" sz="800" spc="125" dirty="0">
                <a:solidFill>
                  <a:schemeClr val="bg2"/>
                </a:solidFill>
                <a:latin typeface="+mn-lt"/>
                <a:cs typeface="Arial" panose="020B0604020202020204" pitchFamily="34" charset="0"/>
              </a:rPr>
              <a:t> </a:t>
            </a:r>
            <a:r>
              <a:rPr lang="en-GB" sz="800" dirty="0">
                <a:solidFill>
                  <a:schemeClr val="bg2"/>
                </a:solidFill>
                <a:latin typeface="+mn-lt"/>
                <a:cs typeface="Arial" panose="020B0604020202020204" pitchFamily="34" charset="0"/>
              </a:rPr>
              <a:t>–</a:t>
            </a:r>
            <a:r>
              <a:rPr lang="en-GB" sz="800" spc="120" dirty="0">
                <a:solidFill>
                  <a:schemeClr val="bg2"/>
                </a:solidFill>
                <a:latin typeface="+mn-lt"/>
                <a:cs typeface="Arial" panose="020B0604020202020204" pitchFamily="34" charset="0"/>
              </a:rPr>
              <a:t> </a:t>
            </a:r>
            <a:r>
              <a:rPr lang="en-GB" sz="800" spc="55" dirty="0">
                <a:solidFill>
                  <a:schemeClr val="bg2"/>
                </a:solidFill>
                <a:latin typeface="+mn-lt"/>
                <a:cs typeface="Arial" panose="020B0604020202020204" pitchFamily="34" charset="0"/>
              </a:rPr>
              <a:t>Commercial</a:t>
            </a:r>
          </a:p>
        </p:txBody>
      </p:sp>
      <p:sp>
        <p:nvSpPr>
          <p:cNvPr id="17" name="TextBox 16"/>
          <p:cNvSpPr txBox="1"/>
          <p:nvPr userDrawn="1"/>
        </p:nvSpPr>
        <p:spPr>
          <a:xfrm>
            <a:off x="11464173" y="6413631"/>
            <a:ext cx="571500" cy="215444"/>
          </a:xfrm>
          <a:prstGeom prst="rect">
            <a:avLst/>
          </a:prstGeom>
          <a:noFill/>
        </p:spPr>
        <p:txBody>
          <a:bodyPr wrap="square" rtlCol="0">
            <a:spAutoFit/>
          </a:bodyPr>
          <a:lstStyle/>
          <a:p>
            <a:fld id="{5CAB9123-6C5D-6742-A884-75399720DA2F}" type="slidenum">
              <a:rPr lang="en-US" sz="800" smtClean="0">
                <a:solidFill>
                  <a:schemeClr val="bg1"/>
                </a:solidFill>
                <a:latin typeface="+mn-lt"/>
                <a:cs typeface="Arial" panose="020B0604020202020204" pitchFamily="34" charset="0"/>
              </a:rPr>
              <a:t>‹#›</a:t>
            </a:fld>
            <a:endParaRPr lang="en-US" sz="800" dirty="0">
              <a:solidFill>
                <a:schemeClr val="bg1"/>
              </a:solidFill>
              <a:latin typeface="+mn-lt"/>
              <a:cs typeface="Arial" panose="020B0604020202020204" pitchFamily="34" charset="0"/>
            </a:endParaRPr>
          </a:p>
        </p:txBody>
      </p:sp>
      <p:pic>
        <p:nvPicPr>
          <p:cNvPr id="14" name="Graphic 13"/>
          <p:cNvPicPr>
            <a:picLocks noChangeAspect="1"/>
          </p:cNvPicPr>
          <p:nvPr userDrawn="1"/>
        </p:nvPicPr>
        <p:blipFill>
          <a:blip>
            <a:extLst>
              <a:ext uri="{96DAC541-7B7A-43D3-8B79-37D633B846F1}">
                <asvg:svgBlip xmlns:asvg="http://schemas.microsoft.com/office/drawing/2016/SVG/main" r:embed="rId41"/>
              </a:ext>
            </a:extLst>
          </a:blip>
          <a:stretch>
            <a:fillRect/>
          </a:stretch>
        </p:blipFill>
        <p:spPr>
          <a:xfrm>
            <a:off x="383908" y="6383663"/>
            <a:ext cx="739897" cy="245411"/>
          </a:xfrm>
          <a:prstGeom prst="rect">
            <a:avLst/>
          </a:prstGeom>
        </p:spPr>
      </p:pic>
    </p:spTree>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 id="2147483688" r:id="rId20"/>
    <p:sldLayoutId id="2147483689" r:id="rId21"/>
    <p:sldLayoutId id="2147483690" r:id="rId22"/>
    <p:sldLayoutId id="2147483691" r:id="rId23"/>
    <p:sldLayoutId id="2147483692" r:id="rId24"/>
    <p:sldLayoutId id="2147483693" r:id="rId25"/>
    <p:sldLayoutId id="2147483694" r:id="rId26"/>
    <p:sldLayoutId id="2147483695" r:id="rId27"/>
    <p:sldLayoutId id="2147483696" r:id="rId28"/>
    <p:sldLayoutId id="2147483697" r:id="rId29"/>
    <p:sldLayoutId id="2147483698" r:id="rId30"/>
    <p:sldLayoutId id="2147483699" r:id="rId31"/>
    <p:sldLayoutId id="2147483700" r:id="rId32"/>
    <p:sldLayoutId id="2147483701" r:id="rId33"/>
    <p:sldLayoutId id="2147483702" r:id="rId34"/>
    <p:sldLayoutId id="2147483703" r:id="rId35"/>
    <p:sldLayoutId id="2147483704" r:id="rId36"/>
    <p:sldLayoutId id="2147483705" r:id="rId37"/>
    <p:sldLayoutId id="2147483706" r:id="rId38"/>
    <p:sldLayoutId id="2147483707" r:id="rId39"/>
  </p:sldLayoutIdLst>
  <p:hf sldNum="0" hdr="0" ftr="0"/>
  <p:txStyles>
    <p:titleStyle>
      <a:lvl1pPr algn="l" defTabSz="914400" rtl="0" eaLnBrk="1" latinLnBrk="0" hangingPunct="1">
        <a:lnSpc>
          <a:spcPct val="90000"/>
        </a:lnSpc>
        <a:spcBef>
          <a:spcPct val="0"/>
        </a:spcBef>
        <a:buNone/>
        <a:defRPr sz="2300" b="1" kern="1200">
          <a:solidFill>
            <a:schemeClr val="bg2"/>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2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180520"/>
            <a:ext cx="114300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381000" y="1749425"/>
            <a:ext cx="11430000" cy="4410075"/>
          </a:xfrm>
          <a:prstGeom prst="rect">
            <a:avLst/>
          </a:prstGeom>
        </p:spPr>
        <p:txBody>
          <a:bodyPr vert="horz" lIns="72000" tIns="45720" rIns="7200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bg object 18"/>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dirty="0"/>
          </a:p>
        </p:txBody>
      </p:sp>
      <p:sp>
        <p:nvSpPr>
          <p:cNvPr id="15" name="TextBox 14"/>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rPr>
              <a:t>Circulation</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mn-lt"/>
                <a:cs typeface="Arial" panose="020B0604020202020204" pitchFamily="34" charset="0"/>
              </a:rPr>
              <a:t>Limited</a:t>
            </a:r>
            <a:r>
              <a:rPr lang="en-GB" sz="800" spc="125" dirty="0">
                <a:solidFill>
                  <a:schemeClr val="bg1"/>
                </a:solidFill>
                <a:latin typeface="Arial" panose="020B0604020202020204" pitchFamily="34" charset="0"/>
                <a:cs typeface="Arial" panose="020B0604020202020204" pitchFamily="34" charset="0"/>
              </a:rPr>
              <a:t> </a:t>
            </a:r>
            <a:r>
              <a:rPr lang="en-GB" sz="800" dirty="0">
                <a:solidFill>
                  <a:schemeClr val="bg1"/>
                </a:solidFill>
                <a:latin typeface="Arial" panose="020B0604020202020204" pitchFamily="34" charset="0"/>
                <a:cs typeface="Arial" panose="020B0604020202020204" pitchFamily="34" charset="0"/>
              </a:rPr>
              <a:t>–</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Commercial</a:t>
            </a:r>
          </a:p>
        </p:txBody>
      </p:sp>
      <p:sp>
        <p:nvSpPr>
          <p:cNvPr id="17" name="TextBox 16"/>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mn-lt"/>
                <a:cs typeface="Arial" panose="020B0604020202020204" pitchFamily="34" charset="0"/>
              </a:rPr>
              <a:t>‹#›</a:t>
            </a:fld>
            <a:endParaRPr lang="en-US" sz="800" dirty="0">
              <a:solidFill>
                <a:schemeClr val="tx1"/>
              </a:solidFill>
              <a:latin typeface="+mn-lt"/>
              <a:cs typeface="Arial" panose="020B0604020202020204" pitchFamily="34" charset="0"/>
            </a:endParaRPr>
          </a:p>
        </p:txBody>
      </p:sp>
      <p:pic>
        <p:nvPicPr>
          <p:cNvPr id="11" name="Graphic 10"/>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83908" y="6321119"/>
            <a:ext cx="739897" cy="245411"/>
          </a:xfrm>
          <a:prstGeom prst="rect">
            <a:avLst/>
          </a:prstGeom>
        </p:spPr>
      </p:pic>
    </p:spTree>
  </p:cSld>
  <p:clrMap bg1="lt1" tx1="dk1" bg2="lt2" tx2="dk2" accent1="accent1" accent2="accent2" accent3="accent3" accent4="accent4" accent5="accent5" accent6="accent6" hlink="hlink" folHlink="folHlink"/>
  <p:sldLayoutIdLst>
    <p:sldLayoutId id="2147483710" r:id="rId1"/>
    <p:sldLayoutId id="2147483711" r:id="rId2"/>
  </p:sldLayoutIdLst>
  <p:hf sldNum="0" hdr="0" ftr="0"/>
  <p:txStyles>
    <p:titleStyle>
      <a:lvl1pPr algn="l" defTabSz="914400" rtl="0" eaLnBrk="1" latinLnBrk="0" hangingPunct="1">
        <a:lnSpc>
          <a:spcPct val="90000"/>
        </a:lnSpc>
        <a:spcBef>
          <a:spcPct val="0"/>
        </a:spcBef>
        <a:buNone/>
        <a:defRPr sz="2300" b="1" kern="1200">
          <a:solidFill>
            <a:schemeClr val="bg1"/>
          </a:solidFill>
          <a:latin typeface="+mn-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0.xml"/><Relationship Id="rId1" Type="http://schemas.openxmlformats.org/officeDocument/2006/relationships/tags" Target="../tags/tag5.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2.xml"/><Relationship Id="rId1" Type="http://schemas.openxmlformats.org/officeDocument/2006/relationships/tags" Target="../tags/tag6.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0.xml"/><Relationship Id="rId1" Type="http://schemas.openxmlformats.org/officeDocument/2006/relationships/tags" Target="../tags/tag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3.xml"/><Relationship Id="rId1" Type="http://schemas.openxmlformats.org/officeDocument/2006/relationships/tags" Target="../tags/tag8.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0.xml"/><Relationship Id="rId1" Type="http://schemas.openxmlformats.org/officeDocument/2006/relationships/tags" Target="../tags/tag9.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slideLayout" Target="../slideLayouts/slideLayout23.xml"/><Relationship Id="rId1" Type="http://schemas.openxmlformats.org/officeDocument/2006/relationships/tags" Target="../tags/tag10.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3.xml"/><Relationship Id="rId1" Type="http://schemas.openxmlformats.org/officeDocument/2006/relationships/tags" Target="../tags/tag11.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3.xml"/><Relationship Id="rId1" Type="http://schemas.openxmlformats.org/officeDocument/2006/relationships/tags" Target="../tags/tag12.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3.xml"/><Relationship Id="rId1" Type="http://schemas.openxmlformats.org/officeDocument/2006/relationships/tags" Target="../tags/tag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0.xml"/><Relationship Id="rId1" Type="http://schemas.openxmlformats.org/officeDocument/2006/relationships/tags" Target="../tags/tag14.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3.xml"/><Relationship Id="rId1" Type="http://schemas.openxmlformats.org/officeDocument/2006/relationships/tags" Target="../tags/tag15.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0.xml"/><Relationship Id="rId1" Type="http://schemas.openxmlformats.org/officeDocument/2006/relationships/tags" Target="../tags/tag16.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3.xml"/><Relationship Id="rId1" Type="http://schemas.openxmlformats.org/officeDocument/2006/relationships/tags" Target="../tags/tag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383908" y="2643127"/>
            <a:ext cx="6719536" cy="1325563"/>
          </a:xfrm>
        </p:spPr>
        <p:txBody>
          <a:bodyPr/>
          <a:lstStyle/>
          <a:p>
            <a:r>
              <a:rPr lang="en-GB" dirty="0"/>
              <a:t>CUSTOMER COHORT AND RETENTION ANALYSIS</a:t>
            </a:r>
          </a:p>
        </p:txBody>
      </p:sp>
      <p:sp>
        <p:nvSpPr>
          <p:cNvPr id="2" name="Date Placeholder 1"/>
          <p:cNvSpPr>
            <a:spLocks noGrp="1"/>
          </p:cNvSpPr>
          <p:nvPr>
            <p:ph type="dt" sz="half" idx="2"/>
          </p:nvPr>
        </p:nvSpPr>
        <p:spPr>
          <a:xfrm>
            <a:off x="383908" y="4073362"/>
            <a:ext cx="3519877" cy="338554"/>
          </a:xfrm>
        </p:spPr>
        <p:txBody>
          <a:bodyPr/>
          <a:lstStyle/>
          <a:p>
            <a:fld id="{B8EF017E-7E2A-413B-B87D-069BC04BAA61}" type="datetime4">
              <a:rPr lang="en-GB" smtClean="0"/>
              <a:t>12 May 2026</a:t>
            </a:fld>
            <a:endParaRPr lang="en-IN" dirty="0"/>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37327-0F64-5219-2CDE-C46B257BCD76}"/>
            </a:ext>
          </a:extLst>
        </p:cNvPr>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FA6B9501-87CF-D78E-0038-3F34E8289EF1}"/>
              </a:ext>
            </a:extLst>
          </p:cNvPr>
          <p:cNvSpPr>
            <a:spLocks noGrp="1"/>
          </p:cNvSpPr>
          <p:nvPr>
            <p:ph idx="15"/>
          </p:nvPr>
        </p:nvSpPr>
        <p:spPr>
          <a:xfrm>
            <a:off x="467628" y="1555432"/>
            <a:ext cx="11430000" cy="365760"/>
          </a:xfrm>
        </p:spPr>
        <p:txBody>
          <a:bodyPr/>
          <a:lstStyle/>
          <a:p>
            <a:r>
              <a:rPr lang="en-US" dirty="0"/>
              <a:t>Problem Statement</a:t>
            </a:r>
          </a:p>
        </p:txBody>
      </p:sp>
      <p:sp>
        <p:nvSpPr>
          <p:cNvPr id="20" name="Content Placeholder 19">
            <a:extLst>
              <a:ext uri="{FF2B5EF4-FFF2-40B4-BE49-F238E27FC236}">
                <a16:creationId xmlns:a16="http://schemas.microsoft.com/office/drawing/2014/main" id="{4358FC52-A5A1-108E-CC13-DE954BDA2328}"/>
              </a:ext>
            </a:extLst>
          </p:cNvPr>
          <p:cNvSpPr>
            <a:spLocks noGrp="1"/>
          </p:cNvSpPr>
          <p:nvPr>
            <p:ph idx="16"/>
          </p:nvPr>
        </p:nvSpPr>
        <p:spPr/>
        <p:txBody>
          <a:bodyPr/>
          <a:lstStyle/>
          <a:p>
            <a:r>
              <a:rPr lang="en-US" dirty="0"/>
              <a:t>Expected Deliverables</a:t>
            </a:r>
          </a:p>
        </p:txBody>
      </p:sp>
      <p:sp>
        <p:nvSpPr>
          <p:cNvPr id="21" name="Text Placeholder 20">
            <a:extLst>
              <a:ext uri="{FF2B5EF4-FFF2-40B4-BE49-F238E27FC236}">
                <a16:creationId xmlns:a16="http://schemas.microsoft.com/office/drawing/2014/main" id="{5E894734-96DC-1B16-F232-8092BEE7F3A2}"/>
              </a:ext>
            </a:extLst>
          </p:cNvPr>
          <p:cNvSpPr>
            <a:spLocks noGrp="1"/>
          </p:cNvSpPr>
          <p:nvPr>
            <p:ph type="body" sz="quarter" idx="17"/>
          </p:nvPr>
        </p:nvSpPr>
        <p:spPr/>
        <p:txBody>
          <a:bodyPr/>
          <a:lstStyle/>
          <a:p>
            <a:r>
              <a:rPr lang="en-US" dirty="0"/>
              <a:t>2</a:t>
            </a:r>
          </a:p>
        </p:txBody>
      </p:sp>
      <p:sp>
        <p:nvSpPr>
          <p:cNvPr id="24" name="Content Placeholder 23">
            <a:extLst>
              <a:ext uri="{FF2B5EF4-FFF2-40B4-BE49-F238E27FC236}">
                <a16:creationId xmlns:a16="http://schemas.microsoft.com/office/drawing/2014/main" id="{12CB1256-83C0-A411-270B-D214EF798593}"/>
              </a:ext>
            </a:extLst>
          </p:cNvPr>
          <p:cNvSpPr>
            <a:spLocks noGrp="1"/>
          </p:cNvSpPr>
          <p:nvPr>
            <p:ph idx="22"/>
          </p:nvPr>
        </p:nvSpPr>
        <p:spPr/>
        <p:txBody>
          <a:bodyPr/>
          <a:lstStyle/>
          <a:p>
            <a:r>
              <a:rPr lang="en-US" dirty="0"/>
              <a:t>Data Understanding</a:t>
            </a:r>
          </a:p>
        </p:txBody>
      </p:sp>
      <p:sp>
        <p:nvSpPr>
          <p:cNvPr id="22" name="Text Placeholder 21">
            <a:extLst>
              <a:ext uri="{FF2B5EF4-FFF2-40B4-BE49-F238E27FC236}">
                <a16:creationId xmlns:a16="http://schemas.microsoft.com/office/drawing/2014/main" id="{89073274-74EB-D55B-DFBB-31C7B2FA3CF2}"/>
              </a:ext>
            </a:extLst>
          </p:cNvPr>
          <p:cNvSpPr>
            <a:spLocks noGrp="1"/>
          </p:cNvSpPr>
          <p:nvPr>
            <p:ph type="body" sz="quarter" idx="19"/>
          </p:nvPr>
        </p:nvSpPr>
        <p:spPr/>
        <p:txBody>
          <a:bodyPr/>
          <a:lstStyle/>
          <a:p>
            <a:r>
              <a:rPr lang="en-US" dirty="0"/>
              <a:t>3</a:t>
            </a:r>
          </a:p>
        </p:txBody>
      </p:sp>
      <p:sp>
        <p:nvSpPr>
          <p:cNvPr id="25" name="Content Placeholder 24">
            <a:extLst>
              <a:ext uri="{FF2B5EF4-FFF2-40B4-BE49-F238E27FC236}">
                <a16:creationId xmlns:a16="http://schemas.microsoft.com/office/drawing/2014/main" id="{FA83C734-CF5B-459E-1EA2-4A785672F70C}"/>
              </a:ext>
            </a:extLst>
          </p:cNvPr>
          <p:cNvSpPr>
            <a:spLocks noGrp="1"/>
          </p:cNvSpPr>
          <p:nvPr>
            <p:ph idx="23"/>
          </p:nvPr>
        </p:nvSpPr>
        <p:spPr/>
        <p:txBody>
          <a:bodyPr/>
          <a:lstStyle/>
          <a:p>
            <a:r>
              <a:rPr lang="en-US" dirty="0"/>
              <a:t>Mock-ups of Dashboard</a:t>
            </a:r>
          </a:p>
        </p:txBody>
      </p:sp>
      <p:sp>
        <p:nvSpPr>
          <p:cNvPr id="23" name="Text Placeholder 22">
            <a:extLst>
              <a:ext uri="{FF2B5EF4-FFF2-40B4-BE49-F238E27FC236}">
                <a16:creationId xmlns:a16="http://schemas.microsoft.com/office/drawing/2014/main" id="{DA178740-C8A2-371A-DA88-8DF8CEC9C046}"/>
              </a:ext>
            </a:extLst>
          </p:cNvPr>
          <p:cNvSpPr>
            <a:spLocks noGrp="1"/>
          </p:cNvSpPr>
          <p:nvPr>
            <p:ph type="body" sz="quarter" idx="21"/>
          </p:nvPr>
        </p:nvSpPr>
        <p:spPr>
          <a:solidFill>
            <a:schemeClr val="bg1">
              <a:lumMod val="85000"/>
            </a:schemeClr>
          </a:solidFill>
        </p:spPr>
        <p:txBody>
          <a:bodyPr/>
          <a:lstStyle/>
          <a:p>
            <a:r>
              <a:rPr lang="en-US" dirty="0"/>
              <a:t>4</a:t>
            </a:r>
          </a:p>
        </p:txBody>
      </p:sp>
      <p:sp>
        <p:nvSpPr>
          <p:cNvPr id="17" name="Title 16">
            <a:extLst>
              <a:ext uri="{FF2B5EF4-FFF2-40B4-BE49-F238E27FC236}">
                <a16:creationId xmlns:a16="http://schemas.microsoft.com/office/drawing/2014/main" id="{51983CDE-DC06-3618-B902-BC16DD201811}"/>
              </a:ext>
            </a:extLst>
          </p:cNvPr>
          <p:cNvSpPr>
            <a:spLocks noGrp="1"/>
          </p:cNvSpPr>
          <p:nvPr>
            <p:ph type="title"/>
          </p:nvPr>
        </p:nvSpPr>
        <p:spPr/>
        <p:txBody>
          <a:bodyPr/>
          <a:lstStyle/>
          <a:p>
            <a:r>
              <a:rPr lang="en-US" dirty="0"/>
              <a:t>Agenda</a:t>
            </a:r>
          </a:p>
        </p:txBody>
      </p:sp>
      <p:sp>
        <p:nvSpPr>
          <p:cNvPr id="26" name="Content Placeholder 25">
            <a:extLst>
              <a:ext uri="{FF2B5EF4-FFF2-40B4-BE49-F238E27FC236}">
                <a16:creationId xmlns:a16="http://schemas.microsoft.com/office/drawing/2014/main" id="{EE23FBE1-D0F1-98DA-381C-D00451E009C6}"/>
              </a:ext>
            </a:extLst>
          </p:cNvPr>
          <p:cNvSpPr>
            <a:spLocks noGrp="1"/>
          </p:cNvSpPr>
          <p:nvPr>
            <p:ph idx="24"/>
          </p:nvPr>
        </p:nvSpPr>
        <p:spPr/>
        <p:txBody>
          <a:bodyPr/>
          <a:lstStyle/>
          <a:p>
            <a:r>
              <a:rPr lang="en-US" dirty="0"/>
              <a:t>Insights and Recommendations</a:t>
            </a:r>
          </a:p>
        </p:txBody>
      </p:sp>
      <p:sp>
        <p:nvSpPr>
          <p:cNvPr id="27" name="Text Placeholder 26">
            <a:extLst>
              <a:ext uri="{FF2B5EF4-FFF2-40B4-BE49-F238E27FC236}">
                <a16:creationId xmlns:a16="http://schemas.microsoft.com/office/drawing/2014/main" id="{D8E577A5-34FF-4FBD-B355-55F0A54DB757}"/>
              </a:ext>
            </a:extLst>
          </p:cNvPr>
          <p:cNvSpPr>
            <a:spLocks noGrp="1"/>
          </p:cNvSpPr>
          <p:nvPr>
            <p:ph type="body" sz="quarter" idx="25"/>
          </p:nvPr>
        </p:nvSpPr>
        <p:spPr/>
        <p:txBody>
          <a:bodyPr/>
          <a:lstStyle/>
          <a:p>
            <a:r>
              <a:rPr lang="en-US" dirty="0"/>
              <a:t>5</a:t>
            </a:r>
          </a:p>
        </p:txBody>
      </p:sp>
      <p:sp>
        <p:nvSpPr>
          <p:cNvPr id="2" name="Text Placeholder 17">
            <a:extLst>
              <a:ext uri="{FF2B5EF4-FFF2-40B4-BE49-F238E27FC236}">
                <a16:creationId xmlns:a16="http://schemas.microsoft.com/office/drawing/2014/main" id="{A897B100-63E4-CDCC-12A4-B4091F27A5F7}"/>
              </a:ext>
            </a:extLst>
          </p:cNvPr>
          <p:cNvSpPr txBox="1">
            <a:spLocks/>
          </p:cNvSpPr>
          <p:nvPr/>
        </p:nvSpPr>
        <p:spPr>
          <a:xfrm>
            <a:off x="587106" y="2186839"/>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2</a:t>
            </a:r>
          </a:p>
        </p:txBody>
      </p:sp>
      <p:sp>
        <p:nvSpPr>
          <p:cNvPr id="5" name="Text Placeholder 21">
            <a:extLst>
              <a:ext uri="{FF2B5EF4-FFF2-40B4-BE49-F238E27FC236}">
                <a16:creationId xmlns:a16="http://schemas.microsoft.com/office/drawing/2014/main" id="{E6471634-85D7-D1A0-4120-C2A14755FF33}"/>
              </a:ext>
            </a:extLst>
          </p:cNvPr>
          <p:cNvSpPr txBox="1">
            <a:spLocks/>
          </p:cNvSpPr>
          <p:nvPr/>
        </p:nvSpPr>
        <p:spPr>
          <a:xfrm>
            <a:off x="602981" y="1463992"/>
            <a:ext cx="731520" cy="548640"/>
          </a:xfrm>
          <a:prstGeom prst="flowChartInputOutput">
            <a:avLst/>
          </a:prstGeom>
          <a:solidFill>
            <a:schemeClr val="tx2"/>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a:t>
            </a:r>
          </a:p>
        </p:txBody>
      </p:sp>
    </p:spTree>
    <p:custDataLst>
      <p:tags r:id="rId1"/>
    </p:custDataLst>
    <p:extLst>
      <p:ext uri="{BB962C8B-B14F-4D97-AF65-F5344CB8AC3E}">
        <p14:creationId xmlns:p14="http://schemas.microsoft.com/office/powerpoint/2010/main" val="449701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95826" y="-4373935"/>
            <a:ext cx="5276579"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en-US" sz="1000" b="0" i="0" u="none" strike="noStrike" cap="none" normalizeH="0" baseline="0">
                <a:ln>
                  <a:noFill/>
                </a:ln>
                <a:solidFill>
                  <a:schemeClr val="tx1"/>
                </a:solidFill>
                <a:effectLst/>
                <a:latin typeface="Segoe UI" panose="020B0502040204020203" pitchFamily="34" charset="0"/>
                <a:cs typeface="Segoe UI" panose="020B0502040204020203" pitchFamily="34" charset="0"/>
              </a:rPr>
              <a:t>The client is grappling with a major issue of high customer churn rates, which are undermining their revenue and escalating the costs of acquiring new customers. Their current retention strategies are mostly reactive and fail to utilize advanced predictive analytics to proactively identify customers at risk of leaving. Consequently, the client struggles to allocate resources efficiently or implement targeted retention campaigns that cater to the specific needs and pain points of individual customers. Additionally, there is a limited understanding of the primary factors driving churn—whether it's due to service quality, pricing, customer experience, or competitor offerings—making it challenging to develop effective strategies to reduce churn.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 name="TextBox 4"/>
          <p:cNvSpPr txBox="1"/>
          <p:nvPr/>
        </p:nvSpPr>
        <p:spPr>
          <a:xfrm>
            <a:off x="381000" y="609982"/>
            <a:ext cx="5259405" cy="597138"/>
          </a:xfrm>
          <a:prstGeom prst="rect">
            <a:avLst/>
          </a:prstGeom>
          <a:noFill/>
        </p:spPr>
        <p:txBody>
          <a:bodyPr wrap="none" lIns="90000" tIns="90000" rIns="90000" bIns="90000" rtlCol="0">
            <a:noAutofit/>
          </a:bodyPr>
          <a:lstStyle/>
          <a:p>
            <a:pPr algn="l"/>
            <a:r>
              <a:rPr lang="en-US" b="1" dirty="0">
                <a:solidFill>
                  <a:schemeClr val="bg2"/>
                </a:solidFill>
              </a:rPr>
              <a:t>PROBLEM STATEMENT</a:t>
            </a:r>
            <a:endParaRPr lang="en-IN" b="1" dirty="0">
              <a:solidFill>
                <a:schemeClr val="bg2"/>
              </a:solidFill>
            </a:endParaRPr>
          </a:p>
        </p:txBody>
      </p:sp>
      <p:graphicFrame>
        <p:nvGraphicFramePr>
          <p:cNvPr id="6" name="Table 5">
            <a:extLst>
              <a:ext uri="{FF2B5EF4-FFF2-40B4-BE49-F238E27FC236}">
                <a16:creationId xmlns:a16="http://schemas.microsoft.com/office/drawing/2014/main" id="{B177F202-EDA4-F9CC-10CB-884AE6932045}"/>
              </a:ext>
            </a:extLst>
          </p:cNvPr>
          <p:cNvGraphicFramePr>
            <a:graphicFrameLocks noGrp="1"/>
          </p:cNvGraphicFramePr>
          <p:nvPr>
            <p:extLst>
              <p:ext uri="{D42A27DB-BD31-4B8C-83A1-F6EECF244321}">
                <p14:modId xmlns:p14="http://schemas.microsoft.com/office/powerpoint/2010/main" val="2615915440"/>
              </p:ext>
            </p:extLst>
          </p:nvPr>
        </p:nvGraphicFramePr>
        <p:xfrm>
          <a:off x="462013" y="1039528"/>
          <a:ext cx="11030551" cy="5457725"/>
        </p:xfrm>
        <a:graphic>
          <a:graphicData uri="http://schemas.openxmlformats.org/drawingml/2006/table">
            <a:tbl>
              <a:tblPr/>
              <a:tblGrid>
                <a:gridCol w="11030551">
                  <a:extLst>
                    <a:ext uri="{9D8B030D-6E8A-4147-A177-3AD203B41FA5}">
                      <a16:colId xmlns:a16="http://schemas.microsoft.com/office/drawing/2014/main" val="2941052383"/>
                    </a:ext>
                  </a:extLst>
                </a:gridCol>
              </a:tblGrid>
              <a:tr h="3659706">
                <a:tc>
                  <a:txBody>
                    <a:bodyPr/>
                    <a:lstStyle/>
                    <a:p>
                      <a:pPr marL="0" marR="0" lvl="0" indent="0" algn="just" defTabSz="914400" rtl="0" eaLnBrk="1" fontAlgn="b" latinLnBrk="0" hangingPunct="1">
                        <a:lnSpc>
                          <a:spcPct val="150000"/>
                        </a:lnSpc>
                        <a:spcBef>
                          <a:spcPts val="0"/>
                        </a:spcBef>
                        <a:spcAft>
                          <a:spcPts val="0"/>
                        </a:spcAft>
                        <a:buClrTx/>
                        <a:buSzTx/>
                        <a:buFontTx/>
                        <a:buNone/>
                        <a:tabLst/>
                        <a:defRPr/>
                      </a:pPr>
                      <a:endParaRPr lang="en-GB" sz="1800" kern="1200" dirty="0">
                        <a:solidFill>
                          <a:srgbClr val="3C287D"/>
                        </a:solidFill>
                        <a:effectLst/>
                        <a:latin typeface="+mn-lt"/>
                        <a:ea typeface="+mn-ea"/>
                        <a:cs typeface="+mn-cs"/>
                      </a:endParaRPr>
                    </a:p>
                    <a:p>
                      <a:pPr marL="0" marR="0" lvl="0" indent="0" algn="just" defTabSz="914400" rtl="0" eaLnBrk="1" fontAlgn="b" latinLnBrk="0" hangingPunct="1">
                        <a:lnSpc>
                          <a:spcPct val="150000"/>
                        </a:lnSpc>
                        <a:spcBef>
                          <a:spcPts val="0"/>
                        </a:spcBef>
                        <a:spcAft>
                          <a:spcPts val="0"/>
                        </a:spcAft>
                        <a:buClrTx/>
                        <a:buSzTx/>
                        <a:buFontTx/>
                        <a:buNone/>
                        <a:tabLst/>
                        <a:defRPr/>
                      </a:pPr>
                      <a:r>
                        <a:rPr lang="en-GB" sz="1800" kern="1200" dirty="0">
                          <a:solidFill>
                            <a:srgbClr val="3C287D"/>
                          </a:solidFill>
                          <a:effectLst/>
                          <a:latin typeface="+mn-lt"/>
                          <a:ea typeface="+mn-ea"/>
                          <a:cs typeface="+mn-cs"/>
                        </a:rPr>
                        <a:t>NFX</a:t>
                      </a:r>
                      <a:r>
                        <a:rPr lang="en-IN" sz="1800" kern="1200" dirty="0">
                          <a:solidFill>
                            <a:srgbClr val="3C287D"/>
                          </a:solidFill>
                          <a:effectLst/>
                          <a:latin typeface="+mn-lt"/>
                          <a:ea typeface="+mn-ea"/>
                          <a:cs typeface="+mn-cs"/>
                        </a:rPr>
                        <a:t> is a digital-first professional service business serving a variety of customers across different geographies and services &amp; tiers. Over time, NFX has seen fluctuating engagement levels across its customer base, and they want to understand how user behaviour changes after onboarding, which services / location are most effective, and how retention varies across cohorts.</a:t>
                      </a:r>
                    </a:p>
                    <a:p>
                      <a:pPr algn="just" fontAlgn="b">
                        <a:lnSpc>
                          <a:spcPct val="150000"/>
                        </a:lnSpc>
                      </a:pPr>
                      <a:endParaRPr lang="en-US" sz="1800" b="0" i="0" u="none" strike="noStrike" dirty="0">
                        <a:solidFill>
                          <a:srgbClr val="3C287D"/>
                        </a:solidFill>
                        <a:effectLst/>
                        <a:latin typeface="Roboto" panose="02000000000000000000" pitchFamily="2" charset="0"/>
                        <a:ea typeface="Roboto" panose="02000000000000000000" pitchFamily="2" charset="0"/>
                        <a:cs typeface="Roboto" panose="02000000000000000000" pitchFamily="2" charset="0"/>
                      </a:endParaRPr>
                    </a:p>
                    <a:p>
                      <a:r>
                        <a:rPr lang="en-IN" sz="1800" kern="1200" dirty="0">
                          <a:solidFill>
                            <a:srgbClr val="3C287D"/>
                          </a:solidFill>
                          <a:effectLst/>
                          <a:latin typeface="+mn-lt"/>
                          <a:ea typeface="+mn-ea"/>
                          <a:cs typeface="+mn-cs"/>
                        </a:rPr>
                        <a:t>Despite a steady influx of new users, overall platform engagement and repeat usage seem inconsistent.</a:t>
                      </a:r>
                    </a:p>
                    <a:p>
                      <a:r>
                        <a:rPr lang="en-IN" sz="1800" kern="1200" dirty="0">
                          <a:solidFill>
                            <a:srgbClr val="3C287D"/>
                          </a:solidFill>
                          <a:effectLst/>
                          <a:latin typeface="+mn-lt"/>
                          <a:ea typeface="+mn-ea"/>
                          <a:cs typeface="+mn-cs"/>
                        </a:rPr>
                        <a:t>The business lacks visibility into:</a:t>
                      </a:r>
                    </a:p>
                    <a:p>
                      <a:endParaRPr lang="en-IN" sz="1800" kern="1200" dirty="0">
                        <a:solidFill>
                          <a:srgbClr val="3C287D"/>
                        </a:solidFill>
                        <a:effectLst/>
                        <a:latin typeface="+mn-lt"/>
                        <a:ea typeface="+mn-ea"/>
                        <a:cs typeface="+mn-cs"/>
                      </a:endParaRPr>
                    </a:p>
                    <a:p>
                      <a:pPr marL="285750" lvl="0" indent="-285750">
                        <a:buFont typeface="Arial" panose="020B0604020202020204" pitchFamily="34" charset="0"/>
                        <a:buChar char="•"/>
                      </a:pPr>
                      <a:r>
                        <a:rPr lang="en-IN" sz="1800" kern="1200" dirty="0">
                          <a:solidFill>
                            <a:srgbClr val="3C287D"/>
                          </a:solidFill>
                          <a:effectLst/>
                          <a:latin typeface="+mn-lt"/>
                          <a:ea typeface="+mn-ea"/>
                          <a:cs typeface="+mn-cs"/>
                        </a:rPr>
                        <a:t>Which customer segments are most loyal?</a:t>
                      </a:r>
                    </a:p>
                    <a:p>
                      <a:pPr marL="285750" lvl="0" indent="-285750">
                        <a:buFont typeface="Arial" panose="020B0604020202020204" pitchFamily="34" charset="0"/>
                        <a:buChar char="•"/>
                      </a:pPr>
                      <a:r>
                        <a:rPr lang="en-IN" sz="1800" kern="1200" dirty="0">
                          <a:solidFill>
                            <a:srgbClr val="3C287D"/>
                          </a:solidFill>
                          <a:effectLst/>
                          <a:latin typeface="+mn-lt"/>
                          <a:ea typeface="+mn-ea"/>
                          <a:cs typeface="+mn-cs"/>
                        </a:rPr>
                        <a:t>What is the typical customer lifecycle?</a:t>
                      </a:r>
                    </a:p>
                    <a:p>
                      <a:pPr marL="285750" lvl="0" indent="-285750">
                        <a:buFont typeface="Arial" panose="020B0604020202020204" pitchFamily="34" charset="0"/>
                        <a:buChar char="•"/>
                      </a:pPr>
                      <a:r>
                        <a:rPr lang="en-IN" sz="1800" kern="1200" dirty="0">
                          <a:solidFill>
                            <a:srgbClr val="3C287D"/>
                          </a:solidFill>
                          <a:effectLst/>
                          <a:latin typeface="+mn-lt"/>
                          <a:ea typeface="+mn-ea"/>
                          <a:cs typeface="+mn-cs"/>
                        </a:rPr>
                        <a:t>Which acquisition entities are driving long-term value?</a:t>
                      </a:r>
                    </a:p>
                  </a:txBody>
                  <a:tcPr marL="9525" marR="9525" marT="9525" anchor="b">
                    <a:lnL>
                      <a:noFill/>
                    </a:lnL>
                    <a:lnR>
                      <a:noFill/>
                    </a:lnR>
                    <a:lnT>
                      <a:noFill/>
                    </a:lnT>
                    <a:lnB>
                      <a:noFill/>
                    </a:lnB>
                    <a:noFill/>
                  </a:tcPr>
                </a:tc>
                <a:extLst>
                  <a:ext uri="{0D108BD9-81ED-4DB2-BD59-A6C34878D82A}">
                    <a16:rowId xmlns:a16="http://schemas.microsoft.com/office/drawing/2014/main" val="2117863559"/>
                  </a:ext>
                </a:extLst>
              </a:tr>
              <a:tr h="1287680">
                <a:tc>
                  <a:txBody>
                    <a:bodyPr/>
                    <a:lstStyle/>
                    <a:p>
                      <a:pPr algn="just" fontAlgn="b">
                        <a:lnSpc>
                          <a:spcPct val="150000"/>
                        </a:lnSpc>
                      </a:pPr>
                      <a:endParaRPr lang="en-US" sz="2000" b="0" i="0" u="none" strike="noStrike" dirty="0">
                        <a:solidFill>
                          <a:srgbClr val="3C287D"/>
                        </a:solidFill>
                        <a:effectLst/>
                        <a:latin typeface="Roboto" panose="02000000000000000000" pitchFamily="2" charset="0"/>
                        <a:ea typeface="Roboto" panose="02000000000000000000" pitchFamily="2" charset="0"/>
                        <a:cs typeface="Roboto" panose="02000000000000000000" pitchFamily="2" charset="0"/>
                      </a:endParaRPr>
                    </a:p>
                  </a:txBody>
                  <a:tcPr marL="9525" marR="9525" marT="9525" anchor="b">
                    <a:lnL>
                      <a:noFill/>
                    </a:lnL>
                    <a:lnR>
                      <a:noFill/>
                    </a:lnR>
                    <a:lnT>
                      <a:noFill/>
                    </a:lnT>
                    <a:lnB>
                      <a:noFill/>
                    </a:lnB>
                    <a:noFill/>
                  </a:tcPr>
                </a:tc>
                <a:extLst>
                  <a:ext uri="{0D108BD9-81ED-4DB2-BD59-A6C34878D82A}">
                    <a16:rowId xmlns:a16="http://schemas.microsoft.com/office/drawing/2014/main" val="2708192470"/>
                  </a:ext>
                </a:extLst>
              </a:tr>
            </a:tbl>
          </a:graphicData>
        </a:graphic>
      </p:graphicFrame>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CC797-9AE7-2162-E23A-C8351233A38E}"/>
            </a:ext>
          </a:extLst>
        </p:cNvPr>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9479E6E9-840B-677A-B188-3F6DF27A934D}"/>
              </a:ext>
            </a:extLst>
          </p:cNvPr>
          <p:cNvSpPr>
            <a:spLocks noGrp="1"/>
          </p:cNvSpPr>
          <p:nvPr>
            <p:ph idx="15"/>
          </p:nvPr>
        </p:nvSpPr>
        <p:spPr>
          <a:xfrm>
            <a:off x="467628" y="1555432"/>
            <a:ext cx="11430000" cy="365760"/>
          </a:xfrm>
        </p:spPr>
        <p:txBody>
          <a:bodyPr/>
          <a:lstStyle/>
          <a:p>
            <a:r>
              <a:rPr lang="en-US" dirty="0"/>
              <a:t>Problem Statement</a:t>
            </a:r>
          </a:p>
        </p:txBody>
      </p:sp>
      <p:sp>
        <p:nvSpPr>
          <p:cNvPr id="20" name="Content Placeholder 19">
            <a:extLst>
              <a:ext uri="{FF2B5EF4-FFF2-40B4-BE49-F238E27FC236}">
                <a16:creationId xmlns:a16="http://schemas.microsoft.com/office/drawing/2014/main" id="{3051C799-44C5-2DF5-C6A8-3582C00A40BB}"/>
              </a:ext>
            </a:extLst>
          </p:cNvPr>
          <p:cNvSpPr>
            <a:spLocks noGrp="1"/>
          </p:cNvSpPr>
          <p:nvPr>
            <p:ph idx="16"/>
          </p:nvPr>
        </p:nvSpPr>
        <p:spPr/>
        <p:txBody>
          <a:bodyPr/>
          <a:lstStyle/>
          <a:p>
            <a:r>
              <a:rPr lang="en-US" dirty="0"/>
              <a:t>Expected Deliverables</a:t>
            </a:r>
          </a:p>
        </p:txBody>
      </p:sp>
      <p:sp>
        <p:nvSpPr>
          <p:cNvPr id="21" name="Text Placeholder 20">
            <a:extLst>
              <a:ext uri="{FF2B5EF4-FFF2-40B4-BE49-F238E27FC236}">
                <a16:creationId xmlns:a16="http://schemas.microsoft.com/office/drawing/2014/main" id="{F4B8265E-0A74-7D30-3CC9-A08E791F0544}"/>
              </a:ext>
            </a:extLst>
          </p:cNvPr>
          <p:cNvSpPr>
            <a:spLocks noGrp="1"/>
          </p:cNvSpPr>
          <p:nvPr>
            <p:ph type="body" sz="quarter" idx="17"/>
          </p:nvPr>
        </p:nvSpPr>
        <p:spPr/>
        <p:txBody>
          <a:bodyPr/>
          <a:lstStyle/>
          <a:p>
            <a:r>
              <a:rPr lang="en-US" dirty="0"/>
              <a:t>2</a:t>
            </a:r>
          </a:p>
        </p:txBody>
      </p:sp>
      <p:sp>
        <p:nvSpPr>
          <p:cNvPr id="24" name="Content Placeholder 23">
            <a:extLst>
              <a:ext uri="{FF2B5EF4-FFF2-40B4-BE49-F238E27FC236}">
                <a16:creationId xmlns:a16="http://schemas.microsoft.com/office/drawing/2014/main" id="{2CCD044F-501C-4392-FDEC-D124953E12D8}"/>
              </a:ext>
            </a:extLst>
          </p:cNvPr>
          <p:cNvSpPr>
            <a:spLocks noGrp="1"/>
          </p:cNvSpPr>
          <p:nvPr>
            <p:ph idx="22"/>
          </p:nvPr>
        </p:nvSpPr>
        <p:spPr/>
        <p:txBody>
          <a:bodyPr/>
          <a:lstStyle/>
          <a:p>
            <a:r>
              <a:rPr lang="en-US" dirty="0"/>
              <a:t>Data Understanding</a:t>
            </a:r>
          </a:p>
        </p:txBody>
      </p:sp>
      <p:sp>
        <p:nvSpPr>
          <p:cNvPr id="22" name="Text Placeholder 21">
            <a:extLst>
              <a:ext uri="{FF2B5EF4-FFF2-40B4-BE49-F238E27FC236}">
                <a16:creationId xmlns:a16="http://schemas.microsoft.com/office/drawing/2014/main" id="{4D302752-553D-1E11-90CF-51B8953F0B46}"/>
              </a:ext>
            </a:extLst>
          </p:cNvPr>
          <p:cNvSpPr>
            <a:spLocks noGrp="1"/>
          </p:cNvSpPr>
          <p:nvPr>
            <p:ph type="body" sz="quarter" idx="19"/>
          </p:nvPr>
        </p:nvSpPr>
        <p:spPr/>
        <p:txBody>
          <a:bodyPr/>
          <a:lstStyle/>
          <a:p>
            <a:r>
              <a:rPr lang="en-US" dirty="0"/>
              <a:t>3</a:t>
            </a:r>
          </a:p>
        </p:txBody>
      </p:sp>
      <p:sp>
        <p:nvSpPr>
          <p:cNvPr id="25" name="Content Placeholder 24">
            <a:extLst>
              <a:ext uri="{FF2B5EF4-FFF2-40B4-BE49-F238E27FC236}">
                <a16:creationId xmlns:a16="http://schemas.microsoft.com/office/drawing/2014/main" id="{715962EB-41CD-290E-6F43-B80B2ACA5438}"/>
              </a:ext>
            </a:extLst>
          </p:cNvPr>
          <p:cNvSpPr>
            <a:spLocks noGrp="1"/>
          </p:cNvSpPr>
          <p:nvPr>
            <p:ph idx="23"/>
          </p:nvPr>
        </p:nvSpPr>
        <p:spPr/>
        <p:txBody>
          <a:bodyPr/>
          <a:lstStyle/>
          <a:p>
            <a:r>
              <a:rPr lang="en-US" dirty="0"/>
              <a:t>Mock-ups of Dashboard</a:t>
            </a:r>
          </a:p>
        </p:txBody>
      </p:sp>
      <p:sp>
        <p:nvSpPr>
          <p:cNvPr id="23" name="Text Placeholder 22">
            <a:extLst>
              <a:ext uri="{FF2B5EF4-FFF2-40B4-BE49-F238E27FC236}">
                <a16:creationId xmlns:a16="http://schemas.microsoft.com/office/drawing/2014/main" id="{ADC1BA41-F4CB-1449-05D9-62E8A238296D}"/>
              </a:ext>
            </a:extLst>
          </p:cNvPr>
          <p:cNvSpPr>
            <a:spLocks noGrp="1"/>
          </p:cNvSpPr>
          <p:nvPr>
            <p:ph type="body" sz="quarter" idx="21"/>
          </p:nvPr>
        </p:nvSpPr>
        <p:spPr>
          <a:solidFill>
            <a:schemeClr val="bg1">
              <a:lumMod val="85000"/>
            </a:schemeClr>
          </a:solidFill>
        </p:spPr>
        <p:txBody>
          <a:bodyPr/>
          <a:lstStyle/>
          <a:p>
            <a:r>
              <a:rPr lang="en-US" dirty="0"/>
              <a:t>4</a:t>
            </a:r>
          </a:p>
        </p:txBody>
      </p:sp>
      <p:sp>
        <p:nvSpPr>
          <p:cNvPr id="17" name="Title 16">
            <a:extLst>
              <a:ext uri="{FF2B5EF4-FFF2-40B4-BE49-F238E27FC236}">
                <a16:creationId xmlns:a16="http://schemas.microsoft.com/office/drawing/2014/main" id="{5802454F-9B19-C38D-A1B0-B64815DBEB07}"/>
              </a:ext>
            </a:extLst>
          </p:cNvPr>
          <p:cNvSpPr>
            <a:spLocks noGrp="1"/>
          </p:cNvSpPr>
          <p:nvPr>
            <p:ph type="title"/>
          </p:nvPr>
        </p:nvSpPr>
        <p:spPr/>
        <p:txBody>
          <a:bodyPr/>
          <a:lstStyle/>
          <a:p>
            <a:r>
              <a:rPr lang="en-US" dirty="0"/>
              <a:t>Agenda</a:t>
            </a:r>
          </a:p>
        </p:txBody>
      </p:sp>
      <p:sp>
        <p:nvSpPr>
          <p:cNvPr id="26" name="Content Placeholder 25">
            <a:extLst>
              <a:ext uri="{FF2B5EF4-FFF2-40B4-BE49-F238E27FC236}">
                <a16:creationId xmlns:a16="http://schemas.microsoft.com/office/drawing/2014/main" id="{A9A4A3C4-C2D0-A923-70FD-17906A833BEA}"/>
              </a:ext>
            </a:extLst>
          </p:cNvPr>
          <p:cNvSpPr>
            <a:spLocks noGrp="1"/>
          </p:cNvSpPr>
          <p:nvPr>
            <p:ph idx="24"/>
          </p:nvPr>
        </p:nvSpPr>
        <p:spPr/>
        <p:txBody>
          <a:bodyPr/>
          <a:lstStyle/>
          <a:p>
            <a:r>
              <a:rPr lang="en-US" dirty="0"/>
              <a:t>Insights and Recommendations</a:t>
            </a:r>
          </a:p>
        </p:txBody>
      </p:sp>
      <p:sp>
        <p:nvSpPr>
          <p:cNvPr id="27" name="Text Placeholder 26">
            <a:extLst>
              <a:ext uri="{FF2B5EF4-FFF2-40B4-BE49-F238E27FC236}">
                <a16:creationId xmlns:a16="http://schemas.microsoft.com/office/drawing/2014/main" id="{6D30D2E8-703E-8076-5B3C-A27060C8B327}"/>
              </a:ext>
            </a:extLst>
          </p:cNvPr>
          <p:cNvSpPr>
            <a:spLocks noGrp="1"/>
          </p:cNvSpPr>
          <p:nvPr>
            <p:ph type="body" sz="quarter" idx="25"/>
          </p:nvPr>
        </p:nvSpPr>
        <p:spPr/>
        <p:txBody>
          <a:bodyPr/>
          <a:lstStyle/>
          <a:p>
            <a:r>
              <a:rPr lang="en-US" dirty="0"/>
              <a:t>5</a:t>
            </a:r>
          </a:p>
        </p:txBody>
      </p:sp>
      <p:sp>
        <p:nvSpPr>
          <p:cNvPr id="2" name="Text Placeholder 17">
            <a:extLst>
              <a:ext uri="{FF2B5EF4-FFF2-40B4-BE49-F238E27FC236}">
                <a16:creationId xmlns:a16="http://schemas.microsoft.com/office/drawing/2014/main" id="{7C200B4E-7975-321E-1914-6E155492CAEA}"/>
              </a:ext>
            </a:extLst>
          </p:cNvPr>
          <p:cNvSpPr txBox="1">
            <a:spLocks/>
          </p:cNvSpPr>
          <p:nvPr/>
        </p:nvSpPr>
        <p:spPr>
          <a:xfrm>
            <a:off x="587106" y="2186839"/>
            <a:ext cx="731520" cy="548640"/>
          </a:xfrm>
          <a:prstGeom prst="flowChartInputOutput">
            <a:avLst/>
          </a:prstGeom>
          <a:solidFill>
            <a:schemeClr val="tx2"/>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2</a:t>
            </a:r>
          </a:p>
        </p:txBody>
      </p:sp>
      <p:sp>
        <p:nvSpPr>
          <p:cNvPr id="5" name="Text Placeholder 21">
            <a:extLst>
              <a:ext uri="{FF2B5EF4-FFF2-40B4-BE49-F238E27FC236}">
                <a16:creationId xmlns:a16="http://schemas.microsoft.com/office/drawing/2014/main" id="{E5D8EE52-8F77-0758-D4F8-E0B6DEDB9F60}"/>
              </a:ext>
            </a:extLst>
          </p:cNvPr>
          <p:cNvSpPr txBox="1">
            <a:spLocks/>
          </p:cNvSpPr>
          <p:nvPr/>
        </p:nvSpPr>
        <p:spPr>
          <a:xfrm>
            <a:off x="602981" y="1463992"/>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a:t>
            </a:r>
          </a:p>
        </p:txBody>
      </p:sp>
    </p:spTree>
    <p:custDataLst>
      <p:tags r:id="rId1"/>
    </p:custDataLst>
    <p:extLst>
      <p:ext uri="{BB962C8B-B14F-4D97-AF65-F5344CB8AC3E}">
        <p14:creationId xmlns:p14="http://schemas.microsoft.com/office/powerpoint/2010/main" val="25494212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Expected Deliverables</a:t>
            </a:r>
            <a:endParaRPr lang="en-IN" dirty="0"/>
          </a:p>
        </p:txBody>
      </p:sp>
      <p:sp>
        <p:nvSpPr>
          <p:cNvPr id="3" name="TextBox 2">
            <a:extLst>
              <a:ext uri="{FF2B5EF4-FFF2-40B4-BE49-F238E27FC236}">
                <a16:creationId xmlns:a16="http://schemas.microsoft.com/office/drawing/2014/main" id="{77389FEF-F8C3-F73F-6894-928832138EDD}"/>
              </a:ext>
            </a:extLst>
          </p:cNvPr>
          <p:cNvSpPr txBox="1"/>
          <p:nvPr/>
        </p:nvSpPr>
        <p:spPr>
          <a:xfrm>
            <a:off x="7392201" y="3280405"/>
            <a:ext cx="5852160" cy="2030930"/>
          </a:xfrm>
          <a:prstGeom prst="rect">
            <a:avLst/>
          </a:prstGeom>
          <a:noFill/>
        </p:spPr>
        <p:txBody>
          <a:bodyPr wrap="none" lIns="90000" tIns="90000" rIns="90000" bIns="90000" rtlCol="0">
            <a:noAutofit/>
          </a:bodyPr>
          <a:lstStyle/>
          <a:p>
            <a:pPr marL="285750" indent="-285750" algn="l">
              <a:buFont typeface="Arial" panose="020B0604020202020204" pitchFamily="34" charset="0"/>
              <a:buChar char="•"/>
            </a:pPr>
            <a:r>
              <a:rPr lang="en-US" sz="1600" dirty="0">
                <a:solidFill>
                  <a:schemeClr val="bg2"/>
                </a:solidFill>
              </a:rPr>
              <a:t>IV. Operational Efficiency</a:t>
            </a:r>
          </a:p>
          <a:p>
            <a:pPr marL="285750" indent="-285750" algn="l">
              <a:buFont typeface="Arial" panose="020B0604020202020204" pitchFamily="34" charset="0"/>
              <a:buChar char="•"/>
            </a:pPr>
            <a:endParaRPr lang="en-US" sz="1600" dirty="0">
              <a:solidFill>
                <a:schemeClr val="bg2"/>
              </a:solidFill>
            </a:endParaRPr>
          </a:p>
          <a:p>
            <a:pPr marL="285750" indent="-285750" algn="l">
              <a:buFont typeface="Arial" panose="020B0604020202020204" pitchFamily="34" charset="0"/>
              <a:buChar char="•"/>
            </a:pPr>
            <a:r>
              <a:rPr lang="en-US" sz="1600" dirty="0">
                <a:solidFill>
                  <a:schemeClr val="bg2"/>
                </a:solidFill>
              </a:rPr>
              <a:t>a. Average hours per task</a:t>
            </a:r>
          </a:p>
          <a:p>
            <a:pPr marL="285750" indent="-285750" algn="l">
              <a:buFont typeface="Arial" panose="020B0604020202020204" pitchFamily="34" charset="0"/>
              <a:buChar char="•"/>
            </a:pPr>
            <a:r>
              <a:rPr lang="en-US" sz="1600" dirty="0">
                <a:solidFill>
                  <a:schemeClr val="bg2"/>
                </a:solidFill>
              </a:rPr>
              <a:t>b. Allocation vs Actual logged discrepancies</a:t>
            </a:r>
          </a:p>
          <a:p>
            <a:pPr marL="285750" indent="-285750" algn="l">
              <a:buFont typeface="Arial" panose="020B0604020202020204" pitchFamily="34" charset="0"/>
              <a:buChar char="•"/>
            </a:pPr>
            <a:r>
              <a:rPr lang="en-US" sz="1600" dirty="0">
                <a:solidFill>
                  <a:schemeClr val="bg2"/>
                </a:solidFill>
              </a:rPr>
              <a:t>c. Under or Over utilized resources</a:t>
            </a:r>
          </a:p>
          <a:p>
            <a:pPr algn="l"/>
            <a:endParaRPr lang="en-IN" sz="1200" dirty="0">
              <a:solidFill>
                <a:schemeClr val="bg2"/>
              </a:solidFill>
            </a:endParaRPr>
          </a:p>
        </p:txBody>
      </p:sp>
      <p:sp>
        <p:nvSpPr>
          <p:cNvPr id="4" name="TextBox 3">
            <a:extLst>
              <a:ext uri="{FF2B5EF4-FFF2-40B4-BE49-F238E27FC236}">
                <a16:creationId xmlns:a16="http://schemas.microsoft.com/office/drawing/2014/main" id="{B853A162-66B4-B782-D823-CF52EE95EE85}"/>
              </a:ext>
            </a:extLst>
          </p:cNvPr>
          <p:cNvSpPr txBox="1"/>
          <p:nvPr/>
        </p:nvSpPr>
        <p:spPr>
          <a:xfrm>
            <a:off x="7382575" y="1533420"/>
            <a:ext cx="3859732" cy="1895580"/>
          </a:xfrm>
          <a:prstGeom prst="rect">
            <a:avLst/>
          </a:prstGeom>
          <a:noFill/>
        </p:spPr>
        <p:txBody>
          <a:bodyPr wrap="none" lIns="90000" tIns="90000" rIns="90000" bIns="90000" rtlCol="0">
            <a:noAutofit/>
          </a:bodyPr>
          <a:lstStyle/>
          <a:p>
            <a:pPr marL="285750" indent="-285750" algn="l">
              <a:buFont typeface="Arial" panose="020B0604020202020204" pitchFamily="34" charset="0"/>
              <a:buChar char="•"/>
            </a:pPr>
            <a:r>
              <a:rPr lang="en-US" sz="1600" dirty="0">
                <a:solidFill>
                  <a:schemeClr val="bg2"/>
                </a:solidFill>
              </a:rPr>
              <a:t>III. Financial performance</a:t>
            </a:r>
          </a:p>
          <a:p>
            <a:pPr marL="285750" indent="-285750" algn="l">
              <a:buFont typeface="Arial" panose="020B0604020202020204" pitchFamily="34" charset="0"/>
              <a:buChar char="•"/>
            </a:pPr>
            <a:endParaRPr lang="en-US" sz="1600" dirty="0">
              <a:solidFill>
                <a:schemeClr val="bg2"/>
              </a:solidFill>
            </a:endParaRPr>
          </a:p>
          <a:p>
            <a:pPr marL="285750" indent="-285750" algn="l">
              <a:buFont typeface="Arial" panose="020B0604020202020204" pitchFamily="34" charset="0"/>
              <a:buChar char="•"/>
            </a:pPr>
            <a:r>
              <a:rPr lang="en-US" sz="1600" dirty="0">
                <a:solidFill>
                  <a:schemeClr val="bg2"/>
                </a:solidFill>
              </a:rPr>
              <a:t>a. Budgeted vs Actual hours and cost</a:t>
            </a:r>
          </a:p>
          <a:p>
            <a:pPr marL="285750" indent="-285750" algn="l">
              <a:buFont typeface="Arial" panose="020B0604020202020204" pitchFamily="34" charset="0"/>
              <a:buChar char="•"/>
            </a:pPr>
            <a:r>
              <a:rPr lang="en-US" sz="1600" dirty="0">
                <a:solidFill>
                  <a:schemeClr val="bg2"/>
                </a:solidFill>
              </a:rPr>
              <a:t>b. Overrun %</a:t>
            </a:r>
          </a:p>
          <a:p>
            <a:pPr marL="285750" indent="-285750" algn="l">
              <a:buFont typeface="Arial" panose="020B0604020202020204" pitchFamily="34" charset="0"/>
              <a:buChar char="•"/>
            </a:pPr>
            <a:r>
              <a:rPr lang="en-US" sz="1600" dirty="0">
                <a:solidFill>
                  <a:schemeClr val="bg2"/>
                </a:solidFill>
              </a:rPr>
              <a:t>c. Cost per task and employee</a:t>
            </a:r>
          </a:p>
          <a:p>
            <a:pPr marL="285750" indent="-285750" algn="l">
              <a:buFont typeface="Arial" panose="020B0604020202020204" pitchFamily="34" charset="0"/>
              <a:buChar char="•"/>
            </a:pPr>
            <a:endParaRPr lang="en-IN" sz="1600" dirty="0">
              <a:solidFill>
                <a:schemeClr val="bg2"/>
              </a:solidFill>
            </a:endParaRPr>
          </a:p>
        </p:txBody>
      </p:sp>
      <p:sp>
        <p:nvSpPr>
          <p:cNvPr id="6" name="TextBox 5">
            <a:extLst>
              <a:ext uri="{FF2B5EF4-FFF2-40B4-BE49-F238E27FC236}">
                <a16:creationId xmlns:a16="http://schemas.microsoft.com/office/drawing/2014/main" id="{5E51D83E-2C3F-6ED5-354A-283DD326067E}"/>
              </a:ext>
            </a:extLst>
          </p:cNvPr>
          <p:cNvSpPr txBox="1"/>
          <p:nvPr/>
        </p:nvSpPr>
        <p:spPr>
          <a:xfrm>
            <a:off x="496503" y="1663660"/>
            <a:ext cx="3859732" cy="1616745"/>
          </a:xfrm>
          <a:prstGeom prst="rect">
            <a:avLst/>
          </a:prstGeom>
          <a:noFill/>
        </p:spPr>
        <p:txBody>
          <a:bodyPr wrap="none" lIns="90000" tIns="90000" rIns="90000" bIns="90000" rtlCol="0">
            <a:noAutofit/>
          </a:bodyPr>
          <a:lstStyle/>
          <a:p>
            <a:pPr marL="285750" indent="-285750" algn="l">
              <a:buFont typeface="Arial" panose="020B0604020202020204" pitchFamily="34" charset="0"/>
              <a:buChar char="•"/>
            </a:pPr>
            <a:r>
              <a:rPr lang="en-US" sz="1600" dirty="0">
                <a:solidFill>
                  <a:schemeClr val="bg2"/>
                </a:solidFill>
              </a:rPr>
              <a:t>I. Project performance     </a:t>
            </a:r>
          </a:p>
          <a:p>
            <a:pPr algn="l"/>
            <a:r>
              <a:rPr lang="en-US" sz="1600" dirty="0">
                <a:solidFill>
                  <a:schemeClr val="bg2"/>
                </a:solidFill>
              </a:rPr>
              <a:t>                                                                                                              </a:t>
            </a:r>
          </a:p>
          <a:p>
            <a:pPr marL="285750" indent="-285750" algn="l">
              <a:buFont typeface="Arial" panose="020B0604020202020204" pitchFamily="34" charset="0"/>
              <a:buChar char="•"/>
            </a:pPr>
            <a:r>
              <a:rPr lang="en-US" sz="1600" dirty="0">
                <a:solidFill>
                  <a:schemeClr val="bg2"/>
                </a:solidFill>
              </a:rPr>
              <a:t>a. Project Completion %</a:t>
            </a:r>
          </a:p>
          <a:p>
            <a:pPr marL="285750" indent="-285750" algn="l">
              <a:buFont typeface="Arial" panose="020B0604020202020204" pitchFamily="34" charset="0"/>
              <a:buChar char="•"/>
            </a:pPr>
            <a:r>
              <a:rPr lang="en-US" sz="1600" dirty="0">
                <a:solidFill>
                  <a:schemeClr val="bg2"/>
                </a:solidFill>
              </a:rPr>
              <a:t>b. Planned vs Actual Duration</a:t>
            </a:r>
          </a:p>
          <a:p>
            <a:pPr marL="285750" indent="-285750" algn="l">
              <a:buFont typeface="Arial" panose="020B0604020202020204" pitchFamily="34" charset="0"/>
              <a:buChar char="•"/>
            </a:pPr>
            <a:r>
              <a:rPr lang="en-US" sz="1600" dirty="0">
                <a:solidFill>
                  <a:schemeClr val="bg2"/>
                </a:solidFill>
              </a:rPr>
              <a:t>c. Project Delays</a:t>
            </a:r>
          </a:p>
          <a:p>
            <a:pPr marL="285750" indent="-285750" algn="l">
              <a:buFont typeface="Arial" panose="020B0604020202020204" pitchFamily="34" charset="0"/>
              <a:buChar char="•"/>
            </a:pPr>
            <a:endParaRPr lang="en-IN" sz="1600" dirty="0">
              <a:solidFill>
                <a:schemeClr val="bg2"/>
              </a:solidFill>
            </a:endParaRPr>
          </a:p>
        </p:txBody>
      </p:sp>
      <p:sp>
        <p:nvSpPr>
          <p:cNvPr id="9" name="TextBox 8">
            <a:extLst>
              <a:ext uri="{FF2B5EF4-FFF2-40B4-BE49-F238E27FC236}">
                <a16:creationId xmlns:a16="http://schemas.microsoft.com/office/drawing/2014/main" id="{24405387-FD76-3C76-11A0-499D78B59E77}"/>
              </a:ext>
            </a:extLst>
          </p:cNvPr>
          <p:cNvSpPr txBox="1"/>
          <p:nvPr/>
        </p:nvSpPr>
        <p:spPr>
          <a:xfrm>
            <a:off x="496502" y="3428999"/>
            <a:ext cx="5599498" cy="1476829"/>
          </a:xfrm>
          <a:prstGeom prst="rect">
            <a:avLst/>
          </a:prstGeom>
          <a:noFill/>
        </p:spPr>
        <p:txBody>
          <a:bodyPr wrap="none" lIns="90000" tIns="90000" rIns="90000" bIns="90000" rtlCol="0">
            <a:noAutofit/>
          </a:bodyPr>
          <a:lstStyle/>
          <a:p>
            <a:pPr marL="285750" indent="-285750" algn="l">
              <a:buFont typeface="Arial" panose="020B0604020202020204" pitchFamily="34" charset="0"/>
              <a:buChar char="•"/>
            </a:pPr>
            <a:r>
              <a:rPr lang="en-US" sz="1600" dirty="0">
                <a:solidFill>
                  <a:schemeClr val="bg2"/>
                </a:solidFill>
              </a:rPr>
              <a:t>II. Resource utilization</a:t>
            </a:r>
          </a:p>
          <a:p>
            <a:pPr marL="285750" indent="-285750" algn="l">
              <a:buFont typeface="Arial" panose="020B0604020202020204" pitchFamily="34" charset="0"/>
              <a:buChar char="•"/>
            </a:pPr>
            <a:endParaRPr lang="en-US" sz="1600" dirty="0">
              <a:solidFill>
                <a:schemeClr val="bg2"/>
              </a:solidFill>
            </a:endParaRPr>
          </a:p>
          <a:p>
            <a:pPr marL="285750" indent="-285750" algn="l">
              <a:buFont typeface="Arial" panose="020B0604020202020204" pitchFamily="34" charset="0"/>
              <a:buChar char="•"/>
            </a:pPr>
            <a:r>
              <a:rPr lang="en-US" sz="1600" dirty="0">
                <a:solidFill>
                  <a:schemeClr val="bg2"/>
                </a:solidFill>
              </a:rPr>
              <a:t>a. Utilization % (Actual Logged Hours / Allocated Hours)</a:t>
            </a:r>
          </a:p>
          <a:p>
            <a:pPr marL="285750" indent="-285750" algn="l">
              <a:buFont typeface="Arial" panose="020B0604020202020204" pitchFamily="34" charset="0"/>
              <a:buChar char="•"/>
            </a:pPr>
            <a:r>
              <a:rPr lang="en-US" sz="1600" dirty="0">
                <a:solidFill>
                  <a:schemeClr val="bg2"/>
                </a:solidFill>
              </a:rPr>
              <a:t>b. Billable vs Non-billable Time</a:t>
            </a:r>
          </a:p>
          <a:p>
            <a:pPr marL="285750" indent="-285750" algn="l">
              <a:buFont typeface="Arial" panose="020B0604020202020204" pitchFamily="34" charset="0"/>
              <a:buChar char="•"/>
            </a:pPr>
            <a:endParaRPr lang="en-IN" sz="1600" dirty="0">
              <a:solidFill>
                <a:schemeClr val="bg2"/>
              </a:solidFill>
            </a:endParaRP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37609-4606-10C8-4EB2-2353D4E42E50}"/>
            </a:ext>
          </a:extLst>
        </p:cNvPr>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DFC3F571-C4B6-C3EF-E643-F9286D0F9800}"/>
              </a:ext>
            </a:extLst>
          </p:cNvPr>
          <p:cNvSpPr>
            <a:spLocks noGrp="1"/>
          </p:cNvSpPr>
          <p:nvPr>
            <p:ph idx="15"/>
          </p:nvPr>
        </p:nvSpPr>
        <p:spPr>
          <a:xfrm>
            <a:off x="467628" y="1555432"/>
            <a:ext cx="11430000" cy="365760"/>
          </a:xfrm>
        </p:spPr>
        <p:txBody>
          <a:bodyPr/>
          <a:lstStyle/>
          <a:p>
            <a:r>
              <a:rPr lang="en-US" dirty="0"/>
              <a:t>Problem Statement</a:t>
            </a:r>
          </a:p>
        </p:txBody>
      </p:sp>
      <p:sp>
        <p:nvSpPr>
          <p:cNvPr id="20" name="Content Placeholder 19">
            <a:extLst>
              <a:ext uri="{FF2B5EF4-FFF2-40B4-BE49-F238E27FC236}">
                <a16:creationId xmlns:a16="http://schemas.microsoft.com/office/drawing/2014/main" id="{E617CE80-A557-AA5B-2B30-E3532908F6EA}"/>
              </a:ext>
            </a:extLst>
          </p:cNvPr>
          <p:cNvSpPr>
            <a:spLocks noGrp="1"/>
          </p:cNvSpPr>
          <p:nvPr>
            <p:ph idx="16"/>
          </p:nvPr>
        </p:nvSpPr>
        <p:spPr/>
        <p:txBody>
          <a:bodyPr/>
          <a:lstStyle/>
          <a:p>
            <a:r>
              <a:rPr lang="en-US" dirty="0"/>
              <a:t>Expected Deliverables</a:t>
            </a:r>
          </a:p>
        </p:txBody>
      </p:sp>
      <p:sp>
        <p:nvSpPr>
          <p:cNvPr id="21" name="Text Placeholder 20">
            <a:extLst>
              <a:ext uri="{FF2B5EF4-FFF2-40B4-BE49-F238E27FC236}">
                <a16:creationId xmlns:a16="http://schemas.microsoft.com/office/drawing/2014/main" id="{BFE82720-3D70-1A7F-3582-32E23B097FE0}"/>
              </a:ext>
            </a:extLst>
          </p:cNvPr>
          <p:cNvSpPr>
            <a:spLocks noGrp="1"/>
          </p:cNvSpPr>
          <p:nvPr>
            <p:ph type="body" sz="quarter" idx="17"/>
          </p:nvPr>
        </p:nvSpPr>
        <p:spPr/>
        <p:txBody>
          <a:bodyPr/>
          <a:lstStyle/>
          <a:p>
            <a:r>
              <a:rPr lang="en-US" dirty="0"/>
              <a:t>2</a:t>
            </a:r>
          </a:p>
        </p:txBody>
      </p:sp>
      <p:sp>
        <p:nvSpPr>
          <p:cNvPr id="24" name="Content Placeholder 23">
            <a:extLst>
              <a:ext uri="{FF2B5EF4-FFF2-40B4-BE49-F238E27FC236}">
                <a16:creationId xmlns:a16="http://schemas.microsoft.com/office/drawing/2014/main" id="{3F7B0472-0F68-E5C8-CCCF-7959762E093D}"/>
              </a:ext>
            </a:extLst>
          </p:cNvPr>
          <p:cNvSpPr>
            <a:spLocks noGrp="1"/>
          </p:cNvSpPr>
          <p:nvPr>
            <p:ph idx="22"/>
          </p:nvPr>
        </p:nvSpPr>
        <p:spPr/>
        <p:txBody>
          <a:bodyPr/>
          <a:lstStyle/>
          <a:p>
            <a:r>
              <a:rPr lang="en-US" dirty="0"/>
              <a:t>Data Understanding</a:t>
            </a:r>
          </a:p>
        </p:txBody>
      </p:sp>
      <p:sp>
        <p:nvSpPr>
          <p:cNvPr id="22" name="Text Placeholder 21">
            <a:extLst>
              <a:ext uri="{FF2B5EF4-FFF2-40B4-BE49-F238E27FC236}">
                <a16:creationId xmlns:a16="http://schemas.microsoft.com/office/drawing/2014/main" id="{227B7D4E-5A39-B3A5-D339-433010CBB57B}"/>
              </a:ext>
            </a:extLst>
          </p:cNvPr>
          <p:cNvSpPr>
            <a:spLocks noGrp="1"/>
          </p:cNvSpPr>
          <p:nvPr>
            <p:ph type="body" sz="quarter" idx="19"/>
          </p:nvPr>
        </p:nvSpPr>
        <p:spPr>
          <a:solidFill>
            <a:schemeClr val="tx2"/>
          </a:solidFill>
        </p:spPr>
        <p:txBody>
          <a:bodyPr/>
          <a:lstStyle/>
          <a:p>
            <a:r>
              <a:rPr lang="en-US" dirty="0"/>
              <a:t>3</a:t>
            </a:r>
          </a:p>
        </p:txBody>
      </p:sp>
      <p:sp>
        <p:nvSpPr>
          <p:cNvPr id="25" name="Content Placeholder 24">
            <a:extLst>
              <a:ext uri="{FF2B5EF4-FFF2-40B4-BE49-F238E27FC236}">
                <a16:creationId xmlns:a16="http://schemas.microsoft.com/office/drawing/2014/main" id="{70D18F9D-2017-53E1-D8EA-5D59D0914281}"/>
              </a:ext>
            </a:extLst>
          </p:cNvPr>
          <p:cNvSpPr>
            <a:spLocks noGrp="1"/>
          </p:cNvSpPr>
          <p:nvPr>
            <p:ph idx="23"/>
          </p:nvPr>
        </p:nvSpPr>
        <p:spPr/>
        <p:txBody>
          <a:bodyPr/>
          <a:lstStyle/>
          <a:p>
            <a:r>
              <a:rPr lang="en-US" dirty="0"/>
              <a:t>Mock-ups of Dashboard</a:t>
            </a:r>
          </a:p>
        </p:txBody>
      </p:sp>
      <p:sp>
        <p:nvSpPr>
          <p:cNvPr id="23" name="Text Placeholder 22">
            <a:extLst>
              <a:ext uri="{FF2B5EF4-FFF2-40B4-BE49-F238E27FC236}">
                <a16:creationId xmlns:a16="http://schemas.microsoft.com/office/drawing/2014/main" id="{BBAD9940-EE27-1B28-E20E-8D3741D97CE6}"/>
              </a:ext>
            </a:extLst>
          </p:cNvPr>
          <p:cNvSpPr>
            <a:spLocks noGrp="1"/>
          </p:cNvSpPr>
          <p:nvPr>
            <p:ph type="body" sz="quarter" idx="21"/>
          </p:nvPr>
        </p:nvSpPr>
        <p:spPr>
          <a:solidFill>
            <a:schemeClr val="bg1">
              <a:lumMod val="85000"/>
            </a:schemeClr>
          </a:solidFill>
        </p:spPr>
        <p:txBody>
          <a:bodyPr/>
          <a:lstStyle/>
          <a:p>
            <a:r>
              <a:rPr lang="en-US" dirty="0"/>
              <a:t>4</a:t>
            </a:r>
          </a:p>
        </p:txBody>
      </p:sp>
      <p:sp>
        <p:nvSpPr>
          <p:cNvPr id="17" name="Title 16">
            <a:extLst>
              <a:ext uri="{FF2B5EF4-FFF2-40B4-BE49-F238E27FC236}">
                <a16:creationId xmlns:a16="http://schemas.microsoft.com/office/drawing/2014/main" id="{3490AFC8-E4CF-5637-47A6-2D263AD72165}"/>
              </a:ext>
            </a:extLst>
          </p:cNvPr>
          <p:cNvSpPr>
            <a:spLocks noGrp="1"/>
          </p:cNvSpPr>
          <p:nvPr>
            <p:ph type="title"/>
          </p:nvPr>
        </p:nvSpPr>
        <p:spPr/>
        <p:txBody>
          <a:bodyPr/>
          <a:lstStyle/>
          <a:p>
            <a:r>
              <a:rPr lang="en-US" dirty="0"/>
              <a:t>Agenda</a:t>
            </a:r>
          </a:p>
        </p:txBody>
      </p:sp>
      <p:sp>
        <p:nvSpPr>
          <p:cNvPr id="26" name="Content Placeholder 25">
            <a:extLst>
              <a:ext uri="{FF2B5EF4-FFF2-40B4-BE49-F238E27FC236}">
                <a16:creationId xmlns:a16="http://schemas.microsoft.com/office/drawing/2014/main" id="{49EC2C61-5714-6E7D-A5F3-A446B1C253CD}"/>
              </a:ext>
            </a:extLst>
          </p:cNvPr>
          <p:cNvSpPr>
            <a:spLocks noGrp="1"/>
          </p:cNvSpPr>
          <p:nvPr>
            <p:ph idx="24"/>
          </p:nvPr>
        </p:nvSpPr>
        <p:spPr/>
        <p:txBody>
          <a:bodyPr/>
          <a:lstStyle/>
          <a:p>
            <a:r>
              <a:rPr lang="en-US" dirty="0"/>
              <a:t>Insights and Recommendations</a:t>
            </a:r>
          </a:p>
        </p:txBody>
      </p:sp>
      <p:sp>
        <p:nvSpPr>
          <p:cNvPr id="27" name="Text Placeholder 26">
            <a:extLst>
              <a:ext uri="{FF2B5EF4-FFF2-40B4-BE49-F238E27FC236}">
                <a16:creationId xmlns:a16="http://schemas.microsoft.com/office/drawing/2014/main" id="{F2468BBD-695C-8D89-1149-8C6AD8C9DCDE}"/>
              </a:ext>
            </a:extLst>
          </p:cNvPr>
          <p:cNvSpPr>
            <a:spLocks noGrp="1"/>
          </p:cNvSpPr>
          <p:nvPr>
            <p:ph type="body" sz="quarter" idx="25"/>
          </p:nvPr>
        </p:nvSpPr>
        <p:spPr/>
        <p:txBody>
          <a:bodyPr/>
          <a:lstStyle/>
          <a:p>
            <a:r>
              <a:rPr lang="en-US" dirty="0"/>
              <a:t>5</a:t>
            </a:r>
          </a:p>
        </p:txBody>
      </p:sp>
      <p:sp>
        <p:nvSpPr>
          <p:cNvPr id="2" name="Text Placeholder 17">
            <a:extLst>
              <a:ext uri="{FF2B5EF4-FFF2-40B4-BE49-F238E27FC236}">
                <a16:creationId xmlns:a16="http://schemas.microsoft.com/office/drawing/2014/main" id="{B40C0FF1-0827-C9DA-C27B-B85D208174A2}"/>
              </a:ext>
            </a:extLst>
          </p:cNvPr>
          <p:cNvSpPr txBox="1">
            <a:spLocks/>
          </p:cNvSpPr>
          <p:nvPr/>
        </p:nvSpPr>
        <p:spPr>
          <a:xfrm>
            <a:off x="587106" y="2186839"/>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2</a:t>
            </a:r>
          </a:p>
        </p:txBody>
      </p:sp>
      <p:sp>
        <p:nvSpPr>
          <p:cNvPr id="5" name="Text Placeholder 21">
            <a:extLst>
              <a:ext uri="{FF2B5EF4-FFF2-40B4-BE49-F238E27FC236}">
                <a16:creationId xmlns:a16="http://schemas.microsoft.com/office/drawing/2014/main" id="{3875353E-FD01-A2A1-7154-29B3A1EC069E}"/>
              </a:ext>
            </a:extLst>
          </p:cNvPr>
          <p:cNvSpPr txBox="1">
            <a:spLocks/>
          </p:cNvSpPr>
          <p:nvPr/>
        </p:nvSpPr>
        <p:spPr>
          <a:xfrm>
            <a:off x="602981" y="1463992"/>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a:t>
            </a:r>
          </a:p>
        </p:txBody>
      </p:sp>
    </p:spTree>
    <p:custDataLst>
      <p:tags r:id="rId1"/>
    </p:custDataLst>
    <p:extLst>
      <p:ext uri="{BB962C8B-B14F-4D97-AF65-F5344CB8AC3E}">
        <p14:creationId xmlns:p14="http://schemas.microsoft.com/office/powerpoint/2010/main" val="2159909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44F89-DEFA-FF8E-EF5B-B6B71D668A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51A407-162E-C0B8-F073-82DF33B173F3}"/>
              </a:ext>
            </a:extLst>
          </p:cNvPr>
          <p:cNvSpPr>
            <a:spLocks noGrp="1"/>
          </p:cNvSpPr>
          <p:nvPr>
            <p:ph type="title"/>
          </p:nvPr>
        </p:nvSpPr>
        <p:spPr/>
        <p:txBody>
          <a:bodyPr/>
          <a:lstStyle/>
          <a:p>
            <a:r>
              <a:rPr lang="en-US" dirty="0"/>
              <a:t>Data Understanding</a:t>
            </a:r>
            <a:endParaRPr lang="en-IN" dirty="0"/>
          </a:p>
        </p:txBody>
      </p:sp>
      <p:sp>
        <p:nvSpPr>
          <p:cNvPr id="5" name="Text Placeholder 4">
            <a:extLst>
              <a:ext uri="{FF2B5EF4-FFF2-40B4-BE49-F238E27FC236}">
                <a16:creationId xmlns:a16="http://schemas.microsoft.com/office/drawing/2014/main" id="{60E8453D-A6E0-67C1-3B56-57F0E1A6C95E}"/>
              </a:ext>
            </a:extLst>
          </p:cNvPr>
          <p:cNvSpPr>
            <a:spLocks noGrp="1"/>
          </p:cNvSpPr>
          <p:nvPr>
            <p:ph type="body" sz="quarter" idx="10"/>
          </p:nvPr>
        </p:nvSpPr>
        <p:spPr>
          <a:xfrm>
            <a:off x="381000" y="1170535"/>
            <a:ext cx="11430000" cy="5220640"/>
          </a:xfrm>
        </p:spPr>
        <p:txBody>
          <a:bodyPr/>
          <a:lstStyle/>
          <a:p>
            <a:pPr marL="285750" indent="-285750">
              <a:buFont typeface="Arial" panose="020B0604020202020204" pitchFamily="34" charset="0"/>
              <a:buChar char="•"/>
            </a:pPr>
            <a:r>
              <a:rPr lang="en-US" dirty="0"/>
              <a:t>The Data is organized across four main tables: </a:t>
            </a:r>
          </a:p>
          <a:p>
            <a:pPr marL="285750" indent="-285750">
              <a:buFont typeface="Arial" panose="020B0604020202020204" pitchFamily="34" charset="0"/>
              <a:buChar char="•"/>
            </a:pPr>
            <a:r>
              <a:rPr lang="en-US" dirty="0"/>
              <a:t>Here’s how the tables are connected:</a:t>
            </a:r>
          </a:p>
          <a:p>
            <a:pPr marL="285750" indent="-285750">
              <a:buFont typeface="Arial" panose="020B0604020202020204" pitchFamily="34" charset="0"/>
              <a:buChar char="•"/>
            </a:pPr>
            <a:endParaRPr lang="en-US" dirty="0"/>
          </a:p>
          <a:p>
            <a:pPr marL="742950" lvl="1" indent="-285750"/>
            <a:endParaRPr lang="en-US" dirty="0"/>
          </a:p>
          <a:p>
            <a:pPr marL="742950" lvl="1" indent="-285750"/>
            <a:endParaRPr lang="en-US" dirty="0"/>
          </a:p>
          <a:p>
            <a:pPr marL="742950" lvl="1" indent="-285750"/>
            <a:endParaRPr lang="en-US" dirty="0"/>
          </a:p>
          <a:p>
            <a:pPr marL="742950" lvl="1" indent="-285750"/>
            <a:endParaRPr lang="en-US" dirty="0"/>
          </a:p>
          <a:p>
            <a:pPr marL="742950" lvl="1" indent="-285750"/>
            <a:r>
              <a:rPr lang="en-US" dirty="0"/>
              <a:t>This structure enables us to analyze project  performance:</a:t>
            </a:r>
          </a:p>
          <a:p>
            <a:pPr marL="742950" lvl="1" indent="-285750"/>
            <a:r>
              <a:rPr lang="en-US" dirty="0"/>
              <a:t>Understand where time and cost overruns are occurring</a:t>
            </a:r>
          </a:p>
          <a:p>
            <a:pPr marL="742950" lvl="1" indent="-285750"/>
            <a:r>
              <a:rPr lang="en-US" dirty="0"/>
              <a:t>Evaluate if teams are being optimally allocated</a:t>
            </a:r>
          </a:p>
          <a:p>
            <a:pPr marL="742950" lvl="1" indent="-285750"/>
            <a:r>
              <a:rPr lang="en-US" dirty="0"/>
              <a:t>Compare budgeted vs actual performance metrics</a:t>
            </a:r>
          </a:p>
          <a:p>
            <a:pPr marL="742950" lvl="1" indent="-285750"/>
            <a:r>
              <a:rPr lang="en-US" dirty="0"/>
              <a:t>Identify factors affecting overall project efficiency</a:t>
            </a:r>
          </a:p>
        </p:txBody>
      </p:sp>
      <p:pic>
        <p:nvPicPr>
          <p:cNvPr id="9" name="Picture 8">
            <a:extLst>
              <a:ext uri="{FF2B5EF4-FFF2-40B4-BE49-F238E27FC236}">
                <a16:creationId xmlns:a16="http://schemas.microsoft.com/office/drawing/2014/main" id="{F4B638F0-1854-5AFA-C048-711A1E8FDE75}"/>
              </a:ext>
            </a:extLst>
          </p:cNvPr>
          <p:cNvPicPr>
            <a:picLocks noChangeAspect="1"/>
          </p:cNvPicPr>
          <p:nvPr/>
        </p:nvPicPr>
        <p:blipFill>
          <a:blip r:embed="rId3"/>
          <a:stretch>
            <a:fillRect/>
          </a:stretch>
        </p:blipFill>
        <p:spPr>
          <a:xfrm>
            <a:off x="5421991" y="1138785"/>
            <a:ext cx="6586201" cy="4548680"/>
          </a:xfrm>
          <a:prstGeom prst="rect">
            <a:avLst/>
          </a:prstGeom>
        </p:spPr>
      </p:pic>
      <p:pic>
        <p:nvPicPr>
          <p:cNvPr id="11" name="Picture 10">
            <a:extLst>
              <a:ext uri="{FF2B5EF4-FFF2-40B4-BE49-F238E27FC236}">
                <a16:creationId xmlns:a16="http://schemas.microsoft.com/office/drawing/2014/main" id="{5821BE03-9BB5-2A16-AF9C-4A6D68BEC528}"/>
              </a:ext>
            </a:extLst>
          </p:cNvPr>
          <p:cNvPicPr>
            <a:picLocks noChangeAspect="1"/>
          </p:cNvPicPr>
          <p:nvPr/>
        </p:nvPicPr>
        <p:blipFill>
          <a:blip r:embed="rId4"/>
          <a:stretch>
            <a:fillRect/>
          </a:stretch>
        </p:blipFill>
        <p:spPr>
          <a:xfrm>
            <a:off x="592755" y="2720807"/>
            <a:ext cx="4672264" cy="1314433"/>
          </a:xfrm>
          <a:prstGeom prst="rect">
            <a:avLst/>
          </a:prstGeom>
        </p:spPr>
      </p:pic>
    </p:spTree>
    <p:custDataLst>
      <p:tags r:id="rId1"/>
    </p:custDataLst>
    <p:extLst>
      <p:ext uri="{BB962C8B-B14F-4D97-AF65-F5344CB8AC3E}">
        <p14:creationId xmlns:p14="http://schemas.microsoft.com/office/powerpoint/2010/main" val="13831057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62909-C4B1-AAB3-AC18-4F17F09D37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4FAB2B-FB78-1DD2-FFE8-E011D02D0075}"/>
              </a:ext>
            </a:extLst>
          </p:cNvPr>
          <p:cNvSpPr>
            <a:spLocks noGrp="1"/>
          </p:cNvSpPr>
          <p:nvPr>
            <p:ph type="title"/>
          </p:nvPr>
        </p:nvSpPr>
        <p:spPr/>
        <p:txBody>
          <a:bodyPr/>
          <a:lstStyle/>
          <a:p>
            <a:r>
              <a:rPr lang="en-US" dirty="0"/>
              <a:t>Executive Summary of Findings</a:t>
            </a:r>
            <a:endParaRPr lang="en-IN" dirty="0"/>
          </a:p>
        </p:txBody>
      </p:sp>
      <p:sp>
        <p:nvSpPr>
          <p:cNvPr id="5" name="Text Placeholder 4">
            <a:extLst>
              <a:ext uri="{FF2B5EF4-FFF2-40B4-BE49-F238E27FC236}">
                <a16:creationId xmlns:a16="http://schemas.microsoft.com/office/drawing/2014/main" id="{C3946574-4035-B6D6-2BB5-2E0A1E5C9F31}"/>
              </a:ext>
            </a:extLst>
          </p:cNvPr>
          <p:cNvSpPr>
            <a:spLocks noGrp="1"/>
          </p:cNvSpPr>
          <p:nvPr>
            <p:ph type="body" sz="quarter" idx="10"/>
          </p:nvPr>
        </p:nvSpPr>
        <p:spPr>
          <a:xfrm>
            <a:off x="381000" y="1138786"/>
            <a:ext cx="11430000" cy="3231084"/>
          </a:xfrm>
        </p:spPr>
        <p:txBody>
          <a:bodyPr/>
          <a:lstStyle/>
          <a:p>
            <a:pPr marL="285750" indent="-285750">
              <a:buFont typeface="Arial" panose="020B0604020202020204" pitchFamily="34" charset="0"/>
              <a:buChar char="•"/>
            </a:pPr>
            <a:r>
              <a:rPr lang="en-US" dirty="0"/>
              <a:t>This table captures actual effort logged by employees on tasks.</a:t>
            </a:r>
          </a:p>
          <a:p>
            <a:pPr lvl="1"/>
            <a:r>
              <a:rPr lang="en-US" b="1" dirty="0"/>
              <a:t>Project Id</a:t>
            </a:r>
            <a:r>
              <a:rPr lang="en-US" dirty="0"/>
              <a:t>: Links each task entry to a specific project.</a:t>
            </a:r>
          </a:p>
          <a:p>
            <a:pPr lvl="1"/>
            <a:r>
              <a:rPr lang="en-US" b="1" dirty="0"/>
              <a:t>Task Id</a:t>
            </a:r>
            <a:r>
              <a:rPr lang="en-US" dirty="0"/>
              <a:t>: Identifies the specific task under a project.</a:t>
            </a:r>
          </a:p>
          <a:p>
            <a:pPr lvl="1"/>
            <a:r>
              <a:rPr lang="en-US" b="1" dirty="0"/>
              <a:t>Employee Id</a:t>
            </a:r>
            <a:r>
              <a:rPr lang="en-US" dirty="0"/>
              <a:t>: The person logging hours.</a:t>
            </a:r>
          </a:p>
          <a:p>
            <a:pPr lvl="1"/>
            <a:r>
              <a:rPr lang="en-US" b="1" dirty="0"/>
              <a:t>Hours logged</a:t>
            </a:r>
            <a:r>
              <a:rPr lang="en-US" dirty="0"/>
              <a:t>: Actual number of hours worked.</a:t>
            </a:r>
          </a:p>
          <a:p>
            <a:pPr lvl="1"/>
            <a:r>
              <a:rPr lang="en-US" b="1" dirty="0"/>
              <a:t>date</a:t>
            </a:r>
            <a:r>
              <a:rPr lang="en-US" dirty="0"/>
              <a:t>: When the work was done.</a:t>
            </a:r>
          </a:p>
          <a:p>
            <a:pPr marL="285750" indent="-285750">
              <a:buFont typeface="Arial" panose="020B0604020202020204" pitchFamily="34" charset="0"/>
              <a:buChar char="•"/>
            </a:pPr>
            <a:endParaRPr lang="en-US" dirty="0"/>
          </a:p>
        </p:txBody>
      </p:sp>
    </p:spTree>
    <p:custDataLst>
      <p:tags r:id="rId1"/>
    </p:custDataLst>
    <p:extLst>
      <p:ext uri="{BB962C8B-B14F-4D97-AF65-F5344CB8AC3E}">
        <p14:creationId xmlns:p14="http://schemas.microsoft.com/office/powerpoint/2010/main" val="38138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5D4AF-6F3A-B9F0-22BC-15C9752466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4BC64D-EED3-39BB-4C73-BDD14D6B86C5}"/>
              </a:ext>
            </a:extLst>
          </p:cNvPr>
          <p:cNvSpPr>
            <a:spLocks noGrp="1"/>
          </p:cNvSpPr>
          <p:nvPr>
            <p:ph type="title"/>
          </p:nvPr>
        </p:nvSpPr>
        <p:spPr/>
        <p:txBody>
          <a:bodyPr/>
          <a:lstStyle/>
          <a:p>
            <a:r>
              <a:rPr lang="en-US" dirty="0"/>
              <a:t>Allocation Table</a:t>
            </a:r>
            <a:endParaRPr lang="en-IN" dirty="0"/>
          </a:p>
        </p:txBody>
      </p:sp>
      <p:sp>
        <p:nvSpPr>
          <p:cNvPr id="5" name="Text Placeholder 4">
            <a:extLst>
              <a:ext uri="{FF2B5EF4-FFF2-40B4-BE49-F238E27FC236}">
                <a16:creationId xmlns:a16="http://schemas.microsoft.com/office/drawing/2014/main" id="{12EB22A4-C440-368A-B4C7-210CDF80146A}"/>
              </a:ext>
            </a:extLst>
          </p:cNvPr>
          <p:cNvSpPr>
            <a:spLocks noGrp="1"/>
          </p:cNvSpPr>
          <p:nvPr>
            <p:ph type="body" sz="quarter" idx="10"/>
          </p:nvPr>
        </p:nvSpPr>
        <p:spPr>
          <a:xfrm>
            <a:off x="381000" y="1170535"/>
            <a:ext cx="11430000" cy="3892353"/>
          </a:xfrm>
        </p:spPr>
        <p:txBody>
          <a:bodyPr/>
          <a:lstStyle/>
          <a:p>
            <a:pPr>
              <a:buNone/>
            </a:pPr>
            <a:r>
              <a:rPr lang="en-US" dirty="0"/>
              <a:t>This table defines planned resource allocation for each project.</a:t>
            </a:r>
          </a:p>
          <a:p>
            <a:pPr lvl="1"/>
            <a:r>
              <a:rPr lang="en-US" b="1" dirty="0"/>
              <a:t>Project Id</a:t>
            </a:r>
            <a:r>
              <a:rPr lang="en-US" dirty="0"/>
              <a:t>: The assigned project.</a:t>
            </a:r>
          </a:p>
          <a:p>
            <a:pPr lvl="1"/>
            <a:r>
              <a:rPr lang="en-US" b="1" dirty="0"/>
              <a:t>Employee Id</a:t>
            </a:r>
            <a:r>
              <a:rPr lang="en-US" dirty="0"/>
              <a:t>: Employee assigned to the project.</a:t>
            </a:r>
          </a:p>
          <a:p>
            <a:pPr lvl="1"/>
            <a:r>
              <a:rPr lang="en-US" b="1" dirty="0"/>
              <a:t>Role</a:t>
            </a:r>
            <a:r>
              <a:rPr lang="en-US" dirty="0"/>
              <a:t>: Role of the employee.</a:t>
            </a:r>
          </a:p>
          <a:p>
            <a:pPr lvl="1"/>
            <a:r>
              <a:rPr lang="en-US" b="1" dirty="0"/>
              <a:t>Department</a:t>
            </a:r>
            <a:r>
              <a:rPr lang="en-US" dirty="0"/>
              <a:t>: Department the employee belongs to.</a:t>
            </a:r>
          </a:p>
          <a:p>
            <a:pPr lvl="1"/>
            <a:r>
              <a:rPr lang="en-US" b="1" dirty="0"/>
              <a:t>Start date</a:t>
            </a:r>
            <a:r>
              <a:rPr lang="en-US" dirty="0"/>
              <a:t> / </a:t>
            </a:r>
            <a:r>
              <a:rPr lang="en-US" b="1" dirty="0"/>
              <a:t>end date</a:t>
            </a:r>
            <a:r>
              <a:rPr lang="en-US" dirty="0"/>
              <a:t>: Planned duration of assignment.</a:t>
            </a:r>
          </a:p>
          <a:p>
            <a:pPr lvl="1"/>
            <a:r>
              <a:rPr lang="en-US" b="1" dirty="0"/>
              <a:t>Allocated hours</a:t>
            </a:r>
            <a:r>
              <a:rPr lang="en-US" dirty="0"/>
              <a:t>: Total planned hours.</a:t>
            </a:r>
          </a:p>
          <a:p>
            <a:pPr lvl="1"/>
            <a:r>
              <a:rPr lang="en-US" b="1" dirty="0"/>
              <a:t>Billability type</a:t>
            </a:r>
            <a:r>
              <a:rPr lang="en-US" dirty="0"/>
              <a:t>: Whether the work is </a:t>
            </a:r>
            <a:r>
              <a:rPr lang="en-US" b="1" dirty="0"/>
              <a:t>billable</a:t>
            </a:r>
            <a:r>
              <a:rPr lang="en-US" dirty="0"/>
              <a:t> or </a:t>
            </a:r>
            <a:r>
              <a:rPr lang="en-US" b="1" dirty="0"/>
              <a:t>non-billable</a:t>
            </a:r>
            <a:r>
              <a:rPr lang="en-US" dirty="0"/>
              <a:t>.</a:t>
            </a:r>
          </a:p>
          <a:p>
            <a:r>
              <a:rPr lang="en-US" dirty="0"/>
              <a:t>.</a:t>
            </a:r>
          </a:p>
        </p:txBody>
      </p:sp>
    </p:spTree>
    <p:custDataLst>
      <p:tags r:id="rId1"/>
    </p:custDataLst>
    <p:extLst>
      <p:ext uri="{BB962C8B-B14F-4D97-AF65-F5344CB8AC3E}">
        <p14:creationId xmlns:p14="http://schemas.microsoft.com/office/powerpoint/2010/main" val="12068804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0CB4A-70F0-6379-6EAA-A3D5A5E598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EEBCF-9C5C-9B0F-E87E-95519A6B2E59}"/>
              </a:ext>
            </a:extLst>
          </p:cNvPr>
          <p:cNvSpPr>
            <a:spLocks noGrp="1"/>
          </p:cNvSpPr>
          <p:nvPr>
            <p:ph type="title"/>
          </p:nvPr>
        </p:nvSpPr>
        <p:spPr/>
        <p:txBody>
          <a:bodyPr/>
          <a:lstStyle/>
          <a:p>
            <a:r>
              <a:rPr lang="en-US" dirty="0"/>
              <a:t>Budget Table</a:t>
            </a:r>
            <a:endParaRPr lang="en-IN" dirty="0"/>
          </a:p>
        </p:txBody>
      </p:sp>
      <p:sp>
        <p:nvSpPr>
          <p:cNvPr id="5" name="Text Placeholder 4">
            <a:extLst>
              <a:ext uri="{FF2B5EF4-FFF2-40B4-BE49-F238E27FC236}">
                <a16:creationId xmlns:a16="http://schemas.microsoft.com/office/drawing/2014/main" id="{1C5F6C72-49CA-4BB0-5257-E83F70B9EA62}"/>
              </a:ext>
            </a:extLst>
          </p:cNvPr>
          <p:cNvSpPr>
            <a:spLocks noGrp="1"/>
          </p:cNvSpPr>
          <p:nvPr>
            <p:ph type="body" sz="quarter" idx="10"/>
          </p:nvPr>
        </p:nvSpPr>
        <p:spPr>
          <a:xfrm>
            <a:off x="381000" y="837397"/>
            <a:ext cx="11430000" cy="4735629"/>
          </a:xfrm>
        </p:spPr>
        <p:txBody>
          <a:bodyPr/>
          <a:lstStyle/>
          <a:p>
            <a:pPr>
              <a:buNone/>
            </a:pPr>
            <a:r>
              <a:rPr lang="en-US" dirty="0"/>
              <a:t>This table contains estimated effort and cost for tasks/projects.</a:t>
            </a:r>
          </a:p>
          <a:p>
            <a:pPr lvl="1"/>
            <a:r>
              <a:rPr lang="en-US" b="1" dirty="0"/>
              <a:t>Project Id</a:t>
            </a:r>
            <a:r>
              <a:rPr lang="en-US" dirty="0"/>
              <a:t>: Project associated with the budget.</a:t>
            </a:r>
          </a:p>
          <a:p>
            <a:pPr lvl="1"/>
            <a:r>
              <a:rPr lang="en-US" b="1" dirty="0"/>
              <a:t>Task Id</a:t>
            </a:r>
            <a:r>
              <a:rPr lang="en-US" dirty="0"/>
              <a:t>: Task-specific planning data.</a:t>
            </a:r>
          </a:p>
          <a:p>
            <a:pPr lvl="1"/>
            <a:r>
              <a:rPr lang="en-US" b="1" dirty="0"/>
              <a:t>Task Name </a:t>
            </a:r>
            <a:r>
              <a:rPr lang="en-US" dirty="0"/>
              <a:t>: Specify the task name</a:t>
            </a:r>
          </a:p>
          <a:p>
            <a:pPr lvl="1"/>
            <a:r>
              <a:rPr lang="en-US" b="1" dirty="0"/>
              <a:t>Budgeted Hours</a:t>
            </a:r>
            <a:r>
              <a:rPr lang="en-US" dirty="0"/>
              <a:t>: Total planned hours for the task.</a:t>
            </a:r>
          </a:p>
          <a:p>
            <a:pPr lvl="1"/>
            <a:r>
              <a:rPr lang="en-US" b="1" dirty="0"/>
              <a:t>Budgeted Cost</a:t>
            </a:r>
            <a:r>
              <a:rPr lang="en-US" dirty="0"/>
              <a:t>: Cost allocated to the task.</a:t>
            </a:r>
          </a:p>
          <a:p>
            <a:pPr lvl="1"/>
            <a:r>
              <a:rPr lang="en-US" b="1" dirty="0"/>
              <a:t>Start Date</a:t>
            </a:r>
            <a:r>
              <a:rPr lang="en-US" dirty="0"/>
              <a:t> / </a:t>
            </a:r>
            <a:r>
              <a:rPr lang="en-US" b="1" dirty="0"/>
              <a:t>end date</a:t>
            </a:r>
            <a:r>
              <a:rPr lang="en-US" dirty="0"/>
              <a:t>: Planned duration of tasks.</a:t>
            </a:r>
          </a:p>
          <a:p>
            <a:pPr marL="285750" indent="-285750">
              <a:buFont typeface="Arial" panose="020B0604020202020204" pitchFamily="34" charset="0"/>
              <a:buChar char="•"/>
            </a:pPr>
            <a:endParaRPr lang="en-US" dirty="0"/>
          </a:p>
        </p:txBody>
      </p:sp>
    </p:spTree>
    <p:custDataLst>
      <p:tags r:id="rId1"/>
    </p:custDataLst>
    <p:extLst>
      <p:ext uri="{BB962C8B-B14F-4D97-AF65-F5344CB8AC3E}">
        <p14:creationId xmlns:p14="http://schemas.microsoft.com/office/powerpoint/2010/main" val="38405477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C472883-8246-8478-A168-65F1C0169C21}"/>
              </a:ext>
            </a:extLst>
          </p:cNvPr>
          <p:cNvSpPr>
            <a:spLocks noGrp="1"/>
          </p:cNvSpPr>
          <p:nvPr>
            <p:ph idx="1"/>
          </p:nvPr>
        </p:nvSpPr>
        <p:spPr/>
        <p:txBody>
          <a:bodyPr/>
          <a:lstStyle/>
          <a:p>
            <a:pPr>
              <a:buNone/>
            </a:pPr>
            <a:r>
              <a:rPr lang="en-US" dirty="0"/>
              <a:t>Contains employee  information.</a:t>
            </a:r>
          </a:p>
          <a:p>
            <a:pPr>
              <a:buFont typeface="Arial" panose="020B0604020202020204" pitchFamily="34" charset="0"/>
              <a:buChar char="•"/>
            </a:pPr>
            <a:r>
              <a:rPr lang="en-US" b="1" dirty="0"/>
              <a:t>Employee Id</a:t>
            </a:r>
            <a:r>
              <a:rPr lang="en-US" dirty="0"/>
              <a:t>: Unique identifier for each employee.</a:t>
            </a:r>
          </a:p>
          <a:p>
            <a:pPr>
              <a:buFont typeface="Arial" panose="020B0604020202020204" pitchFamily="34" charset="0"/>
              <a:buChar char="•"/>
            </a:pPr>
            <a:r>
              <a:rPr lang="en-US" b="1" dirty="0"/>
              <a:t>Name</a:t>
            </a:r>
            <a:r>
              <a:rPr lang="en-US" dirty="0"/>
              <a:t>: Employee name.</a:t>
            </a:r>
          </a:p>
          <a:p>
            <a:pPr>
              <a:buFont typeface="Arial" panose="020B0604020202020204" pitchFamily="34" charset="0"/>
              <a:buChar char="•"/>
            </a:pPr>
            <a:r>
              <a:rPr lang="en-US" b="1" dirty="0"/>
              <a:t>Department</a:t>
            </a:r>
            <a:r>
              <a:rPr lang="en-US" dirty="0"/>
              <a:t>: Division or team.</a:t>
            </a:r>
          </a:p>
          <a:p>
            <a:pPr>
              <a:buFont typeface="Arial" panose="020B0604020202020204" pitchFamily="34" charset="0"/>
              <a:buChar char="•"/>
            </a:pPr>
            <a:r>
              <a:rPr lang="en-US" b="1" dirty="0"/>
              <a:t>Rate per hour</a:t>
            </a:r>
            <a:r>
              <a:rPr lang="en-US" dirty="0"/>
              <a:t>: Cost per hour for the employee.</a:t>
            </a:r>
          </a:p>
          <a:p>
            <a:endParaRPr lang="en-IN" dirty="0"/>
          </a:p>
        </p:txBody>
      </p:sp>
      <p:sp>
        <p:nvSpPr>
          <p:cNvPr id="4" name="Title 3">
            <a:extLst>
              <a:ext uri="{FF2B5EF4-FFF2-40B4-BE49-F238E27FC236}">
                <a16:creationId xmlns:a16="http://schemas.microsoft.com/office/drawing/2014/main" id="{E199B772-2E58-48CC-EC3F-4C58A59FF679}"/>
              </a:ext>
            </a:extLst>
          </p:cNvPr>
          <p:cNvSpPr>
            <a:spLocks noGrp="1"/>
          </p:cNvSpPr>
          <p:nvPr>
            <p:ph type="title"/>
          </p:nvPr>
        </p:nvSpPr>
        <p:spPr/>
        <p:txBody>
          <a:bodyPr/>
          <a:lstStyle/>
          <a:p>
            <a:r>
              <a:rPr lang="en-US" dirty="0"/>
              <a:t>Employee Table</a:t>
            </a:r>
            <a:endParaRPr lang="en-IN" dirty="0"/>
          </a:p>
        </p:txBody>
      </p:sp>
    </p:spTree>
    <p:extLst>
      <p:ext uri="{BB962C8B-B14F-4D97-AF65-F5344CB8AC3E}">
        <p14:creationId xmlns:p14="http://schemas.microsoft.com/office/powerpoint/2010/main" val="15612213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A6ABC-0167-69F2-CC4B-9C1C80EDF799}"/>
            </a:ext>
          </a:extLst>
        </p:cNvPr>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17914F6D-3B67-E263-95EC-A9ED7FBBFFCC}"/>
              </a:ext>
            </a:extLst>
          </p:cNvPr>
          <p:cNvSpPr>
            <a:spLocks noGrp="1"/>
          </p:cNvSpPr>
          <p:nvPr>
            <p:ph idx="15"/>
          </p:nvPr>
        </p:nvSpPr>
        <p:spPr>
          <a:xfrm>
            <a:off x="467628" y="1555432"/>
            <a:ext cx="11430000" cy="365760"/>
          </a:xfrm>
        </p:spPr>
        <p:txBody>
          <a:bodyPr/>
          <a:lstStyle/>
          <a:p>
            <a:r>
              <a:rPr lang="en-US" dirty="0"/>
              <a:t>Problem Statement</a:t>
            </a:r>
          </a:p>
        </p:txBody>
      </p:sp>
      <p:sp>
        <p:nvSpPr>
          <p:cNvPr id="20" name="Content Placeholder 19">
            <a:extLst>
              <a:ext uri="{FF2B5EF4-FFF2-40B4-BE49-F238E27FC236}">
                <a16:creationId xmlns:a16="http://schemas.microsoft.com/office/drawing/2014/main" id="{36283B96-F65E-D80C-DC28-51475FF4EC89}"/>
              </a:ext>
            </a:extLst>
          </p:cNvPr>
          <p:cNvSpPr>
            <a:spLocks noGrp="1"/>
          </p:cNvSpPr>
          <p:nvPr>
            <p:ph idx="16"/>
          </p:nvPr>
        </p:nvSpPr>
        <p:spPr/>
        <p:txBody>
          <a:bodyPr/>
          <a:lstStyle/>
          <a:p>
            <a:r>
              <a:rPr lang="en-US" dirty="0"/>
              <a:t>Expected Deliverables</a:t>
            </a:r>
          </a:p>
        </p:txBody>
      </p:sp>
      <p:sp>
        <p:nvSpPr>
          <p:cNvPr id="21" name="Text Placeholder 20">
            <a:extLst>
              <a:ext uri="{FF2B5EF4-FFF2-40B4-BE49-F238E27FC236}">
                <a16:creationId xmlns:a16="http://schemas.microsoft.com/office/drawing/2014/main" id="{C15C6149-5A93-4DC9-BB99-7DD3F330A9FD}"/>
              </a:ext>
            </a:extLst>
          </p:cNvPr>
          <p:cNvSpPr>
            <a:spLocks noGrp="1"/>
          </p:cNvSpPr>
          <p:nvPr>
            <p:ph type="body" sz="quarter" idx="17"/>
          </p:nvPr>
        </p:nvSpPr>
        <p:spPr/>
        <p:txBody>
          <a:bodyPr/>
          <a:lstStyle/>
          <a:p>
            <a:r>
              <a:rPr lang="en-US" dirty="0"/>
              <a:t>2</a:t>
            </a:r>
          </a:p>
        </p:txBody>
      </p:sp>
      <p:sp>
        <p:nvSpPr>
          <p:cNvPr id="24" name="Content Placeholder 23">
            <a:extLst>
              <a:ext uri="{FF2B5EF4-FFF2-40B4-BE49-F238E27FC236}">
                <a16:creationId xmlns:a16="http://schemas.microsoft.com/office/drawing/2014/main" id="{D78DF62A-8585-7D53-13C5-86BEC66463FA}"/>
              </a:ext>
            </a:extLst>
          </p:cNvPr>
          <p:cNvSpPr>
            <a:spLocks noGrp="1"/>
          </p:cNvSpPr>
          <p:nvPr>
            <p:ph idx="22"/>
          </p:nvPr>
        </p:nvSpPr>
        <p:spPr/>
        <p:txBody>
          <a:bodyPr/>
          <a:lstStyle/>
          <a:p>
            <a:r>
              <a:rPr lang="en-US" dirty="0"/>
              <a:t>Data Understanding</a:t>
            </a:r>
          </a:p>
        </p:txBody>
      </p:sp>
      <p:sp>
        <p:nvSpPr>
          <p:cNvPr id="22" name="Text Placeholder 21">
            <a:extLst>
              <a:ext uri="{FF2B5EF4-FFF2-40B4-BE49-F238E27FC236}">
                <a16:creationId xmlns:a16="http://schemas.microsoft.com/office/drawing/2014/main" id="{8A0B9E78-313F-C771-F88A-35DEBD92AB6B}"/>
              </a:ext>
            </a:extLst>
          </p:cNvPr>
          <p:cNvSpPr>
            <a:spLocks noGrp="1"/>
          </p:cNvSpPr>
          <p:nvPr>
            <p:ph type="body" sz="quarter" idx="19"/>
          </p:nvPr>
        </p:nvSpPr>
        <p:spPr/>
        <p:txBody>
          <a:bodyPr/>
          <a:lstStyle/>
          <a:p>
            <a:r>
              <a:rPr lang="en-US" dirty="0"/>
              <a:t>3</a:t>
            </a:r>
          </a:p>
        </p:txBody>
      </p:sp>
      <p:sp>
        <p:nvSpPr>
          <p:cNvPr id="25" name="Content Placeholder 24">
            <a:extLst>
              <a:ext uri="{FF2B5EF4-FFF2-40B4-BE49-F238E27FC236}">
                <a16:creationId xmlns:a16="http://schemas.microsoft.com/office/drawing/2014/main" id="{30E1121E-F4C1-BC14-2845-9132AF84CF73}"/>
              </a:ext>
            </a:extLst>
          </p:cNvPr>
          <p:cNvSpPr>
            <a:spLocks noGrp="1"/>
          </p:cNvSpPr>
          <p:nvPr>
            <p:ph idx="23"/>
          </p:nvPr>
        </p:nvSpPr>
        <p:spPr/>
        <p:txBody>
          <a:bodyPr/>
          <a:lstStyle/>
          <a:p>
            <a:r>
              <a:rPr lang="en-US" dirty="0"/>
              <a:t>Mock-ups of Dashboard</a:t>
            </a:r>
          </a:p>
        </p:txBody>
      </p:sp>
      <p:sp>
        <p:nvSpPr>
          <p:cNvPr id="23" name="Text Placeholder 22">
            <a:extLst>
              <a:ext uri="{FF2B5EF4-FFF2-40B4-BE49-F238E27FC236}">
                <a16:creationId xmlns:a16="http://schemas.microsoft.com/office/drawing/2014/main" id="{EED6A0B9-18FA-27A7-6DDD-5B90D3F2939E}"/>
              </a:ext>
            </a:extLst>
          </p:cNvPr>
          <p:cNvSpPr>
            <a:spLocks noGrp="1"/>
          </p:cNvSpPr>
          <p:nvPr>
            <p:ph type="body" sz="quarter" idx="21"/>
          </p:nvPr>
        </p:nvSpPr>
        <p:spPr>
          <a:solidFill>
            <a:schemeClr val="tx2"/>
          </a:solidFill>
        </p:spPr>
        <p:txBody>
          <a:bodyPr/>
          <a:lstStyle/>
          <a:p>
            <a:r>
              <a:rPr lang="en-US" dirty="0"/>
              <a:t>4</a:t>
            </a:r>
          </a:p>
        </p:txBody>
      </p:sp>
      <p:sp>
        <p:nvSpPr>
          <p:cNvPr id="17" name="Title 16">
            <a:extLst>
              <a:ext uri="{FF2B5EF4-FFF2-40B4-BE49-F238E27FC236}">
                <a16:creationId xmlns:a16="http://schemas.microsoft.com/office/drawing/2014/main" id="{6D687769-DAE0-92BC-5163-FA6DA5512772}"/>
              </a:ext>
            </a:extLst>
          </p:cNvPr>
          <p:cNvSpPr>
            <a:spLocks noGrp="1"/>
          </p:cNvSpPr>
          <p:nvPr>
            <p:ph type="title"/>
          </p:nvPr>
        </p:nvSpPr>
        <p:spPr/>
        <p:txBody>
          <a:bodyPr/>
          <a:lstStyle/>
          <a:p>
            <a:r>
              <a:rPr lang="en-US" dirty="0"/>
              <a:t>Agenda</a:t>
            </a:r>
          </a:p>
        </p:txBody>
      </p:sp>
      <p:sp>
        <p:nvSpPr>
          <p:cNvPr id="26" name="Content Placeholder 25">
            <a:extLst>
              <a:ext uri="{FF2B5EF4-FFF2-40B4-BE49-F238E27FC236}">
                <a16:creationId xmlns:a16="http://schemas.microsoft.com/office/drawing/2014/main" id="{739604B2-7B77-0BF5-C22B-E6FAA5F62CA4}"/>
              </a:ext>
            </a:extLst>
          </p:cNvPr>
          <p:cNvSpPr>
            <a:spLocks noGrp="1"/>
          </p:cNvSpPr>
          <p:nvPr>
            <p:ph idx="24"/>
          </p:nvPr>
        </p:nvSpPr>
        <p:spPr/>
        <p:txBody>
          <a:bodyPr/>
          <a:lstStyle/>
          <a:p>
            <a:r>
              <a:rPr lang="en-US" dirty="0"/>
              <a:t>Insights and Recommendations</a:t>
            </a:r>
          </a:p>
        </p:txBody>
      </p:sp>
      <p:sp>
        <p:nvSpPr>
          <p:cNvPr id="27" name="Text Placeholder 26">
            <a:extLst>
              <a:ext uri="{FF2B5EF4-FFF2-40B4-BE49-F238E27FC236}">
                <a16:creationId xmlns:a16="http://schemas.microsoft.com/office/drawing/2014/main" id="{A9C24F47-0061-588D-7EE6-42AEE9573757}"/>
              </a:ext>
            </a:extLst>
          </p:cNvPr>
          <p:cNvSpPr>
            <a:spLocks noGrp="1"/>
          </p:cNvSpPr>
          <p:nvPr>
            <p:ph type="body" sz="quarter" idx="25"/>
          </p:nvPr>
        </p:nvSpPr>
        <p:spPr/>
        <p:txBody>
          <a:bodyPr/>
          <a:lstStyle/>
          <a:p>
            <a:r>
              <a:rPr lang="en-US" dirty="0"/>
              <a:t>5</a:t>
            </a:r>
          </a:p>
        </p:txBody>
      </p:sp>
      <p:sp>
        <p:nvSpPr>
          <p:cNvPr id="2" name="Text Placeholder 17">
            <a:extLst>
              <a:ext uri="{FF2B5EF4-FFF2-40B4-BE49-F238E27FC236}">
                <a16:creationId xmlns:a16="http://schemas.microsoft.com/office/drawing/2014/main" id="{8F8B5402-3CB6-272A-C5A4-F00B0B76D85A}"/>
              </a:ext>
            </a:extLst>
          </p:cNvPr>
          <p:cNvSpPr txBox="1">
            <a:spLocks/>
          </p:cNvSpPr>
          <p:nvPr/>
        </p:nvSpPr>
        <p:spPr>
          <a:xfrm>
            <a:off x="587106" y="2186839"/>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2</a:t>
            </a:r>
          </a:p>
        </p:txBody>
      </p:sp>
      <p:sp>
        <p:nvSpPr>
          <p:cNvPr id="5" name="Text Placeholder 21">
            <a:extLst>
              <a:ext uri="{FF2B5EF4-FFF2-40B4-BE49-F238E27FC236}">
                <a16:creationId xmlns:a16="http://schemas.microsoft.com/office/drawing/2014/main" id="{1DF97441-B726-F65D-86DE-257C26FF7A12}"/>
              </a:ext>
            </a:extLst>
          </p:cNvPr>
          <p:cNvSpPr txBox="1">
            <a:spLocks/>
          </p:cNvSpPr>
          <p:nvPr/>
        </p:nvSpPr>
        <p:spPr>
          <a:xfrm>
            <a:off x="602981" y="1463992"/>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a:t>
            </a:r>
          </a:p>
        </p:txBody>
      </p:sp>
    </p:spTree>
    <p:custDataLst>
      <p:tags r:id="rId1"/>
    </p:custDataLst>
    <p:extLst>
      <p:ext uri="{BB962C8B-B14F-4D97-AF65-F5344CB8AC3E}">
        <p14:creationId xmlns:p14="http://schemas.microsoft.com/office/powerpoint/2010/main" val="12031300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0AA72-E5E1-36F4-81AE-4808BA7EFC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CD5EFC-3E55-7A54-287C-16D2E4D3CD53}"/>
              </a:ext>
            </a:extLst>
          </p:cNvPr>
          <p:cNvSpPr>
            <a:spLocks noGrp="1"/>
          </p:cNvSpPr>
          <p:nvPr>
            <p:ph type="title"/>
          </p:nvPr>
        </p:nvSpPr>
        <p:spPr>
          <a:xfrm>
            <a:off x="381000" y="180520"/>
            <a:ext cx="11430000" cy="777195"/>
          </a:xfrm>
        </p:spPr>
        <p:txBody>
          <a:bodyPr/>
          <a:lstStyle/>
          <a:p>
            <a:r>
              <a:rPr lang="en-US" dirty="0"/>
              <a:t>Project Performance Metrics</a:t>
            </a:r>
            <a:endParaRPr lang="en-IN" dirty="0"/>
          </a:p>
        </p:txBody>
      </p:sp>
      <p:sp>
        <p:nvSpPr>
          <p:cNvPr id="5" name="Text Placeholder 4">
            <a:extLst>
              <a:ext uri="{FF2B5EF4-FFF2-40B4-BE49-F238E27FC236}">
                <a16:creationId xmlns:a16="http://schemas.microsoft.com/office/drawing/2014/main" id="{CA0CEBE8-FD95-24F9-F2A8-C8A18A32430C}"/>
              </a:ext>
            </a:extLst>
          </p:cNvPr>
          <p:cNvSpPr>
            <a:spLocks noGrp="1"/>
          </p:cNvSpPr>
          <p:nvPr>
            <p:ph type="body" sz="quarter" idx="10"/>
          </p:nvPr>
        </p:nvSpPr>
        <p:spPr>
          <a:xfrm>
            <a:off x="381000" y="770022"/>
            <a:ext cx="11430000" cy="5438274"/>
          </a:xfrm>
        </p:spPr>
        <p:txBody>
          <a:bodyPr/>
          <a:lstStyle/>
          <a:p>
            <a:pPr marL="285750" indent="-285750">
              <a:buFont typeface="Arial" panose="020B0604020202020204" pitchFamily="34" charset="0"/>
              <a:buChar char="•"/>
            </a:pPr>
            <a:endParaRPr lang="en-US" dirty="0"/>
          </a:p>
        </p:txBody>
      </p:sp>
      <p:pic>
        <p:nvPicPr>
          <p:cNvPr id="4" name="Picture 3" descr="A close-up of a graph">
            <a:extLst>
              <a:ext uri="{FF2B5EF4-FFF2-40B4-BE49-F238E27FC236}">
                <a16:creationId xmlns:a16="http://schemas.microsoft.com/office/drawing/2014/main" id="{28942C0D-29BB-0927-14D7-4F134F472291}"/>
              </a:ext>
            </a:extLst>
          </p:cNvPr>
          <p:cNvPicPr>
            <a:picLocks noChangeAspect="1"/>
          </p:cNvPicPr>
          <p:nvPr/>
        </p:nvPicPr>
        <p:blipFill>
          <a:blip r:embed="rId3"/>
          <a:stretch>
            <a:fillRect/>
          </a:stretch>
        </p:blipFill>
        <p:spPr>
          <a:xfrm>
            <a:off x="556439" y="770022"/>
            <a:ext cx="11079121" cy="5317956"/>
          </a:xfrm>
          <a:prstGeom prst="rect">
            <a:avLst/>
          </a:prstGeom>
        </p:spPr>
      </p:pic>
    </p:spTree>
    <p:custDataLst>
      <p:tags r:id="rId1"/>
    </p:custDataLst>
    <p:extLst>
      <p:ext uri="{BB962C8B-B14F-4D97-AF65-F5344CB8AC3E}">
        <p14:creationId xmlns:p14="http://schemas.microsoft.com/office/powerpoint/2010/main" val="478983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8626E5F-F8BA-6970-3D34-5B45664F5701}"/>
              </a:ext>
            </a:extLst>
          </p:cNvPr>
          <p:cNvSpPr>
            <a:spLocks noGrp="1"/>
          </p:cNvSpPr>
          <p:nvPr>
            <p:ph type="title"/>
          </p:nvPr>
        </p:nvSpPr>
        <p:spPr/>
        <p:txBody>
          <a:bodyPr/>
          <a:lstStyle/>
          <a:p>
            <a:r>
              <a:rPr lang="en-IN" dirty="0"/>
              <a:t>Resource Utilization Metric</a:t>
            </a:r>
          </a:p>
        </p:txBody>
      </p:sp>
      <p:pic>
        <p:nvPicPr>
          <p:cNvPr id="7" name="Content Placeholder 6">
            <a:extLst>
              <a:ext uri="{FF2B5EF4-FFF2-40B4-BE49-F238E27FC236}">
                <a16:creationId xmlns:a16="http://schemas.microsoft.com/office/drawing/2014/main" id="{BF0705B0-C7CC-19B0-F41F-0AE9DE754D67}"/>
              </a:ext>
            </a:extLst>
          </p:cNvPr>
          <p:cNvPicPr>
            <a:picLocks noGrp="1" noChangeAspect="1"/>
          </p:cNvPicPr>
          <p:nvPr>
            <p:ph idx="1"/>
          </p:nvPr>
        </p:nvPicPr>
        <p:blipFill>
          <a:blip r:embed="rId2"/>
          <a:stretch>
            <a:fillRect/>
          </a:stretch>
        </p:blipFill>
        <p:spPr>
          <a:xfrm>
            <a:off x="381000" y="856649"/>
            <a:ext cx="11044187" cy="5302852"/>
          </a:xfrm>
        </p:spPr>
      </p:pic>
    </p:spTree>
    <p:extLst>
      <p:ext uri="{BB962C8B-B14F-4D97-AF65-F5344CB8AC3E}">
        <p14:creationId xmlns:p14="http://schemas.microsoft.com/office/powerpoint/2010/main" val="2629897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32F965C-8B3E-A984-58AB-B0B3A2135F15}"/>
              </a:ext>
            </a:extLst>
          </p:cNvPr>
          <p:cNvSpPr>
            <a:spLocks noGrp="1"/>
          </p:cNvSpPr>
          <p:nvPr>
            <p:ph type="title"/>
          </p:nvPr>
        </p:nvSpPr>
        <p:spPr/>
        <p:txBody>
          <a:bodyPr/>
          <a:lstStyle/>
          <a:p>
            <a:r>
              <a:rPr lang="en-IN" dirty="0"/>
              <a:t>Financial Performance Metrics</a:t>
            </a:r>
          </a:p>
        </p:txBody>
      </p:sp>
      <p:pic>
        <p:nvPicPr>
          <p:cNvPr id="6" name="Content Placeholder 5">
            <a:extLst>
              <a:ext uri="{FF2B5EF4-FFF2-40B4-BE49-F238E27FC236}">
                <a16:creationId xmlns:a16="http://schemas.microsoft.com/office/drawing/2014/main" id="{A8BF3BED-247A-412A-FCA1-F5AE5611A425}"/>
              </a:ext>
            </a:extLst>
          </p:cNvPr>
          <p:cNvPicPr>
            <a:picLocks noGrp="1" noChangeAspect="1"/>
          </p:cNvPicPr>
          <p:nvPr>
            <p:ph idx="1"/>
          </p:nvPr>
        </p:nvPicPr>
        <p:blipFill>
          <a:blip r:embed="rId2"/>
          <a:stretch>
            <a:fillRect/>
          </a:stretch>
        </p:blipFill>
        <p:spPr>
          <a:xfrm>
            <a:off x="381000" y="1138238"/>
            <a:ext cx="10245904" cy="5021262"/>
          </a:xfrm>
        </p:spPr>
      </p:pic>
    </p:spTree>
    <p:extLst>
      <p:ext uri="{BB962C8B-B14F-4D97-AF65-F5344CB8AC3E}">
        <p14:creationId xmlns:p14="http://schemas.microsoft.com/office/powerpoint/2010/main" val="25677783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D93880-8DD8-1DEE-2847-084F734F0B5F}"/>
              </a:ext>
            </a:extLst>
          </p:cNvPr>
          <p:cNvSpPr>
            <a:spLocks noGrp="1"/>
          </p:cNvSpPr>
          <p:nvPr>
            <p:ph type="title"/>
          </p:nvPr>
        </p:nvSpPr>
        <p:spPr/>
        <p:txBody>
          <a:bodyPr/>
          <a:lstStyle/>
          <a:p>
            <a:r>
              <a:rPr lang="en-IN" dirty="0"/>
              <a:t>Operational Efficiency Metrics</a:t>
            </a:r>
          </a:p>
        </p:txBody>
      </p:sp>
      <p:pic>
        <p:nvPicPr>
          <p:cNvPr id="6" name="Content Placeholder 5" descr="A group of blue bars&#10;&#10;AI-generated content may be incorrect.">
            <a:extLst>
              <a:ext uri="{FF2B5EF4-FFF2-40B4-BE49-F238E27FC236}">
                <a16:creationId xmlns:a16="http://schemas.microsoft.com/office/drawing/2014/main" id="{7FC91400-6B1A-658A-48DC-901542D82E8D}"/>
              </a:ext>
            </a:extLst>
          </p:cNvPr>
          <p:cNvPicPr>
            <a:picLocks noGrp="1" noChangeAspect="1"/>
          </p:cNvPicPr>
          <p:nvPr>
            <p:ph idx="1"/>
          </p:nvPr>
        </p:nvPicPr>
        <p:blipFill>
          <a:blip r:embed="rId2"/>
          <a:stretch>
            <a:fillRect/>
          </a:stretch>
        </p:blipFill>
        <p:spPr>
          <a:xfrm>
            <a:off x="381000" y="1098510"/>
            <a:ext cx="10359571" cy="5060990"/>
          </a:xfrm>
        </p:spPr>
      </p:pic>
    </p:spTree>
    <p:extLst>
      <p:ext uri="{BB962C8B-B14F-4D97-AF65-F5344CB8AC3E}">
        <p14:creationId xmlns:p14="http://schemas.microsoft.com/office/powerpoint/2010/main" val="62235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1B74771-026C-6E25-DA8A-AC835AA75D54}"/>
              </a:ext>
            </a:extLst>
          </p:cNvPr>
          <p:cNvSpPr>
            <a:spLocks noGrp="1"/>
          </p:cNvSpPr>
          <p:nvPr>
            <p:ph type="title"/>
          </p:nvPr>
        </p:nvSpPr>
        <p:spPr/>
        <p:txBody>
          <a:bodyPr/>
          <a:lstStyle/>
          <a:p>
            <a:r>
              <a:rPr lang="en-IN" dirty="0"/>
              <a:t>Project Essential Metrics</a:t>
            </a:r>
          </a:p>
        </p:txBody>
      </p:sp>
      <p:pic>
        <p:nvPicPr>
          <p:cNvPr id="6" name="Content Placeholder 5" descr="A screenshot of a graph&#10;&#10;AI-generated content may be incorrect.">
            <a:extLst>
              <a:ext uri="{FF2B5EF4-FFF2-40B4-BE49-F238E27FC236}">
                <a16:creationId xmlns:a16="http://schemas.microsoft.com/office/drawing/2014/main" id="{DF4C02AA-2063-A070-B48B-C8960E6F3A7D}"/>
              </a:ext>
            </a:extLst>
          </p:cNvPr>
          <p:cNvPicPr>
            <a:picLocks noGrp="1" noChangeAspect="1"/>
          </p:cNvPicPr>
          <p:nvPr>
            <p:ph idx="1"/>
          </p:nvPr>
        </p:nvPicPr>
        <p:blipFill>
          <a:blip r:embed="rId2"/>
          <a:stretch>
            <a:fillRect/>
          </a:stretch>
        </p:blipFill>
        <p:spPr>
          <a:xfrm>
            <a:off x="381000" y="1138785"/>
            <a:ext cx="10664371" cy="5020715"/>
          </a:xfrm>
        </p:spPr>
      </p:pic>
    </p:spTree>
    <p:extLst>
      <p:ext uri="{BB962C8B-B14F-4D97-AF65-F5344CB8AC3E}">
        <p14:creationId xmlns:p14="http://schemas.microsoft.com/office/powerpoint/2010/main" val="39508961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9C162-587E-239D-DFD2-795CB948E69B}"/>
            </a:ext>
          </a:extLst>
        </p:cNvPr>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C4583A72-6744-090B-7B73-A53EC7D2AA53}"/>
              </a:ext>
            </a:extLst>
          </p:cNvPr>
          <p:cNvSpPr>
            <a:spLocks noGrp="1"/>
          </p:cNvSpPr>
          <p:nvPr>
            <p:ph idx="15"/>
          </p:nvPr>
        </p:nvSpPr>
        <p:spPr>
          <a:xfrm>
            <a:off x="467628" y="1555432"/>
            <a:ext cx="11430000" cy="365760"/>
          </a:xfrm>
        </p:spPr>
        <p:txBody>
          <a:bodyPr/>
          <a:lstStyle/>
          <a:p>
            <a:r>
              <a:rPr lang="en-US" dirty="0"/>
              <a:t>Problem Statement</a:t>
            </a:r>
          </a:p>
        </p:txBody>
      </p:sp>
      <p:sp>
        <p:nvSpPr>
          <p:cNvPr id="20" name="Content Placeholder 19">
            <a:extLst>
              <a:ext uri="{FF2B5EF4-FFF2-40B4-BE49-F238E27FC236}">
                <a16:creationId xmlns:a16="http://schemas.microsoft.com/office/drawing/2014/main" id="{7DC7AD42-B405-99FF-6CE4-B315BBD7A770}"/>
              </a:ext>
            </a:extLst>
          </p:cNvPr>
          <p:cNvSpPr>
            <a:spLocks noGrp="1"/>
          </p:cNvSpPr>
          <p:nvPr>
            <p:ph idx="16"/>
          </p:nvPr>
        </p:nvSpPr>
        <p:spPr/>
        <p:txBody>
          <a:bodyPr/>
          <a:lstStyle/>
          <a:p>
            <a:r>
              <a:rPr lang="en-US" dirty="0"/>
              <a:t>Expected Deliverables</a:t>
            </a:r>
          </a:p>
        </p:txBody>
      </p:sp>
      <p:sp>
        <p:nvSpPr>
          <p:cNvPr id="21" name="Text Placeholder 20">
            <a:extLst>
              <a:ext uri="{FF2B5EF4-FFF2-40B4-BE49-F238E27FC236}">
                <a16:creationId xmlns:a16="http://schemas.microsoft.com/office/drawing/2014/main" id="{7F763078-19A6-956B-F39D-BDA8AD968947}"/>
              </a:ext>
            </a:extLst>
          </p:cNvPr>
          <p:cNvSpPr>
            <a:spLocks noGrp="1"/>
          </p:cNvSpPr>
          <p:nvPr>
            <p:ph type="body" sz="quarter" idx="17"/>
          </p:nvPr>
        </p:nvSpPr>
        <p:spPr/>
        <p:txBody>
          <a:bodyPr/>
          <a:lstStyle/>
          <a:p>
            <a:r>
              <a:rPr lang="en-US" dirty="0"/>
              <a:t>2</a:t>
            </a:r>
          </a:p>
        </p:txBody>
      </p:sp>
      <p:sp>
        <p:nvSpPr>
          <p:cNvPr id="24" name="Content Placeholder 23">
            <a:extLst>
              <a:ext uri="{FF2B5EF4-FFF2-40B4-BE49-F238E27FC236}">
                <a16:creationId xmlns:a16="http://schemas.microsoft.com/office/drawing/2014/main" id="{02A0F5B6-8BD2-F152-7EEB-2FA181A05241}"/>
              </a:ext>
            </a:extLst>
          </p:cNvPr>
          <p:cNvSpPr>
            <a:spLocks noGrp="1"/>
          </p:cNvSpPr>
          <p:nvPr>
            <p:ph idx="22"/>
          </p:nvPr>
        </p:nvSpPr>
        <p:spPr/>
        <p:txBody>
          <a:bodyPr/>
          <a:lstStyle/>
          <a:p>
            <a:r>
              <a:rPr lang="en-US" dirty="0"/>
              <a:t>Data Understanding</a:t>
            </a:r>
          </a:p>
        </p:txBody>
      </p:sp>
      <p:sp>
        <p:nvSpPr>
          <p:cNvPr id="22" name="Text Placeholder 21">
            <a:extLst>
              <a:ext uri="{FF2B5EF4-FFF2-40B4-BE49-F238E27FC236}">
                <a16:creationId xmlns:a16="http://schemas.microsoft.com/office/drawing/2014/main" id="{8FEF9A9A-19C4-6CFA-03CD-B1AB762C84F5}"/>
              </a:ext>
            </a:extLst>
          </p:cNvPr>
          <p:cNvSpPr>
            <a:spLocks noGrp="1"/>
          </p:cNvSpPr>
          <p:nvPr>
            <p:ph type="body" sz="quarter" idx="19"/>
          </p:nvPr>
        </p:nvSpPr>
        <p:spPr/>
        <p:txBody>
          <a:bodyPr/>
          <a:lstStyle/>
          <a:p>
            <a:r>
              <a:rPr lang="en-US" dirty="0"/>
              <a:t>3</a:t>
            </a:r>
          </a:p>
        </p:txBody>
      </p:sp>
      <p:sp>
        <p:nvSpPr>
          <p:cNvPr id="25" name="Content Placeholder 24">
            <a:extLst>
              <a:ext uri="{FF2B5EF4-FFF2-40B4-BE49-F238E27FC236}">
                <a16:creationId xmlns:a16="http://schemas.microsoft.com/office/drawing/2014/main" id="{BAE71C9B-C784-BEDA-73A8-E802C8F88986}"/>
              </a:ext>
            </a:extLst>
          </p:cNvPr>
          <p:cNvSpPr>
            <a:spLocks noGrp="1"/>
          </p:cNvSpPr>
          <p:nvPr>
            <p:ph idx="23"/>
          </p:nvPr>
        </p:nvSpPr>
        <p:spPr/>
        <p:txBody>
          <a:bodyPr/>
          <a:lstStyle/>
          <a:p>
            <a:r>
              <a:rPr lang="en-US" dirty="0"/>
              <a:t>Mock-ups of Dashboard</a:t>
            </a:r>
          </a:p>
        </p:txBody>
      </p:sp>
      <p:sp>
        <p:nvSpPr>
          <p:cNvPr id="23" name="Text Placeholder 22">
            <a:extLst>
              <a:ext uri="{FF2B5EF4-FFF2-40B4-BE49-F238E27FC236}">
                <a16:creationId xmlns:a16="http://schemas.microsoft.com/office/drawing/2014/main" id="{379AA438-1CCE-E295-433D-8EB58C27404B}"/>
              </a:ext>
            </a:extLst>
          </p:cNvPr>
          <p:cNvSpPr>
            <a:spLocks noGrp="1"/>
          </p:cNvSpPr>
          <p:nvPr>
            <p:ph type="body" sz="quarter" idx="21"/>
          </p:nvPr>
        </p:nvSpPr>
        <p:spPr>
          <a:solidFill>
            <a:schemeClr val="bg1">
              <a:lumMod val="85000"/>
            </a:schemeClr>
          </a:solidFill>
        </p:spPr>
        <p:txBody>
          <a:bodyPr/>
          <a:lstStyle/>
          <a:p>
            <a:r>
              <a:rPr lang="en-US" dirty="0"/>
              <a:t>4</a:t>
            </a:r>
          </a:p>
        </p:txBody>
      </p:sp>
      <p:sp>
        <p:nvSpPr>
          <p:cNvPr id="17" name="Title 16">
            <a:extLst>
              <a:ext uri="{FF2B5EF4-FFF2-40B4-BE49-F238E27FC236}">
                <a16:creationId xmlns:a16="http://schemas.microsoft.com/office/drawing/2014/main" id="{542AE112-860E-1746-B4C6-439F71A9B7D8}"/>
              </a:ext>
            </a:extLst>
          </p:cNvPr>
          <p:cNvSpPr>
            <a:spLocks noGrp="1"/>
          </p:cNvSpPr>
          <p:nvPr>
            <p:ph type="title"/>
          </p:nvPr>
        </p:nvSpPr>
        <p:spPr/>
        <p:txBody>
          <a:bodyPr/>
          <a:lstStyle/>
          <a:p>
            <a:r>
              <a:rPr lang="en-US" dirty="0"/>
              <a:t>Agenda</a:t>
            </a:r>
          </a:p>
        </p:txBody>
      </p:sp>
      <p:sp>
        <p:nvSpPr>
          <p:cNvPr id="26" name="Content Placeholder 25">
            <a:extLst>
              <a:ext uri="{FF2B5EF4-FFF2-40B4-BE49-F238E27FC236}">
                <a16:creationId xmlns:a16="http://schemas.microsoft.com/office/drawing/2014/main" id="{A0AA493A-C5EF-35E2-0DE0-ADC1721D3890}"/>
              </a:ext>
            </a:extLst>
          </p:cNvPr>
          <p:cNvSpPr>
            <a:spLocks noGrp="1"/>
          </p:cNvSpPr>
          <p:nvPr>
            <p:ph idx="24"/>
          </p:nvPr>
        </p:nvSpPr>
        <p:spPr/>
        <p:txBody>
          <a:bodyPr/>
          <a:lstStyle/>
          <a:p>
            <a:r>
              <a:rPr lang="en-US" dirty="0"/>
              <a:t>Insights and Recommendations</a:t>
            </a:r>
          </a:p>
        </p:txBody>
      </p:sp>
      <p:sp>
        <p:nvSpPr>
          <p:cNvPr id="27" name="Text Placeholder 26">
            <a:extLst>
              <a:ext uri="{FF2B5EF4-FFF2-40B4-BE49-F238E27FC236}">
                <a16:creationId xmlns:a16="http://schemas.microsoft.com/office/drawing/2014/main" id="{59EF056C-D896-0232-54DA-CC2551AABF39}"/>
              </a:ext>
            </a:extLst>
          </p:cNvPr>
          <p:cNvSpPr>
            <a:spLocks noGrp="1"/>
          </p:cNvSpPr>
          <p:nvPr>
            <p:ph type="body" sz="quarter" idx="25"/>
          </p:nvPr>
        </p:nvSpPr>
        <p:spPr>
          <a:solidFill>
            <a:schemeClr val="tx2"/>
          </a:solidFill>
        </p:spPr>
        <p:txBody>
          <a:bodyPr/>
          <a:lstStyle/>
          <a:p>
            <a:r>
              <a:rPr lang="en-US" dirty="0"/>
              <a:t>5</a:t>
            </a:r>
          </a:p>
        </p:txBody>
      </p:sp>
      <p:sp>
        <p:nvSpPr>
          <p:cNvPr id="2" name="Text Placeholder 17">
            <a:extLst>
              <a:ext uri="{FF2B5EF4-FFF2-40B4-BE49-F238E27FC236}">
                <a16:creationId xmlns:a16="http://schemas.microsoft.com/office/drawing/2014/main" id="{75C71272-D9F8-9BA1-0437-B7057AB3708B}"/>
              </a:ext>
            </a:extLst>
          </p:cNvPr>
          <p:cNvSpPr txBox="1">
            <a:spLocks/>
          </p:cNvSpPr>
          <p:nvPr/>
        </p:nvSpPr>
        <p:spPr>
          <a:xfrm>
            <a:off x="587106" y="2186839"/>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2</a:t>
            </a:r>
          </a:p>
        </p:txBody>
      </p:sp>
      <p:sp>
        <p:nvSpPr>
          <p:cNvPr id="5" name="Text Placeholder 21">
            <a:extLst>
              <a:ext uri="{FF2B5EF4-FFF2-40B4-BE49-F238E27FC236}">
                <a16:creationId xmlns:a16="http://schemas.microsoft.com/office/drawing/2014/main" id="{F1FB352B-58B1-A02D-DB64-8F8F01DAC2AF}"/>
              </a:ext>
            </a:extLst>
          </p:cNvPr>
          <p:cNvSpPr txBox="1">
            <a:spLocks/>
          </p:cNvSpPr>
          <p:nvPr/>
        </p:nvSpPr>
        <p:spPr>
          <a:xfrm>
            <a:off x="602981" y="1463992"/>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a:t>
            </a:r>
          </a:p>
        </p:txBody>
      </p:sp>
    </p:spTree>
    <p:custDataLst>
      <p:tags r:id="rId1"/>
    </p:custDataLst>
    <p:extLst>
      <p:ext uri="{BB962C8B-B14F-4D97-AF65-F5344CB8AC3E}">
        <p14:creationId xmlns:p14="http://schemas.microsoft.com/office/powerpoint/2010/main" val="6900626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DA425-2183-0C90-CB3C-7C3F22DE52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E37B38-5C8B-671B-7731-A10A7D6DA256}"/>
              </a:ext>
            </a:extLst>
          </p:cNvPr>
          <p:cNvSpPr>
            <a:spLocks noGrp="1"/>
          </p:cNvSpPr>
          <p:nvPr>
            <p:ph type="title"/>
          </p:nvPr>
        </p:nvSpPr>
        <p:spPr/>
        <p:txBody>
          <a:bodyPr/>
          <a:lstStyle/>
          <a:p>
            <a:r>
              <a:rPr lang="en-IN" dirty="0"/>
              <a:t>Overrun Percentage By Project</a:t>
            </a:r>
          </a:p>
        </p:txBody>
      </p:sp>
      <p:sp>
        <p:nvSpPr>
          <p:cNvPr id="5" name="Text Placeholder 4">
            <a:extLst>
              <a:ext uri="{FF2B5EF4-FFF2-40B4-BE49-F238E27FC236}">
                <a16:creationId xmlns:a16="http://schemas.microsoft.com/office/drawing/2014/main" id="{E8105E50-6416-15DC-D7E2-F7FB873CDFB1}"/>
              </a:ext>
            </a:extLst>
          </p:cNvPr>
          <p:cNvSpPr>
            <a:spLocks noGrp="1"/>
          </p:cNvSpPr>
          <p:nvPr>
            <p:ph type="body" sz="quarter" idx="10"/>
          </p:nvPr>
        </p:nvSpPr>
        <p:spPr>
          <a:xfrm>
            <a:off x="381000" y="1170535"/>
            <a:ext cx="11430000" cy="2959013"/>
          </a:xfrm>
        </p:spPr>
        <p:txBody>
          <a:bodyPr/>
          <a:lstStyle/>
          <a:p>
            <a:pPr marL="285750" indent="-285750">
              <a:buFont typeface="Arial" panose="020B0604020202020204" pitchFamily="34" charset="0"/>
              <a:buChar char="•"/>
            </a:pPr>
            <a:r>
              <a:rPr lang="en-US" b="1" dirty="0"/>
              <a:t>Approach</a:t>
            </a:r>
            <a:r>
              <a:rPr lang="en-US" dirty="0"/>
              <a:t>: Calculated overrun percentage to highlight deviation between budget and actual cost.</a:t>
            </a:r>
          </a:p>
          <a:p>
            <a:pPr>
              <a:buFont typeface="Arial" panose="020B0604020202020204" pitchFamily="34" charset="0"/>
              <a:buChar char="•"/>
            </a:pPr>
            <a:r>
              <a:rPr lang="en-US" b="1" dirty="0"/>
              <a:t>    Insight</a:t>
            </a:r>
            <a:r>
              <a:rPr lang="en-US" dirty="0"/>
              <a:t>: </a:t>
            </a:r>
            <a:r>
              <a:rPr lang="en-US" b="1" dirty="0"/>
              <a:t>P1001 (35%)</a:t>
            </a:r>
            <a:r>
              <a:rPr lang="en-US" dirty="0"/>
              <a:t> and </a:t>
            </a:r>
            <a:r>
              <a:rPr lang="en-US" b="1" dirty="0"/>
              <a:t>P1003 (26%)</a:t>
            </a:r>
            <a:r>
              <a:rPr lang="en-US" dirty="0"/>
              <a:t> </a:t>
            </a:r>
            <a:r>
              <a:rPr lang="en-US" sz="1400" dirty="0"/>
              <a:t>are critical outliers with major financial deviation this will happen when</a:t>
            </a:r>
            <a:endParaRPr lang="en-US" dirty="0"/>
          </a:p>
          <a:p>
            <a:r>
              <a:rPr lang="en-US" dirty="0"/>
              <a:t>                   </a:t>
            </a:r>
            <a:r>
              <a:rPr lang="en-US" sz="1400" dirty="0"/>
              <a:t>overutilizing of human resources on projects.</a:t>
            </a:r>
          </a:p>
          <a:p>
            <a:pPr>
              <a:buFont typeface="Arial" panose="020B0604020202020204" pitchFamily="34" charset="0"/>
              <a:buChar char="•"/>
            </a:pPr>
            <a:r>
              <a:rPr lang="en-US" b="1" dirty="0"/>
              <a:t>    Recommendations:</a:t>
            </a:r>
          </a:p>
          <a:p>
            <a:pPr>
              <a:buFont typeface="Arial" panose="020B0604020202020204" pitchFamily="34" charset="0"/>
              <a:buChar char="•"/>
            </a:pPr>
            <a:r>
              <a:rPr lang="en-US" sz="1600" b="1" dirty="0"/>
              <a:t>    </a:t>
            </a:r>
            <a:r>
              <a:rPr lang="en-US" sz="1600" dirty="0"/>
              <a:t>Strengthen </a:t>
            </a:r>
            <a:r>
              <a:rPr lang="en-US" sz="1600" b="1" dirty="0"/>
              <a:t>resource planning</a:t>
            </a:r>
            <a:r>
              <a:rPr lang="en-US" dirty="0"/>
              <a:t>—</a:t>
            </a:r>
            <a:r>
              <a:rPr lang="en-US" sz="1400" dirty="0"/>
              <a:t>ensure proper alignment of skills and task needs</a:t>
            </a:r>
            <a:r>
              <a:rPr lang="en-US" dirty="0"/>
              <a:t>. </a:t>
            </a:r>
          </a:p>
          <a:p>
            <a:pPr>
              <a:buFont typeface="Arial" panose="020B0604020202020204" pitchFamily="34" charset="0"/>
              <a:buChar char="•"/>
            </a:pPr>
            <a:r>
              <a:rPr lang="en-US" sz="1400" dirty="0"/>
              <a:t>     Assign a </a:t>
            </a:r>
            <a:r>
              <a:rPr lang="en-US" sz="1400" b="1" dirty="0"/>
              <a:t>project controller</a:t>
            </a:r>
            <a:r>
              <a:rPr lang="en-US" sz="1400" dirty="0"/>
              <a:t> for weekly budget burn tracking.</a:t>
            </a:r>
          </a:p>
          <a:p>
            <a:pPr lvl="1"/>
            <a:endParaRPr lang="en-US" dirty="0"/>
          </a:p>
        </p:txBody>
      </p:sp>
    </p:spTree>
    <p:custDataLst>
      <p:tags r:id="rId1"/>
    </p:custDataLst>
    <p:extLst>
      <p:ext uri="{BB962C8B-B14F-4D97-AF65-F5344CB8AC3E}">
        <p14:creationId xmlns:p14="http://schemas.microsoft.com/office/powerpoint/2010/main" val="21518530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777158-DA5D-4F95-C200-0BB3111376C0}"/>
              </a:ext>
            </a:extLst>
          </p:cNvPr>
          <p:cNvSpPr>
            <a:spLocks noGrp="1"/>
          </p:cNvSpPr>
          <p:nvPr>
            <p:ph idx="1"/>
          </p:nvPr>
        </p:nvSpPr>
        <p:spPr>
          <a:xfrm>
            <a:off x="381000" y="1223962"/>
            <a:ext cx="11430000" cy="4915581"/>
          </a:xfrm>
        </p:spPr>
        <p:txBody>
          <a:bodyPr/>
          <a:lstStyle/>
          <a:p>
            <a:pPr marL="285750" indent="-285750">
              <a:buFont typeface="Arial" panose="020B0604020202020204" pitchFamily="34" charset="0"/>
              <a:buChar char="•"/>
            </a:pPr>
            <a:r>
              <a:rPr lang="en-US" sz="1400" b="1" dirty="0"/>
              <a:t>Approach</a:t>
            </a:r>
            <a:r>
              <a:rPr lang="en-US" sz="1400" dirty="0"/>
              <a:t>: Calculated Actual hours and Allocated Hours for Employee.</a:t>
            </a:r>
            <a:endParaRPr lang="en-US" dirty="0"/>
          </a:p>
          <a:p>
            <a:pPr>
              <a:buFont typeface="Arial" panose="020B0604020202020204" pitchFamily="34" charset="0"/>
              <a:buChar char="•"/>
            </a:pPr>
            <a:r>
              <a:rPr lang="en-US" sz="1600" b="1" dirty="0"/>
              <a:t> Insights:</a:t>
            </a:r>
            <a:r>
              <a:rPr lang="en-US" dirty="0"/>
              <a:t>: </a:t>
            </a:r>
          </a:p>
          <a:p>
            <a:pPr>
              <a:buNone/>
            </a:pPr>
            <a:r>
              <a:rPr lang="en-US" b="1" dirty="0"/>
              <a:t>	</a:t>
            </a:r>
            <a:r>
              <a:rPr lang="en-US" sz="1600" b="1" dirty="0"/>
              <a:t>Overutilized Employees</a:t>
            </a:r>
            <a:r>
              <a:rPr lang="en-US" dirty="0"/>
              <a:t>:</a:t>
            </a:r>
          </a:p>
          <a:p>
            <a:r>
              <a:rPr lang="en-US" sz="1400" dirty="0"/>
              <a:t>Employees working beyond capacity risk burnout and decreased performance</a:t>
            </a:r>
            <a:r>
              <a:rPr lang="en-US" dirty="0"/>
              <a:t>.</a:t>
            </a:r>
          </a:p>
          <a:p>
            <a:pPr>
              <a:buNone/>
            </a:pPr>
            <a:r>
              <a:rPr lang="en-US" dirty="0"/>
              <a:t>	</a:t>
            </a:r>
          </a:p>
          <a:p>
            <a:pPr>
              <a:buNone/>
            </a:pPr>
            <a:r>
              <a:rPr lang="en-US" b="1" dirty="0"/>
              <a:t>	</a:t>
            </a:r>
            <a:r>
              <a:rPr lang="en-US" sz="1600" b="1" dirty="0"/>
              <a:t>Underutilized Employees</a:t>
            </a:r>
            <a:r>
              <a:rPr lang="en-US" sz="1600" dirty="0"/>
              <a:t>:</a:t>
            </a:r>
          </a:p>
          <a:p>
            <a:r>
              <a:rPr lang="en-US" sz="1400" dirty="0"/>
              <a:t>Underutilization can lead to disengagement and a loss of motivation.</a:t>
            </a:r>
          </a:p>
          <a:p>
            <a:pPr lvl="1"/>
            <a:endParaRPr lang="en-US" dirty="0"/>
          </a:p>
          <a:p>
            <a:r>
              <a:rPr lang="en-US" sz="1600" b="1" dirty="0"/>
              <a:t> Recommendations:</a:t>
            </a:r>
          </a:p>
          <a:p>
            <a:pPr marL="0" indent="0">
              <a:buNone/>
            </a:pPr>
            <a:r>
              <a:rPr lang="en-US" b="1" dirty="0"/>
              <a:t>        For Overutilized Employees</a:t>
            </a:r>
          </a:p>
          <a:p>
            <a:r>
              <a:rPr lang="en-US" b="1" dirty="0"/>
              <a:t> </a:t>
            </a:r>
            <a:r>
              <a:rPr lang="en-US" sz="1600" b="1" dirty="0"/>
              <a:t>Redistribute Workload</a:t>
            </a:r>
            <a:r>
              <a:rPr lang="en-US" dirty="0"/>
              <a:t>: </a:t>
            </a:r>
            <a:r>
              <a:rPr lang="en-US" sz="1400" dirty="0"/>
              <a:t>Assign tasks to underutilized employees or increase team size to alleviate pressure</a:t>
            </a:r>
            <a:r>
              <a:rPr lang="en-US" dirty="0"/>
              <a:t>.</a:t>
            </a:r>
          </a:p>
          <a:p>
            <a:pPr>
              <a:buNone/>
            </a:pPr>
            <a:r>
              <a:rPr lang="en-US" sz="1600" dirty="0"/>
              <a:t>      </a:t>
            </a:r>
            <a:r>
              <a:rPr lang="en-US" sz="1600" b="1" dirty="0"/>
              <a:t>For Underutilized Employees</a:t>
            </a:r>
            <a:r>
              <a:rPr lang="en-US" dirty="0"/>
              <a:t>:</a:t>
            </a:r>
          </a:p>
          <a:p>
            <a:pPr>
              <a:buFont typeface="Arial" panose="020B0604020202020204" pitchFamily="34" charset="0"/>
              <a:buChar char="•"/>
            </a:pPr>
            <a:r>
              <a:rPr lang="en-US" b="1" dirty="0"/>
              <a:t>Increase Task Allocation</a:t>
            </a:r>
            <a:r>
              <a:rPr lang="en-US" sz="1400" dirty="0"/>
              <a:t>: Assign them to more strategic or high-priority projects that match their skills.</a:t>
            </a:r>
          </a:p>
          <a:p>
            <a:pPr marL="0" indent="0">
              <a:buNone/>
            </a:pPr>
            <a:endParaRPr lang="en-US" sz="1400" dirty="0"/>
          </a:p>
          <a:p>
            <a:pPr marL="228600" lvl="1" indent="0">
              <a:buNone/>
            </a:pPr>
            <a:endParaRPr lang="en-US" dirty="0"/>
          </a:p>
          <a:p>
            <a:endParaRPr lang="en-IN" dirty="0"/>
          </a:p>
        </p:txBody>
      </p:sp>
      <p:sp>
        <p:nvSpPr>
          <p:cNvPr id="4" name="Title 3">
            <a:extLst>
              <a:ext uri="{FF2B5EF4-FFF2-40B4-BE49-F238E27FC236}">
                <a16:creationId xmlns:a16="http://schemas.microsoft.com/office/drawing/2014/main" id="{DB8058D2-899D-8C1F-5E4C-3E35A153579B}"/>
              </a:ext>
            </a:extLst>
          </p:cNvPr>
          <p:cNvSpPr>
            <a:spLocks noGrp="1"/>
          </p:cNvSpPr>
          <p:nvPr>
            <p:ph type="title"/>
          </p:nvPr>
        </p:nvSpPr>
        <p:spPr/>
        <p:txBody>
          <a:bodyPr/>
          <a:lstStyle/>
          <a:p>
            <a:r>
              <a:rPr lang="en-IN" dirty="0"/>
              <a:t>Underutilized or Overutilized Employees</a:t>
            </a:r>
          </a:p>
        </p:txBody>
      </p:sp>
    </p:spTree>
    <p:extLst>
      <p:ext uri="{BB962C8B-B14F-4D97-AF65-F5344CB8AC3E}">
        <p14:creationId xmlns:p14="http://schemas.microsoft.com/office/powerpoint/2010/main" val="23732822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3AEC70-4313-C990-ED5C-0748E65F2F0C}"/>
              </a:ext>
            </a:extLst>
          </p:cNvPr>
          <p:cNvSpPr>
            <a:spLocks noGrp="1"/>
          </p:cNvSpPr>
          <p:nvPr>
            <p:ph idx="1"/>
          </p:nvPr>
        </p:nvSpPr>
        <p:spPr>
          <a:xfrm>
            <a:off x="381000" y="1138785"/>
            <a:ext cx="11430000" cy="5020715"/>
          </a:xfrm>
        </p:spPr>
        <p:txBody>
          <a:bodyPr/>
          <a:lstStyle/>
          <a:p>
            <a:pPr>
              <a:buNone/>
            </a:pPr>
            <a:r>
              <a:rPr lang="en-US" sz="1600" b="1" dirty="0"/>
              <a:t>Analysis:</a:t>
            </a:r>
          </a:p>
          <a:p>
            <a:pPr>
              <a:buFont typeface="Arial" panose="020B0604020202020204" pitchFamily="34" charset="0"/>
              <a:buChar char="•"/>
            </a:pPr>
            <a:r>
              <a:rPr lang="en-US" sz="1400" dirty="0"/>
              <a:t>Calculated the variance between budgeted and actual hours to identify Hours Difference</a:t>
            </a:r>
            <a:r>
              <a:rPr lang="en-US" dirty="0"/>
              <a:t>.</a:t>
            </a:r>
          </a:p>
          <a:p>
            <a:pPr marL="0" indent="0">
              <a:buNone/>
            </a:pPr>
            <a:r>
              <a:rPr lang="en-US" sz="1600" b="1" dirty="0"/>
              <a:t>Insights:</a:t>
            </a:r>
          </a:p>
          <a:p>
            <a:r>
              <a:rPr lang="en-US" sz="1600" b="1" dirty="0"/>
              <a:t>Billable Hours</a:t>
            </a:r>
            <a:r>
              <a:rPr lang="en-US" sz="1600" dirty="0"/>
              <a:t>:</a:t>
            </a:r>
          </a:p>
          <a:p>
            <a:r>
              <a:rPr lang="en-US" sz="1400" b="1" dirty="0"/>
              <a:t>Underutilization</a:t>
            </a:r>
            <a:r>
              <a:rPr lang="en-US" dirty="0"/>
              <a:t> </a:t>
            </a:r>
            <a:r>
              <a:rPr lang="en-US" sz="1400" dirty="0"/>
              <a:t>of billable hours could indicate missed revenue opportunities or an inefficient use of skilled employees</a:t>
            </a:r>
            <a:r>
              <a:rPr lang="en-US" dirty="0"/>
              <a:t>.</a:t>
            </a:r>
          </a:p>
          <a:p>
            <a:r>
              <a:rPr lang="en-US" sz="1600" b="1" dirty="0"/>
              <a:t>Non-Billable Hours</a:t>
            </a:r>
            <a:r>
              <a:rPr lang="en-US" sz="1600" dirty="0"/>
              <a:t>:</a:t>
            </a:r>
          </a:p>
          <a:p>
            <a:r>
              <a:rPr lang="en-US" sz="1600" dirty="0"/>
              <a:t>High non-billable </a:t>
            </a:r>
            <a:r>
              <a:rPr lang="en-US" sz="1400" dirty="0"/>
              <a:t>hours may point to </a:t>
            </a:r>
            <a:r>
              <a:rPr lang="en-US" sz="1400" b="1" dirty="0"/>
              <a:t>excessive internal meetings</a:t>
            </a:r>
            <a:r>
              <a:rPr lang="en-US" sz="1400" dirty="0"/>
              <a:t>, </a:t>
            </a:r>
            <a:r>
              <a:rPr lang="en-US" sz="1400" b="1" dirty="0"/>
              <a:t>training time</a:t>
            </a:r>
            <a:r>
              <a:rPr lang="en-US" sz="1400" dirty="0"/>
              <a:t>, or </a:t>
            </a:r>
            <a:r>
              <a:rPr lang="en-US" sz="1400" b="1" dirty="0"/>
              <a:t>administrative tasks</a:t>
            </a:r>
            <a:r>
              <a:rPr lang="en-US" sz="1400" dirty="0"/>
              <a:t> that are not properly accounted for in the project’s cost structure.</a:t>
            </a:r>
          </a:p>
          <a:p>
            <a:pPr>
              <a:buFont typeface="Arial" panose="020B0604020202020204" pitchFamily="34" charset="0"/>
              <a:buChar char="•"/>
            </a:pPr>
            <a:endParaRPr lang="en-US" dirty="0"/>
          </a:p>
          <a:p>
            <a:pPr marL="0" indent="0">
              <a:buNone/>
            </a:pPr>
            <a:r>
              <a:rPr lang="en-IN" sz="1600" b="1" dirty="0"/>
              <a:t>Recommendations:</a:t>
            </a:r>
          </a:p>
          <a:p>
            <a:r>
              <a:rPr lang="en-US" sz="1600" b="1" dirty="0"/>
              <a:t>Optimize Work Allocation</a:t>
            </a:r>
            <a:r>
              <a:rPr lang="en-US" sz="1400" dirty="0"/>
              <a:t>: Ensure tasks are assigned to employees with the right skills, avoiding inefficiencies and rework.</a:t>
            </a:r>
          </a:p>
          <a:p>
            <a:r>
              <a:rPr lang="en-US" sz="1600" b="1" dirty="0"/>
              <a:t>Review Task Allocation</a:t>
            </a:r>
            <a:r>
              <a:rPr lang="en-US" sz="1400" dirty="0"/>
              <a:t>: If certain roles or tasks have high non-billable hours, reassess their involvement in the project or look for automation opportunities.</a:t>
            </a:r>
            <a:endParaRPr lang="en-IN" sz="1050" b="1" dirty="0"/>
          </a:p>
        </p:txBody>
      </p:sp>
      <p:sp>
        <p:nvSpPr>
          <p:cNvPr id="4" name="Title 3">
            <a:extLst>
              <a:ext uri="{FF2B5EF4-FFF2-40B4-BE49-F238E27FC236}">
                <a16:creationId xmlns:a16="http://schemas.microsoft.com/office/drawing/2014/main" id="{501F50D8-F9E0-C48A-D3AC-3A40F2D9232C}"/>
              </a:ext>
            </a:extLst>
          </p:cNvPr>
          <p:cNvSpPr>
            <a:spLocks noGrp="1"/>
          </p:cNvSpPr>
          <p:nvPr>
            <p:ph type="title"/>
          </p:nvPr>
        </p:nvSpPr>
        <p:spPr/>
        <p:txBody>
          <a:bodyPr/>
          <a:lstStyle/>
          <a:p>
            <a:r>
              <a:rPr lang="en-IN" dirty="0"/>
              <a:t>Actual Hours Vs Budgeted Hours</a:t>
            </a:r>
          </a:p>
        </p:txBody>
      </p:sp>
    </p:spTree>
    <p:extLst>
      <p:ext uri="{BB962C8B-B14F-4D97-AF65-F5344CB8AC3E}">
        <p14:creationId xmlns:p14="http://schemas.microsoft.com/office/powerpoint/2010/main" val="22124274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1B9EE-9992-1FA1-A8E4-E4987ED1657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645EA570-C177-511C-BFF4-16C771A66384}"/>
              </a:ext>
            </a:extLst>
          </p:cNvPr>
          <p:cNvSpPr>
            <a:spLocks noGrp="1"/>
          </p:cNvSpPr>
          <p:nvPr>
            <p:ph type="title"/>
          </p:nvPr>
        </p:nvSpPr>
        <p:spPr>
          <a:xfrm>
            <a:off x="297280" y="3105140"/>
            <a:ext cx="7239024" cy="1325563"/>
          </a:xfrm>
        </p:spPr>
        <p:txBody>
          <a:bodyPr/>
          <a:lstStyle/>
          <a:p>
            <a:r>
              <a:rPr lang="en-GB" sz="7200" dirty="0"/>
              <a:t>THANK</a:t>
            </a:r>
            <a:r>
              <a:rPr lang="en-GB" dirty="0"/>
              <a:t> </a:t>
            </a:r>
            <a:r>
              <a:rPr lang="en-GB" sz="7200" dirty="0"/>
              <a:t>YOU</a:t>
            </a:r>
            <a:endParaRPr lang="en-GB" dirty="0"/>
          </a:p>
        </p:txBody>
      </p:sp>
    </p:spTree>
    <p:custDataLst>
      <p:tags r:id="rId1"/>
    </p:custDataLst>
    <p:extLst>
      <p:ext uri="{BB962C8B-B14F-4D97-AF65-F5344CB8AC3E}">
        <p14:creationId xmlns:p14="http://schemas.microsoft.com/office/powerpoint/2010/main" val="188609174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TITLE PAGES" val="EfXtb7rC"/>
  <p:tag name="ARTICULATE_DESIGN_ID_2_DIVIDERS" val="ZK4CN9BO"/>
  <p:tag name="ARTICULATE_DESIGN_ID_3_MAIN CONTENT PAGES" val="D9qnVY0J"/>
  <p:tag name="ARTICULATE_PROJECT_OPEN" val="0"/>
  <p:tag name="ARTICULATE_SLIDE_COUNT" val="104"/>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Title Page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Divider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Main Content Page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solidFill>
            <a:schemeClr val="bg2"/>
          </a:solidFill>
        </a:ln>
      </a:spPr>
      <a:bodyPr lIns="90000" tIns="90000" rIns="90000" bIns="90000" rtlCol="0" anchor="t"/>
      <a:lstStyle>
        <a:defPPr algn="l">
          <a:defRPr sz="1400" dirty="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tIns="90000" rIns="90000" bIns="90000" rtlCol="0">
        <a:noAutofit/>
      </a:bodyPr>
      <a:lstStyle>
        <a:defPPr algn="l">
          <a:defRPr sz="1200" dirty="0" smtClean="0">
            <a:solidFill>
              <a:schemeClr val="bg2"/>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4_Main Content - Dark">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149C9DEB4166E4D9A547140426BBCA2" ma:contentTypeVersion="17" ma:contentTypeDescription="Create a new document." ma:contentTypeScope="" ma:versionID="6afb66e410f0a417ce6cb697253b4bd0">
  <xsd:schema xmlns:xsd="http://www.w3.org/2001/XMLSchema" xmlns:xs="http://www.w3.org/2001/XMLSchema" xmlns:p="http://schemas.microsoft.com/office/2006/metadata/properties" xmlns:ns2="9610cbdb-f32e-47c5-9878-733256204b37" xmlns:ns3="db400f04-41d7-45ff-b037-2eaacd3460e2" targetNamespace="http://schemas.microsoft.com/office/2006/metadata/properties" ma:root="true" ma:fieldsID="9b7816b07d85e478ca897743c1fcf8cb" ns2:_="" ns3:_="">
    <xsd:import namespace="9610cbdb-f32e-47c5-9878-733256204b37"/>
    <xsd:import namespace="db400f04-41d7-45ff-b037-2eaacd3460e2"/>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DateTaken" minOccurs="0"/>
                <xsd:element ref="ns2:MediaServiceLocation"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610cbdb-f32e-47c5-9878-733256204b3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190ee516-008d-467c-846c-f354b89760b8"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b400f04-41d7-45ff-b037-2eaacd3460e2"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79720a75-2294-45c5-b2ed-9af632ad8e3a}" ma:internalName="TaxCatchAll" ma:showField="CatchAllData" ma:web="db400f04-41d7-45ff-b037-2eaacd3460e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610cbdb-f32e-47c5-9878-733256204b37">
      <Terms xmlns="http://schemas.microsoft.com/office/infopath/2007/PartnerControls"/>
    </lcf76f155ced4ddcb4097134ff3c332f>
    <TaxCatchAll xmlns="db400f04-41d7-45ff-b037-2eaacd3460e2" xsi:nil="true"/>
  </documentManagement>
</p:properties>
</file>

<file path=customXml/itemProps1.xml><?xml version="1.0" encoding="utf-8"?>
<ds:datastoreItem xmlns:ds="http://schemas.openxmlformats.org/officeDocument/2006/customXml" ds:itemID="{93F1708D-1B6D-402B-918F-3F625FD07B52}">
  <ds:schemaRefs/>
</ds:datastoreItem>
</file>

<file path=customXml/itemProps2.xml><?xml version="1.0" encoding="utf-8"?>
<ds:datastoreItem xmlns:ds="http://schemas.openxmlformats.org/officeDocument/2006/customXml" ds:itemID="{50F8B12D-DEAA-49EF-BF75-0DFED336573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610cbdb-f32e-47c5-9878-733256204b37"/>
    <ds:schemaRef ds:uri="db400f04-41d7-45ff-b037-2eaacd3460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7F3EB76-8CD1-42DC-A5B4-0C9E7E64B257}">
  <ds:schemaRefs>
    <ds:schemaRef ds:uri="http://purl.org/dc/elements/1.1/"/>
    <ds:schemaRef ds:uri="http://schemas.microsoft.com/office/2006/metadata/properties"/>
    <ds:schemaRef ds:uri="http://purl.org/dc/terms/"/>
    <ds:schemaRef ds:uri="http://schemas.microsoft.com/office/2006/documentManagement/types"/>
    <ds:schemaRef ds:uri="http://schemas.microsoft.com/office/infopath/2007/PartnerControls"/>
    <ds:schemaRef ds:uri="http://schemas.openxmlformats.org/package/2006/metadata/core-properties"/>
    <ds:schemaRef ds:uri="8661fcb4-09a4-4095-9e5d-b3ef3948e45c"/>
    <ds:schemaRef ds:uri="http://www.w3.org/XML/1998/namespace"/>
    <ds:schemaRef ds:uri="http://purl.org/dc/dcmitype/"/>
    <ds:schemaRef ds:uri="9610cbdb-f32e-47c5-9878-733256204b37"/>
    <ds:schemaRef ds:uri="db400f04-41d7-45ff-b037-2eaacd3460e2"/>
  </ds:schemaRefs>
</ds:datastoreItem>
</file>

<file path=docProps/app.xml><?xml version="1.0" encoding="utf-8"?>
<Properties xmlns="http://schemas.openxmlformats.org/officeDocument/2006/extended-properties" xmlns:vt="http://schemas.openxmlformats.org/officeDocument/2006/docPropsVTypes">
  <Template>JMAN PPT Template v3.1</Template>
  <TotalTime>669</TotalTime>
  <Words>1031</Words>
  <Application>Microsoft Office PowerPoint</Application>
  <PresentationFormat>Widescreen</PresentationFormat>
  <Paragraphs>186</Paragraphs>
  <Slides>22</Slides>
  <Notes>9</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22</vt:i4>
      </vt:variant>
    </vt:vector>
  </HeadingPairs>
  <TitlesOfParts>
    <vt:vector size="30" baseType="lpstr">
      <vt:lpstr>Arial</vt:lpstr>
      <vt:lpstr>Calibri</vt:lpstr>
      <vt:lpstr>Roboto</vt:lpstr>
      <vt:lpstr>Segoe UI</vt:lpstr>
      <vt:lpstr>1_Title Pages</vt:lpstr>
      <vt:lpstr>2_Dividers</vt:lpstr>
      <vt:lpstr>3_Main Content Pages</vt:lpstr>
      <vt:lpstr>4_Main Content - Dark</vt:lpstr>
      <vt:lpstr>CUSTOMER COHORT AND RETENTION ANALYSIS</vt:lpstr>
      <vt:lpstr>Agenda</vt:lpstr>
      <vt:lpstr>PowerPoint Presentation</vt:lpstr>
      <vt:lpstr>Agenda</vt:lpstr>
      <vt:lpstr>Expected Deliverables</vt:lpstr>
      <vt:lpstr>Agenda</vt:lpstr>
      <vt:lpstr>Data Understanding</vt:lpstr>
      <vt:lpstr>Executive Summary of Findings</vt:lpstr>
      <vt:lpstr>Allocation Table</vt:lpstr>
      <vt:lpstr>Budget Table</vt:lpstr>
      <vt:lpstr>Employee Table</vt:lpstr>
      <vt:lpstr>Agenda</vt:lpstr>
      <vt:lpstr>Project Performance Metrics</vt:lpstr>
      <vt:lpstr>Resource Utilization Metric</vt:lpstr>
      <vt:lpstr>Financial Performance Metrics</vt:lpstr>
      <vt:lpstr>Operational Efficiency Metrics</vt:lpstr>
      <vt:lpstr>Project Essential Metrics</vt:lpstr>
      <vt:lpstr>Agenda</vt:lpstr>
      <vt:lpstr>Overrun Percentage By Project</vt:lpstr>
      <vt:lpstr>Underutilized or Overutilized Employees</vt:lpstr>
      <vt:lpstr>Actual Hours Vs Budgeted Hours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Gali Sai Mohan Reddy</dc:creator>
  <cp:lastModifiedBy>Tiya Jain</cp:lastModifiedBy>
  <cp:revision>18</cp:revision>
  <dcterms:created xsi:type="dcterms:W3CDTF">2025-03-19T12:11:00Z</dcterms:created>
  <dcterms:modified xsi:type="dcterms:W3CDTF">2026-05-12T12:46:50Z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0x0101001149C9DEB4166E4D9A547140426BBCA2</vt:lpwstr>
  </property>
  <property fmtid="{D5CDD505-2E9C-101B-9397-08002B2CF9AE}" pid="3" name="MediaServiceImageTags">
    <vt:lpwstr/>
  </property>
  <property fmtid="{D5CDD505-2E9C-101B-9397-08002B2CF9AE}" pid="4" name="ArticulateGUID">
    <vt:lpwstr>B6761189-D80D-4F7F-8E79-33C88E746AEA</vt:lpwstr>
  </property>
  <property fmtid="{D5CDD505-2E9C-101B-9397-08002B2CF9AE}" pid="5" name="ArticulatePath">
    <vt:lpwstr>221117_JMAN PPT Master v2.0_IG (1)</vt:lpwstr>
  </property>
  <property fmtid="{D5CDD505-2E9C-101B-9397-08002B2CF9AE}" pid="6" name="ICV">
    <vt:lpwstr>9008FAA5D8FB4F5C9F20AC241EDA435F_13</vt:lpwstr>
  </property>
  <property fmtid="{D5CDD505-2E9C-101B-9397-08002B2CF9AE}" pid="7" name="KSOProductBuildVer">
    <vt:lpwstr>1033-12.2.0.20326</vt:lpwstr>
  </property>
</Properties>
</file>